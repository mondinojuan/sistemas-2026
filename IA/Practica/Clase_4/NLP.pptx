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63" r:id="rId14"/>
    <p:sldId id="261" r:id="rId15"/>
    <p:sldId id="262" r:id="rId16"/>
    <p:sldId id="267" r:id="rId17"/>
    <p:sldId id="268" r:id="rId18"/>
    <p:sldId id="282" r:id="rId19"/>
    <p:sldId id="271" r:id="rId20"/>
    <p:sldId id="272" r:id="rId21"/>
    <p:sldId id="273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4"/>
    <p:restoredTop sz="70885"/>
  </p:normalViewPr>
  <p:slideViewPr>
    <p:cSldViewPr snapToGrid="0" snapToObjects="1">
      <p:cViewPr varScale="1">
        <p:scale>
          <a:sx n="109" d="100"/>
          <a:sy n="109" d="100"/>
        </p:scale>
        <p:origin x="23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840EE3-D7AF-4782-B663-6D7ACDECEBC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8EE013B-E630-4848-B65B-82528B566267}">
      <dgm:prSet/>
      <dgm:spPr/>
      <dgm:t>
        <a:bodyPr/>
        <a:lstStyle/>
        <a:p>
          <a:r>
            <a:rPr lang="en-US" dirty="0" err="1"/>
            <a:t>Entender</a:t>
          </a:r>
          <a:r>
            <a:rPr lang="en-US" dirty="0"/>
            <a:t> </a:t>
          </a:r>
          <a:r>
            <a:rPr lang="en-US" dirty="0" err="1"/>
            <a:t>qué</a:t>
          </a:r>
          <a:r>
            <a:rPr lang="en-US" dirty="0"/>
            <a:t> es NLP y sus </a:t>
          </a:r>
          <a:r>
            <a:rPr lang="en-US" dirty="0" err="1"/>
            <a:t>aplicaciones</a:t>
          </a:r>
          <a:endParaRPr lang="en-US" dirty="0"/>
        </a:p>
      </dgm:t>
    </dgm:pt>
    <dgm:pt modelId="{4BCCD929-21E7-472E-9285-59645AEF5A6B}" type="parTrans" cxnId="{4BC97BFC-5297-4F4F-8A49-3A368273961D}">
      <dgm:prSet/>
      <dgm:spPr/>
      <dgm:t>
        <a:bodyPr/>
        <a:lstStyle/>
        <a:p>
          <a:endParaRPr lang="en-US"/>
        </a:p>
      </dgm:t>
    </dgm:pt>
    <dgm:pt modelId="{452CFD2A-5F5E-426F-B4F2-8F0F4EC710A6}" type="sibTrans" cxnId="{4BC97BFC-5297-4F4F-8A49-3A368273961D}">
      <dgm:prSet/>
      <dgm:spPr/>
      <dgm:t>
        <a:bodyPr/>
        <a:lstStyle/>
        <a:p>
          <a:endParaRPr lang="en-US"/>
        </a:p>
      </dgm:t>
    </dgm:pt>
    <dgm:pt modelId="{317A7F8B-D15D-4ADA-A744-623EC34EA33C}">
      <dgm:prSet/>
      <dgm:spPr/>
      <dgm:t>
        <a:bodyPr/>
        <a:lstStyle/>
        <a:p>
          <a:r>
            <a:rPr lang="en-US"/>
            <a:t>Explorar los enfoques clásicos y modernos</a:t>
          </a:r>
        </a:p>
      </dgm:t>
    </dgm:pt>
    <dgm:pt modelId="{E4766766-823C-447F-8048-FAE2BA253CCA}" type="parTrans" cxnId="{40539415-CC9D-4864-B06D-465B5126C554}">
      <dgm:prSet/>
      <dgm:spPr/>
      <dgm:t>
        <a:bodyPr/>
        <a:lstStyle/>
        <a:p>
          <a:endParaRPr lang="en-US"/>
        </a:p>
      </dgm:t>
    </dgm:pt>
    <dgm:pt modelId="{8E83CB60-8A9F-4ACB-9186-AB0DB68DECCF}" type="sibTrans" cxnId="{40539415-CC9D-4864-B06D-465B5126C554}">
      <dgm:prSet/>
      <dgm:spPr/>
      <dgm:t>
        <a:bodyPr/>
        <a:lstStyle/>
        <a:p>
          <a:endParaRPr lang="en-US"/>
        </a:p>
      </dgm:t>
    </dgm:pt>
    <dgm:pt modelId="{67C5B92F-18C4-4F0F-8345-60CB123487AF}">
      <dgm:prSet/>
      <dgm:spPr/>
      <dgm:t>
        <a:bodyPr/>
        <a:lstStyle/>
        <a:p>
          <a:r>
            <a:rPr lang="en-US" dirty="0" err="1"/>
            <a:t>Introducir</a:t>
          </a:r>
          <a:r>
            <a:rPr lang="en-US" dirty="0"/>
            <a:t> RAG y </a:t>
          </a:r>
          <a:r>
            <a:rPr lang="en-US" dirty="0" err="1"/>
            <a:t>Agentes</a:t>
          </a:r>
          <a:endParaRPr lang="en-US" dirty="0"/>
        </a:p>
      </dgm:t>
    </dgm:pt>
    <dgm:pt modelId="{F5E21D9D-97AC-4FBB-8F8F-2E30917BBC98}" type="parTrans" cxnId="{38ED39CB-87A6-42E1-8A9C-C3E640610A70}">
      <dgm:prSet/>
      <dgm:spPr/>
      <dgm:t>
        <a:bodyPr/>
        <a:lstStyle/>
        <a:p>
          <a:endParaRPr lang="en-US"/>
        </a:p>
      </dgm:t>
    </dgm:pt>
    <dgm:pt modelId="{3BFFB397-2309-425E-ABF2-DFFAA0EF9779}" type="sibTrans" cxnId="{38ED39CB-87A6-42E1-8A9C-C3E640610A70}">
      <dgm:prSet/>
      <dgm:spPr/>
      <dgm:t>
        <a:bodyPr/>
        <a:lstStyle/>
        <a:p>
          <a:endParaRPr lang="en-US"/>
        </a:p>
      </dgm:t>
    </dgm:pt>
    <dgm:pt modelId="{D5C55BFB-2B20-47B9-95CF-B391DCDF2B7F}">
      <dgm:prSet/>
      <dgm:spPr/>
      <dgm:t>
        <a:bodyPr/>
        <a:lstStyle/>
        <a:p>
          <a:r>
            <a:rPr lang="en-US"/>
            <a:t>Ver ejemplos prácticos en Python</a:t>
          </a:r>
        </a:p>
      </dgm:t>
    </dgm:pt>
    <dgm:pt modelId="{8018F6BA-889D-4C2C-9E66-A55A649B226F}" type="parTrans" cxnId="{F8F147EC-2914-4E91-9CC8-F9217E45A407}">
      <dgm:prSet/>
      <dgm:spPr/>
      <dgm:t>
        <a:bodyPr/>
        <a:lstStyle/>
        <a:p>
          <a:endParaRPr lang="en-US"/>
        </a:p>
      </dgm:t>
    </dgm:pt>
    <dgm:pt modelId="{AE7DF2CA-4CFF-48DD-AB92-87180B97A4A4}" type="sibTrans" cxnId="{F8F147EC-2914-4E91-9CC8-F9217E45A407}">
      <dgm:prSet/>
      <dgm:spPr/>
      <dgm:t>
        <a:bodyPr/>
        <a:lstStyle/>
        <a:p>
          <a:endParaRPr lang="en-US"/>
        </a:p>
      </dgm:t>
    </dgm:pt>
    <dgm:pt modelId="{9D9D9A72-B357-1942-A499-F1584F258346}" type="pres">
      <dgm:prSet presAssocID="{53840EE3-D7AF-4782-B663-6D7ACDECEBC1}" presName="vert0" presStyleCnt="0">
        <dgm:presLayoutVars>
          <dgm:dir/>
          <dgm:animOne val="branch"/>
          <dgm:animLvl val="lvl"/>
        </dgm:presLayoutVars>
      </dgm:prSet>
      <dgm:spPr/>
    </dgm:pt>
    <dgm:pt modelId="{5D99A4FE-CD2E-2E4A-8B82-6DE2EA6FA48F}" type="pres">
      <dgm:prSet presAssocID="{78EE013B-E630-4848-B65B-82528B566267}" presName="thickLine" presStyleLbl="alignNode1" presStyleIdx="0" presStyleCnt="4"/>
      <dgm:spPr/>
    </dgm:pt>
    <dgm:pt modelId="{D87250FF-C179-E044-A24B-DE713CA5294D}" type="pres">
      <dgm:prSet presAssocID="{78EE013B-E630-4848-B65B-82528B566267}" presName="horz1" presStyleCnt="0"/>
      <dgm:spPr/>
    </dgm:pt>
    <dgm:pt modelId="{65219F2F-D4EF-7D47-8BA9-2F002AA08447}" type="pres">
      <dgm:prSet presAssocID="{78EE013B-E630-4848-B65B-82528B566267}" presName="tx1" presStyleLbl="revTx" presStyleIdx="0" presStyleCnt="4"/>
      <dgm:spPr/>
    </dgm:pt>
    <dgm:pt modelId="{C650861A-8893-A14F-B65C-57F4D7776BB8}" type="pres">
      <dgm:prSet presAssocID="{78EE013B-E630-4848-B65B-82528B566267}" presName="vert1" presStyleCnt="0"/>
      <dgm:spPr/>
    </dgm:pt>
    <dgm:pt modelId="{CAB6B98C-C01F-1B40-8E19-D1ED6BCA0497}" type="pres">
      <dgm:prSet presAssocID="{317A7F8B-D15D-4ADA-A744-623EC34EA33C}" presName="thickLine" presStyleLbl="alignNode1" presStyleIdx="1" presStyleCnt="4"/>
      <dgm:spPr/>
    </dgm:pt>
    <dgm:pt modelId="{7396216F-1751-B84E-929A-BB267471261C}" type="pres">
      <dgm:prSet presAssocID="{317A7F8B-D15D-4ADA-A744-623EC34EA33C}" presName="horz1" presStyleCnt="0"/>
      <dgm:spPr/>
    </dgm:pt>
    <dgm:pt modelId="{56AAC194-C478-3F40-B81E-CBB20266D2E3}" type="pres">
      <dgm:prSet presAssocID="{317A7F8B-D15D-4ADA-A744-623EC34EA33C}" presName="tx1" presStyleLbl="revTx" presStyleIdx="1" presStyleCnt="4"/>
      <dgm:spPr/>
    </dgm:pt>
    <dgm:pt modelId="{B8FCDF34-5261-B349-ACC1-E9E0AF54730E}" type="pres">
      <dgm:prSet presAssocID="{317A7F8B-D15D-4ADA-A744-623EC34EA33C}" presName="vert1" presStyleCnt="0"/>
      <dgm:spPr/>
    </dgm:pt>
    <dgm:pt modelId="{23B52F41-1B4B-CE47-830B-006E11D975CA}" type="pres">
      <dgm:prSet presAssocID="{67C5B92F-18C4-4F0F-8345-60CB123487AF}" presName="thickLine" presStyleLbl="alignNode1" presStyleIdx="2" presStyleCnt="4"/>
      <dgm:spPr/>
    </dgm:pt>
    <dgm:pt modelId="{E2E5B8F7-8EB3-3846-A78E-36C1F7EBF980}" type="pres">
      <dgm:prSet presAssocID="{67C5B92F-18C4-4F0F-8345-60CB123487AF}" presName="horz1" presStyleCnt="0"/>
      <dgm:spPr/>
    </dgm:pt>
    <dgm:pt modelId="{4C786148-9024-7848-9C17-BFD5092E5826}" type="pres">
      <dgm:prSet presAssocID="{67C5B92F-18C4-4F0F-8345-60CB123487AF}" presName="tx1" presStyleLbl="revTx" presStyleIdx="2" presStyleCnt="4"/>
      <dgm:spPr/>
    </dgm:pt>
    <dgm:pt modelId="{D390D29D-75B8-8D46-8CA4-C33548074386}" type="pres">
      <dgm:prSet presAssocID="{67C5B92F-18C4-4F0F-8345-60CB123487AF}" presName="vert1" presStyleCnt="0"/>
      <dgm:spPr/>
    </dgm:pt>
    <dgm:pt modelId="{144DA372-5F9D-9A47-90E6-0B9F5D8BC8F0}" type="pres">
      <dgm:prSet presAssocID="{D5C55BFB-2B20-47B9-95CF-B391DCDF2B7F}" presName="thickLine" presStyleLbl="alignNode1" presStyleIdx="3" presStyleCnt="4"/>
      <dgm:spPr/>
    </dgm:pt>
    <dgm:pt modelId="{022B471F-EF22-7C4C-873A-2C46FC779AD0}" type="pres">
      <dgm:prSet presAssocID="{D5C55BFB-2B20-47B9-95CF-B391DCDF2B7F}" presName="horz1" presStyleCnt="0"/>
      <dgm:spPr/>
    </dgm:pt>
    <dgm:pt modelId="{BEFA7CAA-6713-AD4C-A542-D14E3781D704}" type="pres">
      <dgm:prSet presAssocID="{D5C55BFB-2B20-47B9-95CF-B391DCDF2B7F}" presName="tx1" presStyleLbl="revTx" presStyleIdx="3" presStyleCnt="4"/>
      <dgm:spPr/>
    </dgm:pt>
    <dgm:pt modelId="{742348D6-D295-704D-9DBB-93EC0AE69109}" type="pres">
      <dgm:prSet presAssocID="{D5C55BFB-2B20-47B9-95CF-B391DCDF2B7F}" presName="vert1" presStyleCnt="0"/>
      <dgm:spPr/>
    </dgm:pt>
  </dgm:ptLst>
  <dgm:cxnLst>
    <dgm:cxn modelId="{40539415-CC9D-4864-B06D-465B5126C554}" srcId="{53840EE3-D7AF-4782-B663-6D7ACDECEBC1}" destId="{317A7F8B-D15D-4ADA-A744-623EC34EA33C}" srcOrd="1" destOrd="0" parTransId="{E4766766-823C-447F-8048-FAE2BA253CCA}" sibTransId="{8E83CB60-8A9F-4ACB-9186-AB0DB68DECCF}"/>
    <dgm:cxn modelId="{D6495C3F-82D3-DA42-9D22-C72462F3B3F6}" type="presOf" srcId="{67C5B92F-18C4-4F0F-8345-60CB123487AF}" destId="{4C786148-9024-7848-9C17-BFD5092E5826}" srcOrd="0" destOrd="0" presId="urn:microsoft.com/office/officeart/2008/layout/LinedList"/>
    <dgm:cxn modelId="{7E076343-D67C-C645-9FFA-1EE260214940}" type="presOf" srcId="{78EE013B-E630-4848-B65B-82528B566267}" destId="{65219F2F-D4EF-7D47-8BA9-2F002AA08447}" srcOrd="0" destOrd="0" presId="urn:microsoft.com/office/officeart/2008/layout/LinedList"/>
    <dgm:cxn modelId="{B100C357-198D-9D49-A017-A43F91335667}" type="presOf" srcId="{317A7F8B-D15D-4ADA-A744-623EC34EA33C}" destId="{56AAC194-C478-3F40-B81E-CBB20266D2E3}" srcOrd="0" destOrd="0" presId="urn:microsoft.com/office/officeart/2008/layout/LinedList"/>
    <dgm:cxn modelId="{3A17289E-CF4F-2946-A381-0DA2655275DF}" type="presOf" srcId="{53840EE3-D7AF-4782-B663-6D7ACDECEBC1}" destId="{9D9D9A72-B357-1942-A499-F1584F258346}" srcOrd="0" destOrd="0" presId="urn:microsoft.com/office/officeart/2008/layout/LinedList"/>
    <dgm:cxn modelId="{38ED39CB-87A6-42E1-8A9C-C3E640610A70}" srcId="{53840EE3-D7AF-4782-B663-6D7ACDECEBC1}" destId="{67C5B92F-18C4-4F0F-8345-60CB123487AF}" srcOrd="2" destOrd="0" parTransId="{F5E21D9D-97AC-4FBB-8F8F-2E30917BBC98}" sibTransId="{3BFFB397-2309-425E-ABF2-DFFAA0EF9779}"/>
    <dgm:cxn modelId="{6C3E66D2-5D3A-624C-B2C9-D3C282462C15}" type="presOf" srcId="{D5C55BFB-2B20-47B9-95CF-B391DCDF2B7F}" destId="{BEFA7CAA-6713-AD4C-A542-D14E3781D704}" srcOrd="0" destOrd="0" presId="urn:microsoft.com/office/officeart/2008/layout/LinedList"/>
    <dgm:cxn modelId="{F8F147EC-2914-4E91-9CC8-F9217E45A407}" srcId="{53840EE3-D7AF-4782-B663-6D7ACDECEBC1}" destId="{D5C55BFB-2B20-47B9-95CF-B391DCDF2B7F}" srcOrd="3" destOrd="0" parTransId="{8018F6BA-889D-4C2C-9E66-A55A649B226F}" sibTransId="{AE7DF2CA-4CFF-48DD-AB92-87180B97A4A4}"/>
    <dgm:cxn modelId="{4BC97BFC-5297-4F4F-8A49-3A368273961D}" srcId="{53840EE3-D7AF-4782-B663-6D7ACDECEBC1}" destId="{78EE013B-E630-4848-B65B-82528B566267}" srcOrd="0" destOrd="0" parTransId="{4BCCD929-21E7-472E-9285-59645AEF5A6B}" sibTransId="{452CFD2A-5F5E-426F-B4F2-8F0F4EC710A6}"/>
    <dgm:cxn modelId="{9015F345-FEC0-5049-B76F-B33E4C412CFA}" type="presParOf" srcId="{9D9D9A72-B357-1942-A499-F1584F258346}" destId="{5D99A4FE-CD2E-2E4A-8B82-6DE2EA6FA48F}" srcOrd="0" destOrd="0" presId="urn:microsoft.com/office/officeart/2008/layout/LinedList"/>
    <dgm:cxn modelId="{F0E1238E-BAFB-404F-A491-806E798A5C03}" type="presParOf" srcId="{9D9D9A72-B357-1942-A499-F1584F258346}" destId="{D87250FF-C179-E044-A24B-DE713CA5294D}" srcOrd="1" destOrd="0" presId="urn:microsoft.com/office/officeart/2008/layout/LinedList"/>
    <dgm:cxn modelId="{0EDAB935-6537-314A-AC76-D16D3B7BCE02}" type="presParOf" srcId="{D87250FF-C179-E044-A24B-DE713CA5294D}" destId="{65219F2F-D4EF-7D47-8BA9-2F002AA08447}" srcOrd="0" destOrd="0" presId="urn:microsoft.com/office/officeart/2008/layout/LinedList"/>
    <dgm:cxn modelId="{FFDAF223-90C9-884E-8B0E-2A5C51D979F5}" type="presParOf" srcId="{D87250FF-C179-E044-A24B-DE713CA5294D}" destId="{C650861A-8893-A14F-B65C-57F4D7776BB8}" srcOrd="1" destOrd="0" presId="urn:microsoft.com/office/officeart/2008/layout/LinedList"/>
    <dgm:cxn modelId="{4D073900-97E4-C44B-862D-2E82AD66D26D}" type="presParOf" srcId="{9D9D9A72-B357-1942-A499-F1584F258346}" destId="{CAB6B98C-C01F-1B40-8E19-D1ED6BCA0497}" srcOrd="2" destOrd="0" presId="urn:microsoft.com/office/officeart/2008/layout/LinedList"/>
    <dgm:cxn modelId="{F190E971-D349-784E-A3F2-AC83A3890D75}" type="presParOf" srcId="{9D9D9A72-B357-1942-A499-F1584F258346}" destId="{7396216F-1751-B84E-929A-BB267471261C}" srcOrd="3" destOrd="0" presId="urn:microsoft.com/office/officeart/2008/layout/LinedList"/>
    <dgm:cxn modelId="{27600BAD-F658-7945-BA94-56D317B10E57}" type="presParOf" srcId="{7396216F-1751-B84E-929A-BB267471261C}" destId="{56AAC194-C478-3F40-B81E-CBB20266D2E3}" srcOrd="0" destOrd="0" presId="urn:microsoft.com/office/officeart/2008/layout/LinedList"/>
    <dgm:cxn modelId="{C069004C-E0A2-2B42-81A7-3EB3D49E81F0}" type="presParOf" srcId="{7396216F-1751-B84E-929A-BB267471261C}" destId="{B8FCDF34-5261-B349-ACC1-E9E0AF54730E}" srcOrd="1" destOrd="0" presId="urn:microsoft.com/office/officeart/2008/layout/LinedList"/>
    <dgm:cxn modelId="{4768E71F-FB7A-CB42-909B-D538A836901B}" type="presParOf" srcId="{9D9D9A72-B357-1942-A499-F1584F258346}" destId="{23B52F41-1B4B-CE47-830B-006E11D975CA}" srcOrd="4" destOrd="0" presId="urn:microsoft.com/office/officeart/2008/layout/LinedList"/>
    <dgm:cxn modelId="{B4176B61-2EF7-B547-8EC9-199C55726B4D}" type="presParOf" srcId="{9D9D9A72-B357-1942-A499-F1584F258346}" destId="{E2E5B8F7-8EB3-3846-A78E-36C1F7EBF980}" srcOrd="5" destOrd="0" presId="urn:microsoft.com/office/officeart/2008/layout/LinedList"/>
    <dgm:cxn modelId="{F544F64D-9F81-584C-B4FF-C377E6331BD0}" type="presParOf" srcId="{E2E5B8F7-8EB3-3846-A78E-36C1F7EBF980}" destId="{4C786148-9024-7848-9C17-BFD5092E5826}" srcOrd="0" destOrd="0" presId="urn:microsoft.com/office/officeart/2008/layout/LinedList"/>
    <dgm:cxn modelId="{569D71E8-9BC8-2C48-84C9-67EB047EE296}" type="presParOf" srcId="{E2E5B8F7-8EB3-3846-A78E-36C1F7EBF980}" destId="{D390D29D-75B8-8D46-8CA4-C33548074386}" srcOrd="1" destOrd="0" presId="urn:microsoft.com/office/officeart/2008/layout/LinedList"/>
    <dgm:cxn modelId="{05E8A1CE-FE30-D64F-83B4-B872AD090420}" type="presParOf" srcId="{9D9D9A72-B357-1942-A499-F1584F258346}" destId="{144DA372-5F9D-9A47-90E6-0B9F5D8BC8F0}" srcOrd="6" destOrd="0" presId="urn:microsoft.com/office/officeart/2008/layout/LinedList"/>
    <dgm:cxn modelId="{66B946EA-5F61-624C-909F-4D46AFA2ECD5}" type="presParOf" srcId="{9D9D9A72-B357-1942-A499-F1584F258346}" destId="{022B471F-EF22-7C4C-873A-2C46FC779AD0}" srcOrd="7" destOrd="0" presId="urn:microsoft.com/office/officeart/2008/layout/LinedList"/>
    <dgm:cxn modelId="{85C1D224-2694-3149-BA32-E82DFC844E3A}" type="presParOf" srcId="{022B471F-EF22-7C4C-873A-2C46FC779AD0}" destId="{BEFA7CAA-6713-AD4C-A542-D14E3781D704}" srcOrd="0" destOrd="0" presId="urn:microsoft.com/office/officeart/2008/layout/LinedList"/>
    <dgm:cxn modelId="{9CE0F422-13D6-9A4C-81A6-89822085AFE1}" type="presParOf" srcId="{022B471F-EF22-7C4C-873A-2C46FC779AD0}" destId="{742348D6-D295-704D-9DBB-93EC0AE691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BA47F5-02F1-497F-AB0E-1C599A13EA3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AFC2FAD-DAB5-46F1-AE3D-95A8C5308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Rama de la inteligencia artificial que procesa lenguaje humano</a:t>
          </a:r>
        </a:p>
      </dgm:t>
    </dgm:pt>
    <dgm:pt modelId="{5A49D13F-8A2B-4B8F-A40C-6D2CBF6520A6}" type="parTrans" cxnId="{074AE8FC-FF1D-40E4-B3FB-6F11C3B47BA6}">
      <dgm:prSet/>
      <dgm:spPr/>
      <dgm:t>
        <a:bodyPr/>
        <a:lstStyle/>
        <a:p>
          <a:endParaRPr lang="en-US"/>
        </a:p>
      </dgm:t>
    </dgm:pt>
    <dgm:pt modelId="{642771CC-5E95-47CB-8918-D10D09E715C4}" type="sibTrans" cxnId="{074AE8FC-FF1D-40E4-B3FB-6F11C3B47BA6}">
      <dgm:prSet/>
      <dgm:spPr/>
      <dgm:t>
        <a:bodyPr/>
        <a:lstStyle/>
        <a:p>
          <a:endParaRPr lang="en-US"/>
        </a:p>
      </dgm:t>
    </dgm:pt>
    <dgm:pt modelId="{FDBB2C30-9DBF-4A07-9D8D-897847923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Permite que las computadoras entiendan y generen texto</a:t>
          </a:r>
        </a:p>
      </dgm:t>
    </dgm:pt>
    <dgm:pt modelId="{0ACDBE8F-E739-43B8-94D9-6F5E75289884}" type="parTrans" cxnId="{73AAD69D-6DD5-4360-B05D-32CD87868522}">
      <dgm:prSet/>
      <dgm:spPr/>
      <dgm:t>
        <a:bodyPr/>
        <a:lstStyle/>
        <a:p>
          <a:endParaRPr lang="en-US"/>
        </a:p>
      </dgm:t>
    </dgm:pt>
    <dgm:pt modelId="{7148A781-A243-477F-B5DB-4873819ACCA2}" type="sibTrans" cxnId="{73AAD69D-6DD5-4360-B05D-32CD87868522}">
      <dgm:prSet/>
      <dgm:spPr/>
      <dgm:t>
        <a:bodyPr/>
        <a:lstStyle/>
        <a:p>
          <a:endParaRPr lang="en-US"/>
        </a:p>
      </dgm:t>
    </dgm:pt>
    <dgm:pt modelId="{25CBF3B5-391F-4863-B0AD-728E7254B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Conecta el lenguaje humano con las máquinas</a:t>
          </a:r>
        </a:p>
      </dgm:t>
    </dgm:pt>
    <dgm:pt modelId="{ED3EFAF0-10FB-4BF7-B98C-BC23E0CF1A4E}" type="parTrans" cxnId="{D4098E9D-95BA-4429-B900-30E41AFE3203}">
      <dgm:prSet/>
      <dgm:spPr/>
      <dgm:t>
        <a:bodyPr/>
        <a:lstStyle/>
        <a:p>
          <a:endParaRPr lang="en-US"/>
        </a:p>
      </dgm:t>
    </dgm:pt>
    <dgm:pt modelId="{43E3D36C-F8F8-4DE9-AC01-E4E3EE44DCB2}" type="sibTrans" cxnId="{D4098E9D-95BA-4429-B900-30E41AFE3203}">
      <dgm:prSet/>
      <dgm:spPr/>
      <dgm:t>
        <a:bodyPr/>
        <a:lstStyle/>
        <a:p>
          <a:endParaRPr lang="en-US"/>
        </a:p>
      </dgm:t>
    </dgm:pt>
    <dgm:pt modelId="{7FFC171F-016D-4102-B8FA-AD2EBFEB1482}" type="pres">
      <dgm:prSet presAssocID="{AFBA47F5-02F1-497F-AB0E-1C599A13EA3B}" presName="root" presStyleCnt="0">
        <dgm:presLayoutVars>
          <dgm:dir/>
          <dgm:resizeHandles val="exact"/>
        </dgm:presLayoutVars>
      </dgm:prSet>
      <dgm:spPr/>
    </dgm:pt>
    <dgm:pt modelId="{CA38B343-5A04-40DD-BAAE-1D92594D9A44}" type="pres">
      <dgm:prSet presAssocID="{0AFC2FAD-DAB5-46F1-AE3D-95A8C53082B5}" presName="compNode" presStyleCnt="0"/>
      <dgm:spPr/>
    </dgm:pt>
    <dgm:pt modelId="{29AC0766-49D8-47D0-A46E-0E667A1E6F88}" type="pres">
      <dgm:prSet presAssocID="{0AFC2FAD-DAB5-46F1-AE3D-95A8C53082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98B8CA3-0431-4E6A-87F6-9C5297148E5C}" type="pres">
      <dgm:prSet presAssocID="{0AFC2FAD-DAB5-46F1-AE3D-95A8C53082B5}" presName="spaceRect" presStyleCnt="0"/>
      <dgm:spPr/>
    </dgm:pt>
    <dgm:pt modelId="{244BA207-BA03-45C2-A187-178CABEA48A8}" type="pres">
      <dgm:prSet presAssocID="{0AFC2FAD-DAB5-46F1-AE3D-95A8C53082B5}" presName="textRect" presStyleLbl="revTx" presStyleIdx="0" presStyleCnt="3">
        <dgm:presLayoutVars>
          <dgm:chMax val="1"/>
          <dgm:chPref val="1"/>
        </dgm:presLayoutVars>
      </dgm:prSet>
      <dgm:spPr/>
    </dgm:pt>
    <dgm:pt modelId="{C0F440AB-6A3C-437E-87CF-849A126CB367}" type="pres">
      <dgm:prSet presAssocID="{642771CC-5E95-47CB-8918-D10D09E715C4}" presName="sibTrans" presStyleCnt="0"/>
      <dgm:spPr/>
    </dgm:pt>
    <dgm:pt modelId="{BFAA6240-E2CA-4000-A74C-7EE9154D3A92}" type="pres">
      <dgm:prSet presAssocID="{FDBB2C30-9DBF-4A07-9D8D-897847923608}" presName="compNode" presStyleCnt="0"/>
      <dgm:spPr/>
    </dgm:pt>
    <dgm:pt modelId="{4ABEC8BE-357D-40A8-BC7C-71609B6EA43B}" type="pres">
      <dgm:prSet presAssocID="{FDBB2C30-9DBF-4A07-9D8D-8978479236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E956DF47-B79F-467C-8E81-9E27F3EDA56F}" type="pres">
      <dgm:prSet presAssocID="{FDBB2C30-9DBF-4A07-9D8D-897847923608}" presName="spaceRect" presStyleCnt="0"/>
      <dgm:spPr/>
    </dgm:pt>
    <dgm:pt modelId="{2A4D0090-FD55-4D23-B323-8320748CAF70}" type="pres">
      <dgm:prSet presAssocID="{FDBB2C30-9DBF-4A07-9D8D-897847923608}" presName="textRect" presStyleLbl="revTx" presStyleIdx="1" presStyleCnt="3">
        <dgm:presLayoutVars>
          <dgm:chMax val="1"/>
          <dgm:chPref val="1"/>
        </dgm:presLayoutVars>
      </dgm:prSet>
      <dgm:spPr/>
    </dgm:pt>
    <dgm:pt modelId="{B81AA783-719E-4086-B87B-E3486198783F}" type="pres">
      <dgm:prSet presAssocID="{7148A781-A243-477F-B5DB-4873819ACCA2}" presName="sibTrans" presStyleCnt="0"/>
      <dgm:spPr/>
    </dgm:pt>
    <dgm:pt modelId="{A22B6CE8-B1D2-4472-9BF8-89BD6D4174B4}" type="pres">
      <dgm:prSet presAssocID="{25CBF3B5-391F-4863-B0AD-728E7254B618}" presName="compNode" presStyleCnt="0"/>
      <dgm:spPr/>
    </dgm:pt>
    <dgm:pt modelId="{FCA5BBDE-E58A-47CB-B705-DD7E066FE0A5}" type="pres">
      <dgm:prSet presAssocID="{25CBF3B5-391F-4863-B0AD-728E7254B6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F4F6E474-E758-480B-A652-79B0E134BB63}" type="pres">
      <dgm:prSet presAssocID="{25CBF3B5-391F-4863-B0AD-728E7254B618}" presName="spaceRect" presStyleCnt="0"/>
      <dgm:spPr/>
    </dgm:pt>
    <dgm:pt modelId="{52B04580-382C-4691-AE6D-CEE267220CAA}" type="pres">
      <dgm:prSet presAssocID="{25CBF3B5-391F-4863-B0AD-728E7254B61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A99D17-4E88-4542-BE18-E03A63DBAD4A}" type="presOf" srcId="{AFBA47F5-02F1-497F-AB0E-1C599A13EA3B}" destId="{7FFC171F-016D-4102-B8FA-AD2EBFEB1482}" srcOrd="0" destOrd="0" presId="urn:microsoft.com/office/officeart/2018/2/layout/IconLabelList"/>
    <dgm:cxn modelId="{71BDE246-6E39-2C40-8107-A6E808F50EEF}" type="presOf" srcId="{0AFC2FAD-DAB5-46F1-AE3D-95A8C53082B5}" destId="{244BA207-BA03-45C2-A187-178CABEA48A8}" srcOrd="0" destOrd="0" presId="urn:microsoft.com/office/officeart/2018/2/layout/IconLabelList"/>
    <dgm:cxn modelId="{9543EB7E-FDB0-4241-AAE6-AF71E392E3D6}" type="presOf" srcId="{FDBB2C30-9DBF-4A07-9D8D-897847923608}" destId="{2A4D0090-FD55-4D23-B323-8320748CAF70}" srcOrd="0" destOrd="0" presId="urn:microsoft.com/office/officeart/2018/2/layout/IconLabelList"/>
    <dgm:cxn modelId="{D4098E9D-95BA-4429-B900-30E41AFE3203}" srcId="{AFBA47F5-02F1-497F-AB0E-1C599A13EA3B}" destId="{25CBF3B5-391F-4863-B0AD-728E7254B618}" srcOrd="2" destOrd="0" parTransId="{ED3EFAF0-10FB-4BF7-B98C-BC23E0CF1A4E}" sibTransId="{43E3D36C-F8F8-4DE9-AC01-E4E3EE44DCB2}"/>
    <dgm:cxn modelId="{73AAD69D-6DD5-4360-B05D-32CD87868522}" srcId="{AFBA47F5-02F1-497F-AB0E-1C599A13EA3B}" destId="{FDBB2C30-9DBF-4A07-9D8D-897847923608}" srcOrd="1" destOrd="0" parTransId="{0ACDBE8F-E739-43B8-94D9-6F5E75289884}" sibTransId="{7148A781-A243-477F-B5DB-4873819ACCA2}"/>
    <dgm:cxn modelId="{3AE395D4-BB3D-424D-8A26-966991AB9EC5}" type="presOf" srcId="{25CBF3B5-391F-4863-B0AD-728E7254B618}" destId="{52B04580-382C-4691-AE6D-CEE267220CAA}" srcOrd="0" destOrd="0" presId="urn:microsoft.com/office/officeart/2018/2/layout/IconLabelList"/>
    <dgm:cxn modelId="{074AE8FC-FF1D-40E4-B3FB-6F11C3B47BA6}" srcId="{AFBA47F5-02F1-497F-AB0E-1C599A13EA3B}" destId="{0AFC2FAD-DAB5-46F1-AE3D-95A8C53082B5}" srcOrd="0" destOrd="0" parTransId="{5A49D13F-8A2B-4B8F-A40C-6D2CBF6520A6}" sibTransId="{642771CC-5E95-47CB-8918-D10D09E715C4}"/>
    <dgm:cxn modelId="{41A126C4-4148-1A4B-8ED1-FA37D619B012}" type="presParOf" srcId="{7FFC171F-016D-4102-B8FA-AD2EBFEB1482}" destId="{CA38B343-5A04-40DD-BAAE-1D92594D9A44}" srcOrd="0" destOrd="0" presId="urn:microsoft.com/office/officeart/2018/2/layout/IconLabelList"/>
    <dgm:cxn modelId="{16483FEE-DEE3-384D-9B67-3D62AFA3363C}" type="presParOf" srcId="{CA38B343-5A04-40DD-BAAE-1D92594D9A44}" destId="{29AC0766-49D8-47D0-A46E-0E667A1E6F88}" srcOrd="0" destOrd="0" presId="urn:microsoft.com/office/officeart/2018/2/layout/IconLabelList"/>
    <dgm:cxn modelId="{FAB06960-58B9-AB41-B8BF-9A905FB3E608}" type="presParOf" srcId="{CA38B343-5A04-40DD-BAAE-1D92594D9A44}" destId="{698B8CA3-0431-4E6A-87F6-9C5297148E5C}" srcOrd="1" destOrd="0" presId="urn:microsoft.com/office/officeart/2018/2/layout/IconLabelList"/>
    <dgm:cxn modelId="{43C8654E-F7EF-6547-B7AC-0C58121436CB}" type="presParOf" srcId="{CA38B343-5A04-40DD-BAAE-1D92594D9A44}" destId="{244BA207-BA03-45C2-A187-178CABEA48A8}" srcOrd="2" destOrd="0" presId="urn:microsoft.com/office/officeart/2018/2/layout/IconLabelList"/>
    <dgm:cxn modelId="{9F0A4AB2-E806-C14C-AFBF-17F7A33A92B9}" type="presParOf" srcId="{7FFC171F-016D-4102-B8FA-AD2EBFEB1482}" destId="{C0F440AB-6A3C-437E-87CF-849A126CB367}" srcOrd="1" destOrd="0" presId="urn:microsoft.com/office/officeart/2018/2/layout/IconLabelList"/>
    <dgm:cxn modelId="{EF5BC96D-9761-804D-B932-B896030FFDC4}" type="presParOf" srcId="{7FFC171F-016D-4102-B8FA-AD2EBFEB1482}" destId="{BFAA6240-E2CA-4000-A74C-7EE9154D3A92}" srcOrd="2" destOrd="0" presId="urn:microsoft.com/office/officeart/2018/2/layout/IconLabelList"/>
    <dgm:cxn modelId="{43DF8737-B7C4-514A-AEB8-87B22418CB38}" type="presParOf" srcId="{BFAA6240-E2CA-4000-A74C-7EE9154D3A92}" destId="{4ABEC8BE-357D-40A8-BC7C-71609B6EA43B}" srcOrd="0" destOrd="0" presId="urn:microsoft.com/office/officeart/2018/2/layout/IconLabelList"/>
    <dgm:cxn modelId="{479D5D77-269D-0B4C-9BC3-842ACF32AEA8}" type="presParOf" srcId="{BFAA6240-E2CA-4000-A74C-7EE9154D3A92}" destId="{E956DF47-B79F-467C-8E81-9E27F3EDA56F}" srcOrd="1" destOrd="0" presId="urn:microsoft.com/office/officeart/2018/2/layout/IconLabelList"/>
    <dgm:cxn modelId="{2BA93F3F-2B65-B741-AC2F-8F81BFB28F1C}" type="presParOf" srcId="{BFAA6240-E2CA-4000-A74C-7EE9154D3A92}" destId="{2A4D0090-FD55-4D23-B323-8320748CAF70}" srcOrd="2" destOrd="0" presId="urn:microsoft.com/office/officeart/2018/2/layout/IconLabelList"/>
    <dgm:cxn modelId="{D601C218-597E-9C40-A796-86F9D9711F63}" type="presParOf" srcId="{7FFC171F-016D-4102-B8FA-AD2EBFEB1482}" destId="{B81AA783-719E-4086-B87B-E3486198783F}" srcOrd="3" destOrd="0" presId="urn:microsoft.com/office/officeart/2018/2/layout/IconLabelList"/>
    <dgm:cxn modelId="{6D37CD34-5E60-9D41-A911-D2996BF73864}" type="presParOf" srcId="{7FFC171F-016D-4102-B8FA-AD2EBFEB1482}" destId="{A22B6CE8-B1D2-4472-9BF8-89BD6D4174B4}" srcOrd="4" destOrd="0" presId="urn:microsoft.com/office/officeart/2018/2/layout/IconLabelList"/>
    <dgm:cxn modelId="{C53E0767-D9FD-7C45-A30C-2A8D0918FBDE}" type="presParOf" srcId="{A22B6CE8-B1D2-4472-9BF8-89BD6D4174B4}" destId="{FCA5BBDE-E58A-47CB-B705-DD7E066FE0A5}" srcOrd="0" destOrd="0" presId="urn:microsoft.com/office/officeart/2018/2/layout/IconLabelList"/>
    <dgm:cxn modelId="{4048B3D1-D155-534B-BDFF-6414B8779908}" type="presParOf" srcId="{A22B6CE8-B1D2-4472-9BF8-89BD6D4174B4}" destId="{F4F6E474-E758-480B-A652-79B0E134BB63}" srcOrd="1" destOrd="0" presId="urn:microsoft.com/office/officeart/2018/2/layout/IconLabelList"/>
    <dgm:cxn modelId="{A58AB8D9-1D81-D04A-BBFD-E3470D56D598}" type="presParOf" srcId="{A22B6CE8-B1D2-4472-9BF8-89BD6D4174B4}" destId="{52B04580-382C-4691-AE6D-CEE267220CA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3CB74C-B28E-42D0-8C89-8B5151E72913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5723BC-37F7-4079-BCDA-54F42A54C645}">
      <dgm:prSet/>
      <dgm:spPr/>
      <dgm:t>
        <a:bodyPr/>
        <a:lstStyle/>
        <a:p>
          <a:r>
            <a:rPr lang="en-US"/>
            <a:t>Corrección ortográfica y autocompletado</a:t>
          </a:r>
        </a:p>
      </dgm:t>
    </dgm:pt>
    <dgm:pt modelId="{ECDAE170-FB75-459A-A69E-5A7F3084C96D}" type="parTrans" cxnId="{ED1090FC-9292-46BA-BBD5-3AEE5F611602}">
      <dgm:prSet/>
      <dgm:spPr/>
      <dgm:t>
        <a:bodyPr/>
        <a:lstStyle/>
        <a:p>
          <a:endParaRPr lang="en-US"/>
        </a:p>
      </dgm:t>
    </dgm:pt>
    <dgm:pt modelId="{8735076E-07EF-467E-9F6E-653C2BAE5738}" type="sibTrans" cxnId="{ED1090FC-9292-46BA-BBD5-3AEE5F611602}">
      <dgm:prSet/>
      <dgm:spPr/>
      <dgm:t>
        <a:bodyPr/>
        <a:lstStyle/>
        <a:p>
          <a:endParaRPr lang="en-US"/>
        </a:p>
      </dgm:t>
    </dgm:pt>
    <dgm:pt modelId="{88392A40-D541-4E80-9F7A-41949172DF85}">
      <dgm:prSet/>
      <dgm:spPr/>
      <dgm:t>
        <a:bodyPr/>
        <a:lstStyle/>
        <a:p>
          <a:r>
            <a:rPr lang="es-AR"/>
            <a:t>Traductores automáticos (Google Translate)</a:t>
          </a:r>
          <a:endParaRPr lang="en-US"/>
        </a:p>
      </dgm:t>
    </dgm:pt>
    <dgm:pt modelId="{F4C80EE3-E51E-4EC0-90A5-864DC8D10D39}" type="parTrans" cxnId="{02939702-734B-4749-8CE6-D186D2973579}">
      <dgm:prSet/>
      <dgm:spPr/>
      <dgm:t>
        <a:bodyPr/>
        <a:lstStyle/>
        <a:p>
          <a:endParaRPr lang="en-US"/>
        </a:p>
      </dgm:t>
    </dgm:pt>
    <dgm:pt modelId="{282C1D9B-BA74-4A32-9198-E2A274EEFE44}" type="sibTrans" cxnId="{02939702-734B-4749-8CE6-D186D2973579}">
      <dgm:prSet/>
      <dgm:spPr/>
      <dgm:t>
        <a:bodyPr/>
        <a:lstStyle/>
        <a:p>
          <a:endParaRPr lang="en-US"/>
        </a:p>
      </dgm:t>
    </dgm:pt>
    <dgm:pt modelId="{5CA51BD8-CF24-4B41-902F-CECFF788CB9F}">
      <dgm:prSet/>
      <dgm:spPr/>
      <dgm:t>
        <a:bodyPr/>
        <a:lstStyle/>
        <a:p>
          <a:r>
            <a:rPr lang="es-AR"/>
            <a:t>Asistentes virtuales (Siri, Alexa, ChatGPT)</a:t>
          </a:r>
          <a:endParaRPr lang="en-US"/>
        </a:p>
      </dgm:t>
    </dgm:pt>
    <dgm:pt modelId="{9C7981D3-5720-48A2-A3FA-1CC6CAA2CC60}" type="parTrans" cxnId="{14B98941-2332-4529-B3A5-539372E5C8E0}">
      <dgm:prSet/>
      <dgm:spPr/>
      <dgm:t>
        <a:bodyPr/>
        <a:lstStyle/>
        <a:p>
          <a:endParaRPr lang="en-US"/>
        </a:p>
      </dgm:t>
    </dgm:pt>
    <dgm:pt modelId="{BC6AB4AC-E905-4907-A38A-ECF908D82807}" type="sibTrans" cxnId="{14B98941-2332-4529-B3A5-539372E5C8E0}">
      <dgm:prSet/>
      <dgm:spPr/>
      <dgm:t>
        <a:bodyPr/>
        <a:lstStyle/>
        <a:p>
          <a:endParaRPr lang="en-US"/>
        </a:p>
      </dgm:t>
    </dgm:pt>
    <dgm:pt modelId="{7180B886-CD08-423B-A042-4424EEEBF98C}">
      <dgm:prSet/>
      <dgm:spPr/>
      <dgm:t>
        <a:bodyPr/>
        <a:lstStyle/>
        <a:p>
          <a:r>
            <a:rPr lang="en-US"/>
            <a:t>Análisis de sentimientos en redes sociales</a:t>
          </a:r>
        </a:p>
      </dgm:t>
    </dgm:pt>
    <dgm:pt modelId="{3217CE3D-6B16-4E6A-B15C-7880A59666E8}" type="parTrans" cxnId="{7F383DC0-E8B1-4D2A-8CF7-0A9824AB2D3D}">
      <dgm:prSet/>
      <dgm:spPr/>
      <dgm:t>
        <a:bodyPr/>
        <a:lstStyle/>
        <a:p>
          <a:endParaRPr lang="en-US"/>
        </a:p>
      </dgm:t>
    </dgm:pt>
    <dgm:pt modelId="{7D75D1DE-94B7-4B48-A6C2-023E0EA6AB43}" type="sibTrans" cxnId="{7F383DC0-E8B1-4D2A-8CF7-0A9824AB2D3D}">
      <dgm:prSet/>
      <dgm:spPr/>
      <dgm:t>
        <a:bodyPr/>
        <a:lstStyle/>
        <a:p>
          <a:endParaRPr lang="en-US"/>
        </a:p>
      </dgm:t>
    </dgm:pt>
    <dgm:pt modelId="{F9BEED5E-2C2D-1647-B3C6-CF93687FFDCE}" type="pres">
      <dgm:prSet presAssocID="{D43CB74C-B28E-42D0-8C89-8B5151E72913}" presName="matrix" presStyleCnt="0">
        <dgm:presLayoutVars>
          <dgm:chMax val="1"/>
          <dgm:dir/>
          <dgm:resizeHandles val="exact"/>
        </dgm:presLayoutVars>
      </dgm:prSet>
      <dgm:spPr/>
    </dgm:pt>
    <dgm:pt modelId="{B870622B-F159-A947-B2F9-6D9C197419FB}" type="pres">
      <dgm:prSet presAssocID="{D43CB74C-B28E-42D0-8C89-8B5151E72913}" presName="diamond" presStyleLbl="bgShp" presStyleIdx="0" presStyleCnt="1"/>
      <dgm:spPr/>
    </dgm:pt>
    <dgm:pt modelId="{00431586-191F-3E48-857A-6065CA259F39}" type="pres">
      <dgm:prSet presAssocID="{D43CB74C-B28E-42D0-8C89-8B5151E7291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E94FA7C-EF03-7B4C-8611-8943F5515F38}" type="pres">
      <dgm:prSet presAssocID="{D43CB74C-B28E-42D0-8C89-8B5151E7291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83A388-6EF3-614E-B289-13D689009830}" type="pres">
      <dgm:prSet presAssocID="{D43CB74C-B28E-42D0-8C89-8B5151E7291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3441F94-9147-8947-A129-9870E3194F41}" type="pres">
      <dgm:prSet presAssocID="{D43CB74C-B28E-42D0-8C89-8B5151E7291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2939702-734B-4749-8CE6-D186D2973579}" srcId="{D43CB74C-B28E-42D0-8C89-8B5151E72913}" destId="{88392A40-D541-4E80-9F7A-41949172DF85}" srcOrd="1" destOrd="0" parTransId="{F4C80EE3-E51E-4EC0-90A5-864DC8D10D39}" sibTransId="{282C1D9B-BA74-4A32-9198-E2A274EEFE44}"/>
    <dgm:cxn modelId="{0DF69831-ECC7-2F48-BE6E-C0CEC82380CC}" type="presOf" srcId="{D43CB74C-B28E-42D0-8C89-8B5151E72913}" destId="{F9BEED5E-2C2D-1647-B3C6-CF93687FFDCE}" srcOrd="0" destOrd="0" presId="urn:microsoft.com/office/officeart/2005/8/layout/matrix3"/>
    <dgm:cxn modelId="{D9C05734-3C4D-754B-B4E4-76116F177779}" type="presOf" srcId="{B65723BC-37F7-4079-BCDA-54F42A54C645}" destId="{00431586-191F-3E48-857A-6065CA259F39}" srcOrd="0" destOrd="0" presId="urn:microsoft.com/office/officeart/2005/8/layout/matrix3"/>
    <dgm:cxn modelId="{27447438-73DB-6B44-AF1B-A4F3B4125873}" type="presOf" srcId="{88392A40-D541-4E80-9F7A-41949172DF85}" destId="{9E94FA7C-EF03-7B4C-8611-8943F5515F38}" srcOrd="0" destOrd="0" presId="urn:microsoft.com/office/officeart/2005/8/layout/matrix3"/>
    <dgm:cxn modelId="{14B98941-2332-4529-B3A5-539372E5C8E0}" srcId="{D43CB74C-B28E-42D0-8C89-8B5151E72913}" destId="{5CA51BD8-CF24-4B41-902F-CECFF788CB9F}" srcOrd="2" destOrd="0" parTransId="{9C7981D3-5720-48A2-A3FA-1CC6CAA2CC60}" sibTransId="{BC6AB4AC-E905-4907-A38A-ECF908D82807}"/>
    <dgm:cxn modelId="{5B2476BB-2D68-3940-A3EC-47EB4B6B97EF}" type="presOf" srcId="{7180B886-CD08-423B-A042-4424EEEBF98C}" destId="{C3441F94-9147-8947-A129-9870E3194F41}" srcOrd="0" destOrd="0" presId="urn:microsoft.com/office/officeart/2005/8/layout/matrix3"/>
    <dgm:cxn modelId="{7F383DC0-E8B1-4D2A-8CF7-0A9824AB2D3D}" srcId="{D43CB74C-B28E-42D0-8C89-8B5151E72913}" destId="{7180B886-CD08-423B-A042-4424EEEBF98C}" srcOrd="3" destOrd="0" parTransId="{3217CE3D-6B16-4E6A-B15C-7880A59666E8}" sibTransId="{7D75D1DE-94B7-4B48-A6C2-023E0EA6AB43}"/>
    <dgm:cxn modelId="{1EB6CBD0-77FC-4542-A70A-AD3B8B9FA60E}" type="presOf" srcId="{5CA51BD8-CF24-4B41-902F-CECFF788CB9F}" destId="{2383A388-6EF3-614E-B289-13D689009830}" srcOrd="0" destOrd="0" presId="urn:microsoft.com/office/officeart/2005/8/layout/matrix3"/>
    <dgm:cxn modelId="{ED1090FC-9292-46BA-BBD5-3AEE5F611602}" srcId="{D43CB74C-B28E-42D0-8C89-8B5151E72913}" destId="{B65723BC-37F7-4079-BCDA-54F42A54C645}" srcOrd="0" destOrd="0" parTransId="{ECDAE170-FB75-459A-A69E-5A7F3084C96D}" sibTransId="{8735076E-07EF-467E-9F6E-653C2BAE5738}"/>
    <dgm:cxn modelId="{25EBF375-9E08-1042-9A98-E509409CAACE}" type="presParOf" srcId="{F9BEED5E-2C2D-1647-B3C6-CF93687FFDCE}" destId="{B870622B-F159-A947-B2F9-6D9C197419FB}" srcOrd="0" destOrd="0" presId="urn:microsoft.com/office/officeart/2005/8/layout/matrix3"/>
    <dgm:cxn modelId="{215529DC-5A4D-9B4E-8B8E-299EAC7A5578}" type="presParOf" srcId="{F9BEED5E-2C2D-1647-B3C6-CF93687FFDCE}" destId="{00431586-191F-3E48-857A-6065CA259F39}" srcOrd="1" destOrd="0" presId="urn:microsoft.com/office/officeart/2005/8/layout/matrix3"/>
    <dgm:cxn modelId="{41F3E8DF-AB70-674C-8080-E264413D5516}" type="presParOf" srcId="{F9BEED5E-2C2D-1647-B3C6-CF93687FFDCE}" destId="{9E94FA7C-EF03-7B4C-8611-8943F5515F38}" srcOrd="2" destOrd="0" presId="urn:microsoft.com/office/officeart/2005/8/layout/matrix3"/>
    <dgm:cxn modelId="{BAD6FA52-1476-B24F-9633-405156BAAE48}" type="presParOf" srcId="{F9BEED5E-2C2D-1647-B3C6-CF93687FFDCE}" destId="{2383A388-6EF3-614E-B289-13D689009830}" srcOrd="3" destOrd="0" presId="urn:microsoft.com/office/officeart/2005/8/layout/matrix3"/>
    <dgm:cxn modelId="{3FA11EBC-EBFC-884E-95AC-02FD0163738A}" type="presParOf" srcId="{F9BEED5E-2C2D-1647-B3C6-CF93687FFDCE}" destId="{C3441F94-9147-8947-A129-9870E3194F4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EF3D10-1C73-4905-B27A-1214B0FE8BDA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221D7BB-42F2-4894-B20F-22D21C1EE803}">
      <dgm:prSet/>
      <dgm:spPr/>
      <dgm:t>
        <a:bodyPr/>
        <a:lstStyle/>
        <a:p>
          <a:pPr>
            <a:defRPr b="1"/>
          </a:pPr>
          <a:r>
            <a:rPr lang="en-US"/>
            <a:t>1950–1980</a:t>
          </a:r>
        </a:p>
      </dgm:t>
    </dgm:pt>
    <dgm:pt modelId="{8BC52F93-8546-43AA-9A38-DC0258A8798D}" type="parTrans" cxnId="{3394E700-8C52-455F-9EE8-416C9B2CA779}">
      <dgm:prSet/>
      <dgm:spPr/>
      <dgm:t>
        <a:bodyPr/>
        <a:lstStyle/>
        <a:p>
          <a:endParaRPr lang="en-US"/>
        </a:p>
      </dgm:t>
    </dgm:pt>
    <dgm:pt modelId="{F1CD7001-FBF5-4AB2-A1CE-E3A90A2E1B0D}" type="sibTrans" cxnId="{3394E700-8C52-455F-9EE8-416C9B2CA779}">
      <dgm:prSet/>
      <dgm:spPr/>
      <dgm:t>
        <a:bodyPr/>
        <a:lstStyle/>
        <a:p>
          <a:endParaRPr lang="en-US"/>
        </a:p>
      </dgm:t>
    </dgm:pt>
    <dgm:pt modelId="{929694D8-7B76-4A47-BA7A-4412A2530EAE}">
      <dgm:prSet/>
      <dgm:spPr/>
      <dgm:t>
        <a:bodyPr/>
        <a:lstStyle/>
        <a:p>
          <a:r>
            <a:rPr lang="en-US"/>
            <a:t>Sistemas basados en reglas</a:t>
          </a:r>
        </a:p>
      </dgm:t>
    </dgm:pt>
    <dgm:pt modelId="{73B2EFA8-B091-4327-8FF8-E81AECB6B547}" type="parTrans" cxnId="{9FEED20D-1165-4DEC-8E81-A0E0DF663195}">
      <dgm:prSet/>
      <dgm:spPr/>
      <dgm:t>
        <a:bodyPr/>
        <a:lstStyle/>
        <a:p>
          <a:endParaRPr lang="en-US"/>
        </a:p>
      </dgm:t>
    </dgm:pt>
    <dgm:pt modelId="{68CEDBC5-691E-4423-9F47-BEEC9D91614B}" type="sibTrans" cxnId="{9FEED20D-1165-4DEC-8E81-A0E0DF663195}">
      <dgm:prSet/>
      <dgm:spPr/>
      <dgm:t>
        <a:bodyPr/>
        <a:lstStyle/>
        <a:p>
          <a:endParaRPr lang="en-US"/>
        </a:p>
      </dgm:t>
    </dgm:pt>
    <dgm:pt modelId="{481B1623-AC57-41CC-8707-A3DE758C1D89}">
      <dgm:prSet/>
      <dgm:spPr/>
      <dgm:t>
        <a:bodyPr/>
        <a:lstStyle/>
        <a:p>
          <a:pPr>
            <a:defRPr b="1"/>
          </a:pPr>
          <a:r>
            <a:rPr lang="en-US"/>
            <a:t>1990</a:t>
          </a:r>
        </a:p>
      </dgm:t>
    </dgm:pt>
    <dgm:pt modelId="{27B39B63-0FE8-4F40-99F6-B656C9EEFE7B}" type="parTrans" cxnId="{D346C922-25AD-4F30-B5DB-1A4558ED7429}">
      <dgm:prSet/>
      <dgm:spPr/>
      <dgm:t>
        <a:bodyPr/>
        <a:lstStyle/>
        <a:p>
          <a:endParaRPr lang="en-US"/>
        </a:p>
      </dgm:t>
    </dgm:pt>
    <dgm:pt modelId="{0E3EBA05-7937-4D66-AF2D-BD65B9E0CFB0}" type="sibTrans" cxnId="{D346C922-25AD-4F30-B5DB-1A4558ED7429}">
      <dgm:prSet/>
      <dgm:spPr/>
      <dgm:t>
        <a:bodyPr/>
        <a:lstStyle/>
        <a:p>
          <a:endParaRPr lang="en-US"/>
        </a:p>
      </dgm:t>
    </dgm:pt>
    <dgm:pt modelId="{22727861-4D90-4366-BA80-10AA8FF99DBE}">
      <dgm:prSet/>
      <dgm:spPr/>
      <dgm:t>
        <a:bodyPr/>
        <a:lstStyle/>
        <a:p>
          <a:r>
            <a:rPr lang="en-US" dirty="0"/>
            <a:t>Machine Learning </a:t>
          </a:r>
          <a:r>
            <a:rPr lang="en-US" dirty="0" err="1"/>
            <a:t>clásico</a:t>
          </a:r>
          <a:r>
            <a:rPr lang="en-US" dirty="0"/>
            <a:t> (</a:t>
          </a:r>
          <a:r>
            <a:rPr lang="en-US" dirty="0">
              <a:hlinkClick xmlns:r="http://schemas.openxmlformats.org/officeDocument/2006/relationships" r:id="rId1" action="ppaction://hlinksldjump"/>
            </a:rPr>
            <a:t>Naive Bayes</a:t>
          </a:r>
          <a:r>
            <a:rPr lang="en-US" dirty="0"/>
            <a:t>, </a:t>
          </a:r>
          <a:r>
            <a:rPr lang="en-US" dirty="0">
              <a:hlinkClick xmlns:r="http://schemas.openxmlformats.org/officeDocument/2006/relationships" r:id="rId2" action="ppaction://hlinksldjump"/>
            </a:rPr>
            <a:t>SVM</a:t>
          </a:r>
          <a:r>
            <a:rPr lang="en-US" dirty="0"/>
            <a:t>)</a:t>
          </a:r>
        </a:p>
      </dgm:t>
    </dgm:pt>
    <dgm:pt modelId="{77C6CA59-2DF1-43CD-B375-6E4405FC0CC5}" type="parTrans" cxnId="{94F2FEB4-8A31-402E-9DE5-7E1738EA5083}">
      <dgm:prSet/>
      <dgm:spPr/>
      <dgm:t>
        <a:bodyPr/>
        <a:lstStyle/>
        <a:p>
          <a:endParaRPr lang="en-US"/>
        </a:p>
      </dgm:t>
    </dgm:pt>
    <dgm:pt modelId="{3E11AFA9-F407-4BC5-B825-A61A5528BC31}" type="sibTrans" cxnId="{94F2FEB4-8A31-402E-9DE5-7E1738EA5083}">
      <dgm:prSet/>
      <dgm:spPr/>
      <dgm:t>
        <a:bodyPr/>
        <a:lstStyle/>
        <a:p>
          <a:endParaRPr lang="en-US"/>
        </a:p>
      </dgm:t>
    </dgm:pt>
    <dgm:pt modelId="{2CD10408-8885-4D37-BEFD-287C92618161}">
      <dgm:prSet/>
      <dgm:spPr/>
      <dgm:t>
        <a:bodyPr/>
        <a:lstStyle/>
        <a:p>
          <a:pPr>
            <a:defRPr b="1"/>
          </a:pPr>
          <a:r>
            <a:rPr lang="en-US"/>
            <a:t>2010</a:t>
          </a:r>
        </a:p>
      </dgm:t>
    </dgm:pt>
    <dgm:pt modelId="{B2D2B77E-9BC5-49E9-BE64-E21F371001DF}" type="parTrans" cxnId="{8AD8BCD0-8A2D-4A01-AC99-AC37E17922CE}">
      <dgm:prSet/>
      <dgm:spPr/>
      <dgm:t>
        <a:bodyPr/>
        <a:lstStyle/>
        <a:p>
          <a:endParaRPr lang="en-US"/>
        </a:p>
      </dgm:t>
    </dgm:pt>
    <dgm:pt modelId="{BDC8BCEF-CCC4-473A-9DCE-15BBC4A14192}" type="sibTrans" cxnId="{8AD8BCD0-8A2D-4A01-AC99-AC37E17922CE}">
      <dgm:prSet/>
      <dgm:spPr/>
      <dgm:t>
        <a:bodyPr/>
        <a:lstStyle/>
        <a:p>
          <a:endParaRPr lang="en-US"/>
        </a:p>
      </dgm:t>
    </dgm:pt>
    <dgm:pt modelId="{11D5D82A-FB8F-4193-AF58-8D88E3BF099B}">
      <dgm:prSet/>
      <dgm:spPr/>
      <dgm:t>
        <a:bodyPr/>
        <a:lstStyle/>
        <a:p>
          <a:r>
            <a:rPr lang="en-US" dirty="0"/>
            <a:t>Deep Learning (</a:t>
          </a:r>
          <a:r>
            <a:rPr lang="en-US" dirty="0">
              <a:hlinkClick xmlns:r="http://schemas.openxmlformats.org/officeDocument/2006/relationships" r:id="rId3" action="ppaction://hlinksldjump"/>
            </a:rPr>
            <a:t>RNN</a:t>
          </a:r>
          <a:r>
            <a:rPr lang="en-US" dirty="0"/>
            <a:t>, </a:t>
          </a:r>
          <a:r>
            <a:rPr lang="en-US" dirty="0">
              <a:hlinkClick xmlns:r="http://schemas.openxmlformats.org/officeDocument/2006/relationships" r:id="rId4" action="ppaction://hlinksldjump"/>
            </a:rPr>
            <a:t>LSTM</a:t>
          </a:r>
          <a:r>
            <a:rPr lang="en-US" dirty="0"/>
            <a:t>)</a:t>
          </a:r>
        </a:p>
      </dgm:t>
    </dgm:pt>
    <dgm:pt modelId="{228C90E7-5B95-4CC3-8837-CFC230C038C8}" type="parTrans" cxnId="{262F2285-1579-40BF-B7D1-58229049685F}">
      <dgm:prSet/>
      <dgm:spPr/>
      <dgm:t>
        <a:bodyPr/>
        <a:lstStyle/>
        <a:p>
          <a:endParaRPr lang="en-US"/>
        </a:p>
      </dgm:t>
    </dgm:pt>
    <dgm:pt modelId="{E4E31DB2-5D8A-498C-B78E-77B1ADD829F4}" type="sibTrans" cxnId="{262F2285-1579-40BF-B7D1-58229049685F}">
      <dgm:prSet/>
      <dgm:spPr/>
      <dgm:t>
        <a:bodyPr/>
        <a:lstStyle/>
        <a:p>
          <a:endParaRPr lang="en-US"/>
        </a:p>
      </dgm:t>
    </dgm:pt>
    <dgm:pt modelId="{55C8D4CF-A76C-4209-9F69-D648EB428FF5}">
      <dgm:prSet/>
      <dgm:spPr/>
      <dgm:t>
        <a:bodyPr/>
        <a:lstStyle/>
        <a:p>
          <a:pPr>
            <a:defRPr b="1"/>
          </a:pPr>
          <a:r>
            <a:rPr lang="en-US"/>
            <a:t>2020</a:t>
          </a:r>
        </a:p>
      </dgm:t>
    </dgm:pt>
    <dgm:pt modelId="{18B7F9E6-667B-422D-B9AE-93BC0DE06D27}" type="parTrans" cxnId="{94A0B265-C0F9-4FE0-B699-93ECD19C6ECC}">
      <dgm:prSet/>
      <dgm:spPr/>
      <dgm:t>
        <a:bodyPr/>
        <a:lstStyle/>
        <a:p>
          <a:endParaRPr lang="en-US"/>
        </a:p>
      </dgm:t>
    </dgm:pt>
    <dgm:pt modelId="{54949A73-985D-431F-A1D1-20ADC0030A13}" type="sibTrans" cxnId="{94A0B265-C0F9-4FE0-B699-93ECD19C6ECC}">
      <dgm:prSet/>
      <dgm:spPr/>
      <dgm:t>
        <a:bodyPr/>
        <a:lstStyle/>
        <a:p>
          <a:endParaRPr lang="en-US"/>
        </a:p>
      </dgm:t>
    </dgm:pt>
    <dgm:pt modelId="{64136EE7-1DA7-456B-9B88-750579AD12EF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5" action="ppaction://hlinksldjump"/>
            </a:rPr>
            <a:t>Transformers</a:t>
          </a:r>
          <a:r>
            <a:rPr lang="en-US" dirty="0"/>
            <a:t> (BERT, GPT, </a:t>
          </a:r>
          <a:r>
            <a:rPr lang="en-US" dirty="0" err="1"/>
            <a:t>LLaMA</a:t>
          </a:r>
          <a:r>
            <a:rPr lang="en-US" dirty="0"/>
            <a:t>)</a:t>
          </a:r>
        </a:p>
      </dgm:t>
    </dgm:pt>
    <dgm:pt modelId="{D6C80D1D-DC7B-4D01-9F37-D453E95C21E1}" type="parTrans" cxnId="{42D9D505-1364-4D25-A361-C386EA4EF30E}">
      <dgm:prSet/>
      <dgm:spPr/>
      <dgm:t>
        <a:bodyPr/>
        <a:lstStyle/>
        <a:p>
          <a:endParaRPr lang="en-US"/>
        </a:p>
      </dgm:t>
    </dgm:pt>
    <dgm:pt modelId="{3ADEE29D-0D40-4C18-B653-FAC41689A50C}" type="sibTrans" cxnId="{42D9D505-1364-4D25-A361-C386EA4EF30E}">
      <dgm:prSet/>
      <dgm:spPr/>
      <dgm:t>
        <a:bodyPr/>
        <a:lstStyle/>
        <a:p>
          <a:endParaRPr lang="en-US"/>
        </a:p>
      </dgm:t>
    </dgm:pt>
    <dgm:pt modelId="{D7F86D83-596B-B243-B5CA-99E2DFF25A1A}" type="pres">
      <dgm:prSet presAssocID="{30EF3D10-1C73-4905-B27A-1214B0FE8BDA}" presName="root" presStyleCnt="0">
        <dgm:presLayoutVars>
          <dgm:chMax/>
          <dgm:chPref/>
          <dgm:animLvl val="lvl"/>
        </dgm:presLayoutVars>
      </dgm:prSet>
      <dgm:spPr/>
    </dgm:pt>
    <dgm:pt modelId="{07DA04A4-1FDF-FE4A-A8AF-D87E5062D161}" type="pres">
      <dgm:prSet presAssocID="{30EF3D10-1C73-4905-B27A-1214B0FE8BDA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7495D8DF-6684-5F45-98E2-5ACE355AB640}" type="pres">
      <dgm:prSet presAssocID="{30EF3D10-1C73-4905-B27A-1214B0FE8BDA}" presName="nodes" presStyleCnt="0">
        <dgm:presLayoutVars>
          <dgm:chMax/>
          <dgm:chPref/>
          <dgm:animLvl val="lvl"/>
        </dgm:presLayoutVars>
      </dgm:prSet>
      <dgm:spPr/>
    </dgm:pt>
    <dgm:pt modelId="{715CC6D2-1193-EA4D-BBB5-3BC99E77CBB0}" type="pres">
      <dgm:prSet presAssocID="{3221D7BB-42F2-4894-B20F-22D21C1EE803}" presName="composite" presStyleCnt="0"/>
      <dgm:spPr/>
    </dgm:pt>
    <dgm:pt modelId="{35BFD475-9747-6F45-B830-0B6F63FDA66C}" type="pres">
      <dgm:prSet presAssocID="{3221D7BB-42F2-4894-B20F-22D21C1EE803}" presName="ConnectorPoint" presStyleLbl="ln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B858197-907B-8E4D-8BD5-8F33533D4FB7}" type="pres">
      <dgm:prSet presAssocID="{3221D7BB-42F2-4894-B20F-22D21C1EE803}" presName="DropPinPlaceHolder" presStyleCnt="0"/>
      <dgm:spPr/>
    </dgm:pt>
    <dgm:pt modelId="{74B00F37-AB19-DC48-A8E2-520CD6E29935}" type="pres">
      <dgm:prSet presAssocID="{3221D7BB-42F2-4894-B20F-22D21C1EE803}" presName="DropPin" presStyleLbl="alignNode1" presStyleIdx="0" presStyleCnt="4"/>
      <dgm:spPr/>
    </dgm:pt>
    <dgm:pt modelId="{0561B657-3102-A64C-928C-D2BBCFF69CD1}" type="pres">
      <dgm:prSet presAssocID="{3221D7BB-42F2-4894-B20F-22D21C1EE803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54B0BA91-4926-6D48-B6B4-866D4219E34B}" type="pres">
      <dgm:prSet presAssocID="{3221D7BB-42F2-4894-B20F-22D21C1EE803}" presName="L2TextContainer" presStyleLbl="revTx" presStyleIdx="0" presStyleCnt="8">
        <dgm:presLayoutVars>
          <dgm:bulletEnabled val="1"/>
        </dgm:presLayoutVars>
      </dgm:prSet>
      <dgm:spPr/>
    </dgm:pt>
    <dgm:pt modelId="{D96AEB28-3879-C743-944F-47E12A56E26A}" type="pres">
      <dgm:prSet presAssocID="{3221D7BB-42F2-4894-B20F-22D21C1EE803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3EBBD016-1390-5C46-B05C-66BAA393E802}" type="pres">
      <dgm:prSet presAssocID="{3221D7BB-42F2-4894-B20F-22D21C1EE803}" presName="ConnectLine" presStyleLbl="sibTrans1D1" presStyleIdx="0" presStyleCnt="4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34E9F52-8987-6443-A1C8-51FB15164645}" type="pres">
      <dgm:prSet presAssocID="{3221D7BB-42F2-4894-B20F-22D21C1EE803}" presName="EmptyPlaceHolder" presStyleCnt="0"/>
      <dgm:spPr/>
    </dgm:pt>
    <dgm:pt modelId="{2A17D2DE-4119-5F4D-9F0E-E6E509C67AE5}" type="pres">
      <dgm:prSet presAssocID="{F1CD7001-FBF5-4AB2-A1CE-E3A90A2E1B0D}" presName="spaceBetweenRectangles" presStyleCnt="0"/>
      <dgm:spPr/>
    </dgm:pt>
    <dgm:pt modelId="{EE8F6A4F-93A5-E04D-AD49-63668C8803CD}" type="pres">
      <dgm:prSet presAssocID="{481B1623-AC57-41CC-8707-A3DE758C1D89}" presName="composite" presStyleCnt="0"/>
      <dgm:spPr/>
    </dgm:pt>
    <dgm:pt modelId="{841C3807-9A17-9844-89C9-696BCE4BF00C}" type="pres">
      <dgm:prSet presAssocID="{481B1623-AC57-41CC-8707-A3DE758C1D89}" presName="ConnectorPoint" presStyleLbl="lnNode1" presStyleIdx="1" presStyleCnt="4"/>
      <dgm:spPr>
        <a:solidFill>
          <a:schemeClr val="accent2">
            <a:hueOff val="1560507"/>
            <a:satOff val="-1946"/>
            <a:lumOff val="45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F1318A8-4EEE-9540-8044-FF959BB23966}" type="pres">
      <dgm:prSet presAssocID="{481B1623-AC57-41CC-8707-A3DE758C1D89}" presName="DropPinPlaceHolder" presStyleCnt="0"/>
      <dgm:spPr/>
    </dgm:pt>
    <dgm:pt modelId="{8FD3CE1C-1108-E84C-AA61-5F09130B854B}" type="pres">
      <dgm:prSet presAssocID="{481B1623-AC57-41CC-8707-A3DE758C1D89}" presName="DropPin" presStyleLbl="alignNode1" presStyleIdx="1" presStyleCnt="4"/>
      <dgm:spPr/>
    </dgm:pt>
    <dgm:pt modelId="{58B74010-6FB6-8A4A-BC82-D888408CA436}" type="pres">
      <dgm:prSet presAssocID="{481B1623-AC57-41CC-8707-A3DE758C1D89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3AB0A01E-E27C-A94E-BEDE-A79DAC647105}" type="pres">
      <dgm:prSet presAssocID="{481B1623-AC57-41CC-8707-A3DE758C1D89}" presName="L2TextContainer" presStyleLbl="revTx" presStyleIdx="2" presStyleCnt="8">
        <dgm:presLayoutVars>
          <dgm:bulletEnabled val="1"/>
        </dgm:presLayoutVars>
      </dgm:prSet>
      <dgm:spPr/>
    </dgm:pt>
    <dgm:pt modelId="{F507B5BA-9628-B84A-9A2D-97F496DD7F7C}" type="pres">
      <dgm:prSet presAssocID="{481B1623-AC57-41CC-8707-A3DE758C1D89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32652EF3-D50D-564E-A628-05EFE7BACECD}" type="pres">
      <dgm:prSet presAssocID="{481B1623-AC57-41CC-8707-A3DE758C1D89}" presName="ConnectLine" presStyleLbl="sibTrans1D1" presStyleIdx="1" presStyleCnt="4"/>
      <dgm:spPr>
        <a:noFill/>
        <a:ln w="127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dash"/>
        </a:ln>
        <a:effectLst/>
      </dgm:spPr>
    </dgm:pt>
    <dgm:pt modelId="{917452C6-A52D-794B-AFBF-6A2B5C2DAD79}" type="pres">
      <dgm:prSet presAssocID="{481B1623-AC57-41CC-8707-A3DE758C1D89}" presName="EmptyPlaceHolder" presStyleCnt="0"/>
      <dgm:spPr/>
    </dgm:pt>
    <dgm:pt modelId="{25DED70D-5442-3849-AC02-915802EE52D8}" type="pres">
      <dgm:prSet presAssocID="{0E3EBA05-7937-4D66-AF2D-BD65B9E0CFB0}" presName="spaceBetweenRectangles" presStyleCnt="0"/>
      <dgm:spPr/>
    </dgm:pt>
    <dgm:pt modelId="{D2D0E2B4-EDC1-CD40-8FD5-58E834D5CCE9}" type="pres">
      <dgm:prSet presAssocID="{2CD10408-8885-4D37-BEFD-287C92618161}" presName="composite" presStyleCnt="0"/>
      <dgm:spPr/>
    </dgm:pt>
    <dgm:pt modelId="{FBF49470-7284-7542-9F09-20FDB0FECA27}" type="pres">
      <dgm:prSet presAssocID="{2CD10408-8885-4D37-BEFD-287C92618161}" presName="ConnectorPoint" presStyleLbl="lnNode1" presStyleIdx="2" presStyleCnt="4"/>
      <dgm:spPr>
        <a:solidFill>
          <a:schemeClr val="accent2">
            <a:hueOff val="3121013"/>
            <a:satOff val="-3893"/>
            <a:lumOff val="91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639CF52-5414-714F-BB40-4C98B9DFFF6E}" type="pres">
      <dgm:prSet presAssocID="{2CD10408-8885-4D37-BEFD-287C92618161}" presName="DropPinPlaceHolder" presStyleCnt="0"/>
      <dgm:spPr/>
    </dgm:pt>
    <dgm:pt modelId="{26419F7B-E4E0-8744-8A82-43D0B5C627A7}" type="pres">
      <dgm:prSet presAssocID="{2CD10408-8885-4D37-BEFD-287C92618161}" presName="DropPin" presStyleLbl="alignNode1" presStyleIdx="2" presStyleCnt="4"/>
      <dgm:spPr/>
    </dgm:pt>
    <dgm:pt modelId="{F6BE7731-6AF8-0E4A-8A39-D28DB95B4DF9}" type="pres">
      <dgm:prSet presAssocID="{2CD10408-8885-4D37-BEFD-287C92618161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A9D4F69F-8491-F746-B1A5-7F649DA7F395}" type="pres">
      <dgm:prSet presAssocID="{2CD10408-8885-4D37-BEFD-287C92618161}" presName="L2TextContainer" presStyleLbl="revTx" presStyleIdx="4" presStyleCnt="8">
        <dgm:presLayoutVars>
          <dgm:bulletEnabled val="1"/>
        </dgm:presLayoutVars>
      </dgm:prSet>
      <dgm:spPr/>
    </dgm:pt>
    <dgm:pt modelId="{FE4694D8-15C8-1E4B-A90E-EE1D7FE0F65D}" type="pres">
      <dgm:prSet presAssocID="{2CD10408-8885-4D37-BEFD-287C92618161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AC82828A-2E60-B944-84E7-B4900E49ED32}" type="pres">
      <dgm:prSet presAssocID="{2CD10408-8885-4D37-BEFD-287C92618161}" presName="ConnectLine" presStyleLbl="sibTrans1D1" presStyleIdx="2" presStyleCnt="4"/>
      <dgm:spPr>
        <a:noFill/>
        <a:ln w="127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dash"/>
        </a:ln>
        <a:effectLst/>
      </dgm:spPr>
    </dgm:pt>
    <dgm:pt modelId="{EE0DFB5C-1B87-5E49-8714-B19FA0A17100}" type="pres">
      <dgm:prSet presAssocID="{2CD10408-8885-4D37-BEFD-287C92618161}" presName="EmptyPlaceHolder" presStyleCnt="0"/>
      <dgm:spPr/>
    </dgm:pt>
    <dgm:pt modelId="{02FEE3F2-D306-6E42-89A4-B4ACDC418ED5}" type="pres">
      <dgm:prSet presAssocID="{BDC8BCEF-CCC4-473A-9DCE-15BBC4A14192}" presName="spaceBetweenRectangles" presStyleCnt="0"/>
      <dgm:spPr/>
    </dgm:pt>
    <dgm:pt modelId="{1995297A-48F3-5542-874E-609E11C817C0}" type="pres">
      <dgm:prSet presAssocID="{55C8D4CF-A76C-4209-9F69-D648EB428FF5}" presName="composite" presStyleCnt="0"/>
      <dgm:spPr/>
    </dgm:pt>
    <dgm:pt modelId="{D8D4281B-60A0-AE44-BD91-AC3F710D56A6}" type="pres">
      <dgm:prSet presAssocID="{55C8D4CF-A76C-4209-9F69-D648EB428FF5}" presName="ConnectorPoint" presStyleLbl="lnNode1" presStyleIdx="3" presStyleCnt="4"/>
      <dgm:spPr>
        <a:solidFill>
          <a:schemeClr val="accent2">
            <a:hueOff val="4681520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A0D9741C-DBB3-C147-AF8C-78FD3994913F}" type="pres">
      <dgm:prSet presAssocID="{55C8D4CF-A76C-4209-9F69-D648EB428FF5}" presName="DropPinPlaceHolder" presStyleCnt="0"/>
      <dgm:spPr/>
    </dgm:pt>
    <dgm:pt modelId="{361CFBF2-ACEA-C341-8090-07205F8CEEC6}" type="pres">
      <dgm:prSet presAssocID="{55C8D4CF-A76C-4209-9F69-D648EB428FF5}" presName="DropPin" presStyleLbl="alignNode1" presStyleIdx="3" presStyleCnt="4"/>
      <dgm:spPr/>
    </dgm:pt>
    <dgm:pt modelId="{DA48E31A-EB69-1244-8EA1-8B50493CB6B3}" type="pres">
      <dgm:prSet presAssocID="{55C8D4CF-A76C-4209-9F69-D648EB428FF5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A6A8D1A1-2623-8248-BF0C-0EFF5D8852B6}" type="pres">
      <dgm:prSet presAssocID="{55C8D4CF-A76C-4209-9F69-D648EB428FF5}" presName="L2TextContainer" presStyleLbl="revTx" presStyleIdx="6" presStyleCnt="8">
        <dgm:presLayoutVars>
          <dgm:bulletEnabled val="1"/>
        </dgm:presLayoutVars>
      </dgm:prSet>
      <dgm:spPr/>
    </dgm:pt>
    <dgm:pt modelId="{CA026D17-F4F9-E946-9EC8-677B1CA95D33}" type="pres">
      <dgm:prSet presAssocID="{55C8D4CF-A76C-4209-9F69-D648EB428FF5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C235F5BC-25A3-9C49-B9D7-1714B0C58990}" type="pres">
      <dgm:prSet presAssocID="{55C8D4CF-A76C-4209-9F69-D648EB428FF5}" presName="ConnectLine" presStyleLbl="sibTrans1D1" presStyleIdx="3" presStyleCnt="4"/>
      <dgm:spPr>
        <a:noFill/>
        <a:ln w="127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dash"/>
        </a:ln>
        <a:effectLst/>
      </dgm:spPr>
    </dgm:pt>
    <dgm:pt modelId="{00C31C22-5492-0F4D-B8CA-D48D9607E6A3}" type="pres">
      <dgm:prSet presAssocID="{55C8D4CF-A76C-4209-9F69-D648EB428FF5}" presName="EmptyPlaceHolder" presStyleCnt="0"/>
      <dgm:spPr/>
    </dgm:pt>
  </dgm:ptLst>
  <dgm:cxnLst>
    <dgm:cxn modelId="{3394E700-8C52-455F-9EE8-416C9B2CA779}" srcId="{30EF3D10-1C73-4905-B27A-1214B0FE8BDA}" destId="{3221D7BB-42F2-4894-B20F-22D21C1EE803}" srcOrd="0" destOrd="0" parTransId="{8BC52F93-8546-43AA-9A38-DC0258A8798D}" sibTransId="{F1CD7001-FBF5-4AB2-A1CE-E3A90A2E1B0D}"/>
    <dgm:cxn modelId="{42D9D505-1364-4D25-A361-C386EA4EF30E}" srcId="{55C8D4CF-A76C-4209-9F69-D648EB428FF5}" destId="{64136EE7-1DA7-456B-9B88-750579AD12EF}" srcOrd="0" destOrd="0" parTransId="{D6C80D1D-DC7B-4D01-9F37-D453E95C21E1}" sibTransId="{3ADEE29D-0D40-4C18-B653-FAC41689A50C}"/>
    <dgm:cxn modelId="{9FEED20D-1165-4DEC-8E81-A0E0DF663195}" srcId="{3221D7BB-42F2-4894-B20F-22D21C1EE803}" destId="{929694D8-7B76-4A47-BA7A-4412A2530EAE}" srcOrd="0" destOrd="0" parTransId="{73B2EFA8-B091-4327-8FF8-E81AECB6B547}" sibTransId="{68CEDBC5-691E-4423-9F47-BEEC9D91614B}"/>
    <dgm:cxn modelId="{A5C5F41E-2234-3D42-B4C8-187FC82EAFAC}" type="presOf" srcId="{22727861-4D90-4366-BA80-10AA8FF99DBE}" destId="{3AB0A01E-E27C-A94E-BEDE-A79DAC647105}" srcOrd="0" destOrd="0" presId="urn:microsoft.com/office/officeart/2017/3/layout/DropPinTimeline"/>
    <dgm:cxn modelId="{D346C922-25AD-4F30-B5DB-1A4558ED7429}" srcId="{30EF3D10-1C73-4905-B27A-1214B0FE8BDA}" destId="{481B1623-AC57-41CC-8707-A3DE758C1D89}" srcOrd="1" destOrd="0" parTransId="{27B39B63-0FE8-4F40-99F6-B656C9EEFE7B}" sibTransId="{0E3EBA05-7937-4D66-AF2D-BD65B9E0CFB0}"/>
    <dgm:cxn modelId="{A301CC2F-5D67-F742-A4BD-2E5F442C00B4}" type="presOf" srcId="{481B1623-AC57-41CC-8707-A3DE758C1D89}" destId="{F507B5BA-9628-B84A-9A2D-97F496DD7F7C}" srcOrd="0" destOrd="0" presId="urn:microsoft.com/office/officeart/2017/3/layout/DropPinTimeline"/>
    <dgm:cxn modelId="{0C6C0332-FD49-5C46-A420-290D8B7A5358}" type="presOf" srcId="{30EF3D10-1C73-4905-B27A-1214B0FE8BDA}" destId="{D7F86D83-596B-B243-B5CA-99E2DFF25A1A}" srcOrd="0" destOrd="0" presId="urn:microsoft.com/office/officeart/2017/3/layout/DropPinTimeline"/>
    <dgm:cxn modelId="{DE6C5832-16F5-5741-9DCF-E29B2B2F6303}" type="presOf" srcId="{55C8D4CF-A76C-4209-9F69-D648EB428FF5}" destId="{CA026D17-F4F9-E946-9EC8-677B1CA95D33}" srcOrd="0" destOrd="0" presId="urn:microsoft.com/office/officeart/2017/3/layout/DropPinTimeline"/>
    <dgm:cxn modelId="{87753D39-AEE7-B142-93AB-F5112AA9E99E}" type="presOf" srcId="{3221D7BB-42F2-4894-B20F-22D21C1EE803}" destId="{D96AEB28-3879-C743-944F-47E12A56E26A}" srcOrd="0" destOrd="0" presId="urn:microsoft.com/office/officeart/2017/3/layout/DropPinTimeline"/>
    <dgm:cxn modelId="{94A0B265-C0F9-4FE0-B699-93ECD19C6ECC}" srcId="{30EF3D10-1C73-4905-B27A-1214B0FE8BDA}" destId="{55C8D4CF-A76C-4209-9F69-D648EB428FF5}" srcOrd="3" destOrd="0" parTransId="{18B7F9E6-667B-422D-B9AE-93BC0DE06D27}" sibTransId="{54949A73-985D-431F-A1D1-20ADC0030A13}"/>
    <dgm:cxn modelId="{262F2285-1579-40BF-B7D1-58229049685F}" srcId="{2CD10408-8885-4D37-BEFD-287C92618161}" destId="{11D5D82A-FB8F-4193-AF58-8D88E3BF099B}" srcOrd="0" destOrd="0" parTransId="{228C90E7-5B95-4CC3-8837-CFC230C038C8}" sibTransId="{E4E31DB2-5D8A-498C-B78E-77B1ADD829F4}"/>
    <dgm:cxn modelId="{F63B6CAE-A898-2A4D-A1E8-D58FD8FF122B}" type="presOf" srcId="{64136EE7-1DA7-456B-9B88-750579AD12EF}" destId="{A6A8D1A1-2623-8248-BF0C-0EFF5D8852B6}" srcOrd="0" destOrd="0" presId="urn:microsoft.com/office/officeart/2017/3/layout/DropPinTimeline"/>
    <dgm:cxn modelId="{94F2FEB4-8A31-402E-9DE5-7E1738EA5083}" srcId="{481B1623-AC57-41CC-8707-A3DE758C1D89}" destId="{22727861-4D90-4366-BA80-10AA8FF99DBE}" srcOrd="0" destOrd="0" parTransId="{77C6CA59-2DF1-43CD-B375-6E4405FC0CC5}" sibTransId="{3E11AFA9-F407-4BC5-B825-A61A5528BC31}"/>
    <dgm:cxn modelId="{F097FFB6-074A-594F-B1DF-DB63FF519EB8}" type="presOf" srcId="{11D5D82A-FB8F-4193-AF58-8D88E3BF099B}" destId="{A9D4F69F-8491-F746-B1A5-7F649DA7F395}" srcOrd="0" destOrd="0" presId="urn:microsoft.com/office/officeart/2017/3/layout/DropPinTimeline"/>
    <dgm:cxn modelId="{2FC918C7-405C-A649-B1F5-96E0E6CB6122}" type="presOf" srcId="{2CD10408-8885-4D37-BEFD-287C92618161}" destId="{FE4694D8-15C8-1E4B-A90E-EE1D7FE0F65D}" srcOrd="0" destOrd="0" presId="urn:microsoft.com/office/officeart/2017/3/layout/DropPinTimeline"/>
    <dgm:cxn modelId="{CF14B3CB-6669-8040-AC6D-6969F5419DC6}" type="presOf" srcId="{929694D8-7B76-4A47-BA7A-4412A2530EAE}" destId="{54B0BA91-4926-6D48-B6B4-866D4219E34B}" srcOrd="0" destOrd="0" presId="urn:microsoft.com/office/officeart/2017/3/layout/DropPinTimeline"/>
    <dgm:cxn modelId="{8AD8BCD0-8A2D-4A01-AC99-AC37E17922CE}" srcId="{30EF3D10-1C73-4905-B27A-1214B0FE8BDA}" destId="{2CD10408-8885-4D37-BEFD-287C92618161}" srcOrd="2" destOrd="0" parTransId="{B2D2B77E-9BC5-49E9-BE64-E21F371001DF}" sibTransId="{BDC8BCEF-CCC4-473A-9DCE-15BBC4A14192}"/>
    <dgm:cxn modelId="{1F8AA580-E7CF-5445-8614-47DB0F35687F}" type="presParOf" srcId="{D7F86D83-596B-B243-B5CA-99E2DFF25A1A}" destId="{07DA04A4-1FDF-FE4A-A8AF-D87E5062D161}" srcOrd="0" destOrd="0" presId="urn:microsoft.com/office/officeart/2017/3/layout/DropPinTimeline"/>
    <dgm:cxn modelId="{7CDFF351-3708-734E-A80E-08650624BCAF}" type="presParOf" srcId="{D7F86D83-596B-B243-B5CA-99E2DFF25A1A}" destId="{7495D8DF-6684-5F45-98E2-5ACE355AB640}" srcOrd="1" destOrd="0" presId="urn:microsoft.com/office/officeart/2017/3/layout/DropPinTimeline"/>
    <dgm:cxn modelId="{723E0BEE-4A39-C341-B757-D9B487D36736}" type="presParOf" srcId="{7495D8DF-6684-5F45-98E2-5ACE355AB640}" destId="{715CC6D2-1193-EA4D-BBB5-3BC99E77CBB0}" srcOrd="0" destOrd="0" presId="urn:microsoft.com/office/officeart/2017/3/layout/DropPinTimeline"/>
    <dgm:cxn modelId="{09FBA719-2118-D34C-989E-472754499824}" type="presParOf" srcId="{715CC6D2-1193-EA4D-BBB5-3BC99E77CBB0}" destId="{35BFD475-9747-6F45-B830-0B6F63FDA66C}" srcOrd="0" destOrd="0" presId="urn:microsoft.com/office/officeart/2017/3/layout/DropPinTimeline"/>
    <dgm:cxn modelId="{91E7DC96-C32D-B148-BD48-169D63A793A7}" type="presParOf" srcId="{715CC6D2-1193-EA4D-BBB5-3BC99E77CBB0}" destId="{2B858197-907B-8E4D-8BD5-8F33533D4FB7}" srcOrd="1" destOrd="0" presId="urn:microsoft.com/office/officeart/2017/3/layout/DropPinTimeline"/>
    <dgm:cxn modelId="{5B197E26-E8BD-7F45-ADF1-D3A812315EE8}" type="presParOf" srcId="{2B858197-907B-8E4D-8BD5-8F33533D4FB7}" destId="{74B00F37-AB19-DC48-A8E2-520CD6E29935}" srcOrd="0" destOrd="0" presId="urn:microsoft.com/office/officeart/2017/3/layout/DropPinTimeline"/>
    <dgm:cxn modelId="{39FBC03E-0E17-1A42-B93A-7E9285C45636}" type="presParOf" srcId="{2B858197-907B-8E4D-8BD5-8F33533D4FB7}" destId="{0561B657-3102-A64C-928C-D2BBCFF69CD1}" srcOrd="1" destOrd="0" presId="urn:microsoft.com/office/officeart/2017/3/layout/DropPinTimeline"/>
    <dgm:cxn modelId="{A5842F9A-3621-3D4A-878B-F5401AA1AFFE}" type="presParOf" srcId="{715CC6D2-1193-EA4D-BBB5-3BC99E77CBB0}" destId="{54B0BA91-4926-6D48-B6B4-866D4219E34B}" srcOrd="2" destOrd="0" presId="urn:microsoft.com/office/officeart/2017/3/layout/DropPinTimeline"/>
    <dgm:cxn modelId="{B9142400-AEE8-9A41-B912-A5DBF427D508}" type="presParOf" srcId="{715CC6D2-1193-EA4D-BBB5-3BC99E77CBB0}" destId="{D96AEB28-3879-C743-944F-47E12A56E26A}" srcOrd="3" destOrd="0" presId="urn:microsoft.com/office/officeart/2017/3/layout/DropPinTimeline"/>
    <dgm:cxn modelId="{A40C62A8-2B44-A347-BF35-0D237162272F}" type="presParOf" srcId="{715CC6D2-1193-EA4D-BBB5-3BC99E77CBB0}" destId="{3EBBD016-1390-5C46-B05C-66BAA393E802}" srcOrd="4" destOrd="0" presId="urn:microsoft.com/office/officeart/2017/3/layout/DropPinTimeline"/>
    <dgm:cxn modelId="{5338B007-3696-6549-8995-9525DE08FFB5}" type="presParOf" srcId="{715CC6D2-1193-EA4D-BBB5-3BC99E77CBB0}" destId="{234E9F52-8987-6443-A1C8-51FB15164645}" srcOrd="5" destOrd="0" presId="urn:microsoft.com/office/officeart/2017/3/layout/DropPinTimeline"/>
    <dgm:cxn modelId="{A662794B-CC8D-F347-87A3-896FBAF83148}" type="presParOf" srcId="{7495D8DF-6684-5F45-98E2-5ACE355AB640}" destId="{2A17D2DE-4119-5F4D-9F0E-E6E509C67AE5}" srcOrd="1" destOrd="0" presId="urn:microsoft.com/office/officeart/2017/3/layout/DropPinTimeline"/>
    <dgm:cxn modelId="{68FF2B33-EACB-6F4E-B2D6-D30D2540EB84}" type="presParOf" srcId="{7495D8DF-6684-5F45-98E2-5ACE355AB640}" destId="{EE8F6A4F-93A5-E04D-AD49-63668C8803CD}" srcOrd="2" destOrd="0" presId="urn:microsoft.com/office/officeart/2017/3/layout/DropPinTimeline"/>
    <dgm:cxn modelId="{AD7E0A07-6BF7-8F42-8C67-9D0F56B88B15}" type="presParOf" srcId="{EE8F6A4F-93A5-E04D-AD49-63668C8803CD}" destId="{841C3807-9A17-9844-89C9-696BCE4BF00C}" srcOrd="0" destOrd="0" presId="urn:microsoft.com/office/officeart/2017/3/layout/DropPinTimeline"/>
    <dgm:cxn modelId="{F5D9A559-6430-7E4D-B4AE-5AA2BFC73300}" type="presParOf" srcId="{EE8F6A4F-93A5-E04D-AD49-63668C8803CD}" destId="{4F1318A8-4EEE-9540-8044-FF959BB23966}" srcOrd="1" destOrd="0" presId="urn:microsoft.com/office/officeart/2017/3/layout/DropPinTimeline"/>
    <dgm:cxn modelId="{587D7382-FEF5-4543-BBD7-10F1CC2517BA}" type="presParOf" srcId="{4F1318A8-4EEE-9540-8044-FF959BB23966}" destId="{8FD3CE1C-1108-E84C-AA61-5F09130B854B}" srcOrd="0" destOrd="0" presId="urn:microsoft.com/office/officeart/2017/3/layout/DropPinTimeline"/>
    <dgm:cxn modelId="{01D37D5D-3C9E-9141-9BA3-7E1DA480421C}" type="presParOf" srcId="{4F1318A8-4EEE-9540-8044-FF959BB23966}" destId="{58B74010-6FB6-8A4A-BC82-D888408CA436}" srcOrd="1" destOrd="0" presId="urn:microsoft.com/office/officeart/2017/3/layout/DropPinTimeline"/>
    <dgm:cxn modelId="{B6EF6CD7-6837-7748-9FF9-8EF95F2AE3D2}" type="presParOf" srcId="{EE8F6A4F-93A5-E04D-AD49-63668C8803CD}" destId="{3AB0A01E-E27C-A94E-BEDE-A79DAC647105}" srcOrd="2" destOrd="0" presId="urn:microsoft.com/office/officeart/2017/3/layout/DropPinTimeline"/>
    <dgm:cxn modelId="{40E14B4D-AF8F-304E-B95A-BD17878D9C3F}" type="presParOf" srcId="{EE8F6A4F-93A5-E04D-AD49-63668C8803CD}" destId="{F507B5BA-9628-B84A-9A2D-97F496DD7F7C}" srcOrd="3" destOrd="0" presId="urn:microsoft.com/office/officeart/2017/3/layout/DropPinTimeline"/>
    <dgm:cxn modelId="{CF5BF9EF-CA0D-DF42-AFB1-EB591E85FBDC}" type="presParOf" srcId="{EE8F6A4F-93A5-E04D-AD49-63668C8803CD}" destId="{32652EF3-D50D-564E-A628-05EFE7BACECD}" srcOrd="4" destOrd="0" presId="urn:microsoft.com/office/officeart/2017/3/layout/DropPinTimeline"/>
    <dgm:cxn modelId="{53C1CAD0-E628-EA4C-BD37-D12AC8F87717}" type="presParOf" srcId="{EE8F6A4F-93A5-E04D-AD49-63668C8803CD}" destId="{917452C6-A52D-794B-AFBF-6A2B5C2DAD79}" srcOrd="5" destOrd="0" presId="urn:microsoft.com/office/officeart/2017/3/layout/DropPinTimeline"/>
    <dgm:cxn modelId="{ED24540F-AEBA-8846-B9C7-B3D078D1D2EA}" type="presParOf" srcId="{7495D8DF-6684-5F45-98E2-5ACE355AB640}" destId="{25DED70D-5442-3849-AC02-915802EE52D8}" srcOrd="3" destOrd="0" presId="urn:microsoft.com/office/officeart/2017/3/layout/DropPinTimeline"/>
    <dgm:cxn modelId="{37024401-D329-824C-B764-3358B144292E}" type="presParOf" srcId="{7495D8DF-6684-5F45-98E2-5ACE355AB640}" destId="{D2D0E2B4-EDC1-CD40-8FD5-58E834D5CCE9}" srcOrd="4" destOrd="0" presId="urn:microsoft.com/office/officeart/2017/3/layout/DropPinTimeline"/>
    <dgm:cxn modelId="{9A374BAB-8210-9B4C-8279-3953C3B66011}" type="presParOf" srcId="{D2D0E2B4-EDC1-CD40-8FD5-58E834D5CCE9}" destId="{FBF49470-7284-7542-9F09-20FDB0FECA27}" srcOrd="0" destOrd="0" presId="urn:microsoft.com/office/officeart/2017/3/layout/DropPinTimeline"/>
    <dgm:cxn modelId="{624BF563-5A93-E042-97C1-0557C6D76C92}" type="presParOf" srcId="{D2D0E2B4-EDC1-CD40-8FD5-58E834D5CCE9}" destId="{8639CF52-5414-714F-BB40-4C98B9DFFF6E}" srcOrd="1" destOrd="0" presId="urn:microsoft.com/office/officeart/2017/3/layout/DropPinTimeline"/>
    <dgm:cxn modelId="{2E5F3CF9-5C04-924D-A624-51B29DFAB5B0}" type="presParOf" srcId="{8639CF52-5414-714F-BB40-4C98B9DFFF6E}" destId="{26419F7B-E4E0-8744-8A82-43D0B5C627A7}" srcOrd="0" destOrd="0" presId="urn:microsoft.com/office/officeart/2017/3/layout/DropPinTimeline"/>
    <dgm:cxn modelId="{E906B61E-1846-2F4C-BE77-41861B18B724}" type="presParOf" srcId="{8639CF52-5414-714F-BB40-4C98B9DFFF6E}" destId="{F6BE7731-6AF8-0E4A-8A39-D28DB95B4DF9}" srcOrd="1" destOrd="0" presId="urn:microsoft.com/office/officeart/2017/3/layout/DropPinTimeline"/>
    <dgm:cxn modelId="{A87F54D9-03CF-8941-9C32-1BF1FFFB7F98}" type="presParOf" srcId="{D2D0E2B4-EDC1-CD40-8FD5-58E834D5CCE9}" destId="{A9D4F69F-8491-F746-B1A5-7F649DA7F395}" srcOrd="2" destOrd="0" presId="urn:microsoft.com/office/officeart/2017/3/layout/DropPinTimeline"/>
    <dgm:cxn modelId="{3C4A1216-198C-0A49-8261-877B73973B44}" type="presParOf" srcId="{D2D0E2B4-EDC1-CD40-8FD5-58E834D5CCE9}" destId="{FE4694D8-15C8-1E4B-A90E-EE1D7FE0F65D}" srcOrd="3" destOrd="0" presId="urn:microsoft.com/office/officeart/2017/3/layout/DropPinTimeline"/>
    <dgm:cxn modelId="{1B2555BE-3E19-BD4C-9D8C-F269072C1766}" type="presParOf" srcId="{D2D0E2B4-EDC1-CD40-8FD5-58E834D5CCE9}" destId="{AC82828A-2E60-B944-84E7-B4900E49ED32}" srcOrd="4" destOrd="0" presId="urn:microsoft.com/office/officeart/2017/3/layout/DropPinTimeline"/>
    <dgm:cxn modelId="{4A2140DE-799D-9C4A-A52A-46FAB76FEBA7}" type="presParOf" srcId="{D2D0E2B4-EDC1-CD40-8FD5-58E834D5CCE9}" destId="{EE0DFB5C-1B87-5E49-8714-B19FA0A17100}" srcOrd="5" destOrd="0" presId="urn:microsoft.com/office/officeart/2017/3/layout/DropPinTimeline"/>
    <dgm:cxn modelId="{45F3E1BD-19AA-5242-9535-833CF7913869}" type="presParOf" srcId="{7495D8DF-6684-5F45-98E2-5ACE355AB640}" destId="{02FEE3F2-D306-6E42-89A4-B4ACDC418ED5}" srcOrd="5" destOrd="0" presId="urn:microsoft.com/office/officeart/2017/3/layout/DropPinTimeline"/>
    <dgm:cxn modelId="{5A6FDA8B-211F-5D4F-880A-7A0E8D852350}" type="presParOf" srcId="{7495D8DF-6684-5F45-98E2-5ACE355AB640}" destId="{1995297A-48F3-5542-874E-609E11C817C0}" srcOrd="6" destOrd="0" presId="urn:microsoft.com/office/officeart/2017/3/layout/DropPinTimeline"/>
    <dgm:cxn modelId="{2FBFAE4B-16A3-0E47-87E7-E1D13A5DB5B3}" type="presParOf" srcId="{1995297A-48F3-5542-874E-609E11C817C0}" destId="{D8D4281B-60A0-AE44-BD91-AC3F710D56A6}" srcOrd="0" destOrd="0" presId="urn:microsoft.com/office/officeart/2017/3/layout/DropPinTimeline"/>
    <dgm:cxn modelId="{56508FEA-E5DA-3A47-82FF-CC14C42E3742}" type="presParOf" srcId="{1995297A-48F3-5542-874E-609E11C817C0}" destId="{A0D9741C-DBB3-C147-AF8C-78FD3994913F}" srcOrd="1" destOrd="0" presId="urn:microsoft.com/office/officeart/2017/3/layout/DropPinTimeline"/>
    <dgm:cxn modelId="{659BF0C4-B3B5-214C-A911-D137CC068AE7}" type="presParOf" srcId="{A0D9741C-DBB3-C147-AF8C-78FD3994913F}" destId="{361CFBF2-ACEA-C341-8090-07205F8CEEC6}" srcOrd="0" destOrd="0" presId="urn:microsoft.com/office/officeart/2017/3/layout/DropPinTimeline"/>
    <dgm:cxn modelId="{A7D50D2D-9AE5-4D49-A69C-92260FC3512F}" type="presParOf" srcId="{A0D9741C-DBB3-C147-AF8C-78FD3994913F}" destId="{DA48E31A-EB69-1244-8EA1-8B50493CB6B3}" srcOrd="1" destOrd="0" presId="urn:microsoft.com/office/officeart/2017/3/layout/DropPinTimeline"/>
    <dgm:cxn modelId="{14D9AFD2-6B46-1745-90B1-2545AC133D69}" type="presParOf" srcId="{1995297A-48F3-5542-874E-609E11C817C0}" destId="{A6A8D1A1-2623-8248-BF0C-0EFF5D8852B6}" srcOrd="2" destOrd="0" presId="urn:microsoft.com/office/officeart/2017/3/layout/DropPinTimeline"/>
    <dgm:cxn modelId="{2EB34A43-F666-E14F-958E-48A6CEF8C92B}" type="presParOf" srcId="{1995297A-48F3-5542-874E-609E11C817C0}" destId="{CA026D17-F4F9-E946-9EC8-677B1CA95D33}" srcOrd="3" destOrd="0" presId="urn:microsoft.com/office/officeart/2017/3/layout/DropPinTimeline"/>
    <dgm:cxn modelId="{4A2C3513-96EE-A548-9892-AA89AD579501}" type="presParOf" srcId="{1995297A-48F3-5542-874E-609E11C817C0}" destId="{C235F5BC-25A3-9C49-B9D7-1714B0C58990}" srcOrd="4" destOrd="0" presId="urn:microsoft.com/office/officeart/2017/3/layout/DropPinTimeline"/>
    <dgm:cxn modelId="{73DF7E13-B337-DC4D-9C5C-79C163341651}" type="presParOf" srcId="{1995297A-48F3-5542-874E-609E11C817C0}" destId="{00C31C22-5492-0F4D-B8CA-D48D9607E6A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5C7E35-6DBE-4B52-A99B-3D954AC1E70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95657AF-923F-4022-B8E6-22A7ACDBD76E}">
      <dgm:prSet/>
      <dgm:spPr/>
      <dgm:t>
        <a:bodyPr/>
        <a:lstStyle/>
        <a:p>
          <a:r>
            <a:rPr lang="en-US"/>
            <a:t>Bag of Words: presencia de palabras</a:t>
          </a:r>
        </a:p>
      </dgm:t>
    </dgm:pt>
    <dgm:pt modelId="{8D8BE8E4-B157-4663-8DE1-7771F601192B}" type="parTrans" cxnId="{A306FBD4-3E13-404C-96EC-FFF6B85EC204}">
      <dgm:prSet/>
      <dgm:spPr/>
      <dgm:t>
        <a:bodyPr/>
        <a:lstStyle/>
        <a:p>
          <a:endParaRPr lang="en-US"/>
        </a:p>
      </dgm:t>
    </dgm:pt>
    <dgm:pt modelId="{906979CD-691F-496C-A617-A313538E40DA}" type="sibTrans" cxnId="{A306FBD4-3E13-404C-96EC-FFF6B85EC204}">
      <dgm:prSet/>
      <dgm:spPr/>
      <dgm:t>
        <a:bodyPr/>
        <a:lstStyle/>
        <a:p>
          <a:endParaRPr lang="en-US"/>
        </a:p>
      </dgm:t>
    </dgm:pt>
    <dgm:pt modelId="{9560744D-AD3A-47DB-B0AE-D3477786F0D4}">
      <dgm:prSet/>
      <dgm:spPr/>
      <dgm:t>
        <a:bodyPr/>
        <a:lstStyle/>
        <a:p>
          <a:r>
            <a:rPr lang="en-US"/>
            <a:t>TF-IDF: importancia de palabras</a:t>
          </a:r>
        </a:p>
      </dgm:t>
    </dgm:pt>
    <dgm:pt modelId="{5671AA4C-9EC1-40E6-ABA3-E45F5EA75CCA}" type="parTrans" cxnId="{8F36AADC-A1D9-42B9-B0F7-3CC0B0EEE93B}">
      <dgm:prSet/>
      <dgm:spPr/>
      <dgm:t>
        <a:bodyPr/>
        <a:lstStyle/>
        <a:p>
          <a:endParaRPr lang="en-US"/>
        </a:p>
      </dgm:t>
    </dgm:pt>
    <dgm:pt modelId="{4C0C77D7-E5FE-4C57-939A-CE46236E39A7}" type="sibTrans" cxnId="{8F36AADC-A1D9-42B9-B0F7-3CC0B0EEE93B}">
      <dgm:prSet/>
      <dgm:spPr/>
      <dgm:t>
        <a:bodyPr/>
        <a:lstStyle/>
        <a:p>
          <a:endParaRPr lang="en-US"/>
        </a:p>
      </dgm:t>
    </dgm:pt>
    <dgm:pt modelId="{3C6D9DCE-AD32-4BEE-8ED9-28D512F08BE9}">
      <dgm:prSet/>
      <dgm:spPr/>
      <dgm:t>
        <a:bodyPr/>
        <a:lstStyle/>
        <a:p>
          <a:r>
            <a:rPr lang="en-US"/>
            <a:t>Word Embeddings: vectores densos (Word2Vec, GloVe)</a:t>
          </a:r>
        </a:p>
      </dgm:t>
    </dgm:pt>
    <dgm:pt modelId="{B06A53F3-711B-47A5-AAE9-9AECC9B3F835}" type="parTrans" cxnId="{52D5A9D4-11F3-4DC4-9493-65C0B2A31EA2}">
      <dgm:prSet/>
      <dgm:spPr/>
      <dgm:t>
        <a:bodyPr/>
        <a:lstStyle/>
        <a:p>
          <a:endParaRPr lang="en-US"/>
        </a:p>
      </dgm:t>
    </dgm:pt>
    <dgm:pt modelId="{309D372F-6D68-4073-ADFA-177B90197431}" type="sibTrans" cxnId="{52D5A9D4-11F3-4DC4-9493-65C0B2A31EA2}">
      <dgm:prSet/>
      <dgm:spPr/>
      <dgm:t>
        <a:bodyPr/>
        <a:lstStyle/>
        <a:p>
          <a:endParaRPr lang="en-US"/>
        </a:p>
      </dgm:t>
    </dgm:pt>
    <dgm:pt modelId="{683BF635-A2B1-4E06-BE85-6764BCEC4454}">
      <dgm:prSet/>
      <dgm:spPr/>
      <dgm:t>
        <a:bodyPr/>
        <a:lstStyle/>
        <a:p>
          <a:r>
            <a:rPr lang="en-US"/>
            <a:t>Representaciones contextuales: BERT, GPT</a:t>
          </a:r>
        </a:p>
      </dgm:t>
    </dgm:pt>
    <dgm:pt modelId="{B2BC7324-E1FB-4A13-B485-1D08F3EA65C8}" type="parTrans" cxnId="{6DD361E1-5391-45F0-A916-2A847F951CF7}">
      <dgm:prSet/>
      <dgm:spPr/>
      <dgm:t>
        <a:bodyPr/>
        <a:lstStyle/>
        <a:p>
          <a:endParaRPr lang="en-US"/>
        </a:p>
      </dgm:t>
    </dgm:pt>
    <dgm:pt modelId="{A094E4BE-6B5B-4A39-9706-8E84182E036C}" type="sibTrans" cxnId="{6DD361E1-5391-45F0-A916-2A847F951CF7}">
      <dgm:prSet/>
      <dgm:spPr/>
      <dgm:t>
        <a:bodyPr/>
        <a:lstStyle/>
        <a:p>
          <a:endParaRPr lang="en-US"/>
        </a:p>
      </dgm:t>
    </dgm:pt>
    <dgm:pt modelId="{B3E4F5C7-BCA9-DA43-A7CC-DDE9A8995591}" type="pres">
      <dgm:prSet presAssocID="{F05C7E35-6DBE-4B52-A99B-3D954AC1E705}" presName="vert0" presStyleCnt="0">
        <dgm:presLayoutVars>
          <dgm:dir/>
          <dgm:animOne val="branch"/>
          <dgm:animLvl val="lvl"/>
        </dgm:presLayoutVars>
      </dgm:prSet>
      <dgm:spPr/>
    </dgm:pt>
    <dgm:pt modelId="{1F2DF557-6988-4B41-AD82-FBE545F3D8A9}" type="pres">
      <dgm:prSet presAssocID="{695657AF-923F-4022-B8E6-22A7ACDBD76E}" presName="thickLine" presStyleLbl="alignNode1" presStyleIdx="0" presStyleCnt="4"/>
      <dgm:spPr/>
    </dgm:pt>
    <dgm:pt modelId="{108B4793-F8CA-9A4F-8D8A-BE5B56343D4F}" type="pres">
      <dgm:prSet presAssocID="{695657AF-923F-4022-B8E6-22A7ACDBD76E}" presName="horz1" presStyleCnt="0"/>
      <dgm:spPr/>
    </dgm:pt>
    <dgm:pt modelId="{9BEBE110-FC41-2C45-992E-BA8FE71233D2}" type="pres">
      <dgm:prSet presAssocID="{695657AF-923F-4022-B8E6-22A7ACDBD76E}" presName="tx1" presStyleLbl="revTx" presStyleIdx="0" presStyleCnt="4"/>
      <dgm:spPr/>
    </dgm:pt>
    <dgm:pt modelId="{83808449-DF07-CD4A-88AD-45F112C9873B}" type="pres">
      <dgm:prSet presAssocID="{695657AF-923F-4022-B8E6-22A7ACDBD76E}" presName="vert1" presStyleCnt="0"/>
      <dgm:spPr/>
    </dgm:pt>
    <dgm:pt modelId="{131952C7-C533-AF47-BDFA-DA84AA0C71B4}" type="pres">
      <dgm:prSet presAssocID="{9560744D-AD3A-47DB-B0AE-D3477786F0D4}" presName="thickLine" presStyleLbl="alignNode1" presStyleIdx="1" presStyleCnt="4"/>
      <dgm:spPr/>
    </dgm:pt>
    <dgm:pt modelId="{7993D63E-1409-CA4C-8A57-60A0B72BDA84}" type="pres">
      <dgm:prSet presAssocID="{9560744D-AD3A-47DB-B0AE-D3477786F0D4}" presName="horz1" presStyleCnt="0"/>
      <dgm:spPr/>
    </dgm:pt>
    <dgm:pt modelId="{E4C578C7-7F01-3647-8E3D-C51C5A931532}" type="pres">
      <dgm:prSet presAssocID="{9560744D-AD3A-47DB-B0AE-D3477786F0D4}" presName="tx1" presStyleLbl="revTx" presStyleIdx="1" presStyleCnt="4"/>
      <dgm:spPr/>
    </dgm:pt>
    <dgm:pt modelId="{57386BEE-21EE-2C48-918D-3E23ECAB7882}" type="pres">
      <dgm:prSet presAssocID="{9560744D-AD3A-47DB-B0AE-D3477786F0D4}" presName="vert1" presStyleCnt="0"/>
      <dgm:spPr/>
    </dgm:pt>
    <dgm:pt modelId="{7C292645-4E58-AA45-8DC3-17A62B241F09}" type="pres">
      <dgm:prSet presAssocID="{3C6D9DCE-AD32-4BEE-8ED9-28D512F08BE9}" presName="thickLine" presStyleLbl="alignNode1" presStyleIdx="2" presStyleCnt="4"/>
      <dgm:spPr/>
    </dgm:pt>
    <dgm:pt modelId="{76175670-9261-F642-AABC-F0D0C293B695}" type="pres">
      <dgm:prSet presAssocID="{3C6D9DCE-AD32-4BEE-8ED9-28D512F08BE9}" presName="horz1" presStyleCnt="0"/>
      <dgm:spPr/>
    </dgm:pt>
    <dgm:pt modelId="{EE59E1E7-9CB4-6048-A2C5-577CCE87CEAC}" type="pres">
      <dgm:prSet presAssocID="{3C6D9DCE-AD32-4BEE-8ED9-28D512F08BE9}" presName="tx1" presStyleLbl="revTx" presStyleIdx="2" presStyleCnt="4"/>
      <dgm:spPr/>
    </dgm:pt>
    <dgm:pt modelId="{A55797AC-C267-C042-9258-EEB26CBBDB07}" type="pres">
      <dgm:prSet presAssocID="{3C6D9DCE-AD32-4BEE-8ED9-28D512F08BE9}" presName="vert1" presStyleCnt="0"/>
      <dgm:spPr/>
    </dgm:pt>
    <dgm:pt modelId="{7F4FC8C2-9334-5B40-B279-7801076FDEA9}" type="pres">
      <dgm:prSet presAssocID="{683BF635-A2B1-4E06-BE85-6764BCEC4454}" presName="thickLine" presStyleLbl="alignNode1" presStyleIdx="3" presStyleCnt="4"/>
      <dgm:spPr/>
    </dgm:pt>
    <dgm:pt modelId="{C11B2D9E-6E32-8B42-AD0C-146BF4FC74CB}" type="pres">
      <dgm:prSet presAssocID="{683BF635-A2B1-4E06-BE85-6764BCEC4454}" presName="horz1" presStyleCnt="0"/>
      <dgm:spPr/>
    </dgm:pt>
    <dgm:pt modelId="{BF73FC00-7CE2-F146-9B5E-EA95D4E3F664}" type="pres">
      <dgm:prSet presAssocID="{683BF635-A2B1-4E06-BE85-6764BCEC4454}" presName="tx1" presStyleLbl="revTx" presStyleIdx="3" presStyleCnt="4"/>
      <dgm:spPr/>
    </dgm:pt>
    <dgm:pt modelId="{ABF373FD-98F1-F649-9C0D-27333F9592D1}" type="pres">
      <dgm:prSet presAssocID="{683BF635-A2B1-4E06-BE85-6764BCEC4454}" presName="vert1" presStyleCnt="0"/>
      <dgm:spPr/>
    </dgm:pt>
  </dgm:ptLst>
  <dgm:cxnLst>
    <dgm:cxn modelId="{54BA4258-7F3C-624E-9B51-EAFA2D674686}" type="presOf" srcId="{9560744D-AD3A-47DB-B0AE-D3477786F0D4}" destId="{E4C578C7-7F01-3647-8E3D-C51C5A931532}" srcOrd="0" destOrd="0" presId="urn:microsoft.com/office/officeart/2008/layout/LinedList"/>
    <dgm:cxn modelId="{899F3C62-B91C-7547-A057-27C4FF83B296}" type="presOf" srcId="{695657AF-923F-4022-B8E6-22A7ACDBD76E}" destId="{9BEBE110-FC41-2C45-992E-BA8FE71233D2}" srcOrd="0" destOrd="0" presId="urn:microsoft.com/office/officeart/2008/layout/LinedList"/>
    <dgm:cxn modelId="{1EF3416C-9D8B-D84E-A535-9EADE35DF50A}" type="presOf" srcId="{683BF635-A2B1-4E06-BE85-6764BCEC4454}" destId="{BF73FC00-7CE2-F146-9B5E-EA95D4E3F664}" srcOrd="0" destOrd="0" presId="urn:microsoft.com/office/officeart/2008/layout/LinedList"/>
    <dgm:cxn modelId="{47F297AA-F035-C148-BC98-F1A17AD35E89}" type="presOf" srcId="{F05C7E35-6DBE-4B52-A99B-3D954AC1E705}" destId="{B3E4F5C7-BCA9-DA43-A7CC-DDE9A8995591}" srcOrd="0" destOrd="0" presId="urn:microsoft.com/office/officeart/2008/layout/LinedList"/>
    <dgm:cxn modelId="{52D5A9D4-11F3-4DC4-9493-65C0B2A31EA2}" srcId="{F05C7E35-6DBE-4B52-A99B-3D954AC1E705}" destId="{3C6D9DCE-AD32-4BEE-8ED9-28D512F08BE9}" srcOrd="2" destOrd="0" parTransId="{B06A53F3-711B-47A5-AAE9-9AECC9B3F835}" sibTransId="{309D372F-6D68-4073-ADFA-177B90197431}"/>
    <dgm:cxn modelId="{A306FBD4-3E13-404C-96EC-FFF6B85EC204}" srcId="{F05C7E35-6DBE-4B52-A99B-3D954AC1E705}" destId="{695657AF-923F-4022-B8E6-22A7ACDBD76E}" srcOrd="0" destOrd="0" parTransId="{8D8BE8E4-B157-4663-8DE1-7771F601192B}" sibTransId="{906979CD-691F-496C-A617-A313538E40DA}"/>
    <dgm:cxn modelId="{8F36AADC-A1D9-42B9-B0F7-3CC0B0EEE93B}" srcId="{F05C7E35-6DBE-4B52-A99B-3D954AC1E705}" destId="{9560744D-AD3A-47DB-B0AE-D3477786F0D4}" srcOrd="1" destOrd="0" parTransId="{5671AA4C-9EC1-40E6-ABA3-E45F5EA75CCA}" sibTransId="{4C0C77D7-E5FE-4C57-939A-CE46236E39A7}"/>
    <dgm:cxn modelId="{6DD361E1-5391-45F0-A916-2A847F951CF7}" srcId="{F05C7E35-6DBE-4B52-A99B-3D954AC1E705}" destId="{683BF635-A2B1-4E06-BE85-6764BCEC4454}" srcOrd="3" destOrd="0" parTransId="{B2BC7324-E1FB-4A13-B485-1D08F3EA65C8}" sibTransId="{A094E4BE-6B5B-4A39-9706-8E84182E036C}"/>
    <dgm:cxn modelId="{A4AA90F4-0864-C04B-86BA-3F993DA0AB9D}" type="presOf" srcId="{3C6D9DCE-AD32-4BEE-8ED9-28D512F08BE9}" destId="{EE59E1E7-9CB4-6048-A2C5-577CCE87CEAC}" srcOrd="0" destOrd="0" presId="urn:microsoft.com/office/officeart/2008/layout/LinedList"/>
    <dgm:cxn modelId="{EBFDB0CF-E618-2540-A391-CB36FC48D709}" type="presParOf" srcId="{B3E4F5C7-BCA9-DA43-A7CC-DDE9A8995591}" destId="{1F2DF557-6988-4B41-AD82-FBE545F3D8A9}" srcOrd="0" destOrd="0" presId="urn:microsoft.com/office/officeart/2008/layout/LinedList"/>
    <dgm:cxn modelId="{3880D7A1-5EC9-9345-B2E2-3F29335D1450}" type="presParOf" srcId="{B3E4F5C7-BCA9-DA43-A7CC-DDE9A8995591}" destId="{108B4793-F8CA-9A4F-8D8A-BE5B56343D4F}" srcOrd="1" destOrd="0" presId="urn:microsoft.com/office/officeart/2008/layout/LinedList"/>
    <dgm:cxn modelId="{E294D32E-C3E5-8744-9A82-0F801F244C31}" type="presParOf" srcId="{108B4793-F8CA-9A4F-8D8A-BE5B56343D4F}" destId="{9BEBE110-FC41-2C45-992E-BA8FE71233D2}" srcOrd="0" destOrd="0" presId="urn:microsoft.com/office/officeart/2008/layout/LinedList"/>
    <dgm:cxn modelId="{5ECEE0EE-6A06-E94F-A47C-E26988A95A9E}" type="presParOf" srcId="{108B4793-F8CA-9A4F-8D8A-BE5B56343D4F}" destId="{83808449-DF07-CD4A-88AD-45F112C9873B}" srcOrd="1" destOrd="0" presId="urn:microsoft.com/office/officeart/2008/layout/LinedList"/>
    <dgm:cxn modelId="{17AC088F-C19B-6849-A769-2B874FD6BD5E}" type="presParOf" srcId="{B3E4F5C7-BCA9-DA43-A7CC-DDE9A8995591}" destId="{131952C7-C533-AF47-BDFA-DA84AA0C71B4}" srcOrd="2" destOrd="0" presId="urn:microsoft.com/office/officeart/2008/layout/LinedList"/>
    <dgm:cxn modelId="{CC2884B6-E190-CF44-84AA-56358B0CA0DB}" type="presParOf" srcId="{B3E4F5C7-BCA9-DA43-A7CC-DDE9A8995591}" destId="{7993D63E-1409-CA4C-8A57-60A0B72BDA84}" srcOrd="3" destOrd="0" presId="urn:microsoft.com/office/officeart/2008/layout/LinedList"/>
    <dgm:cxn modelId="{09526CEE-95E6-9448-97F8-B338CD6472E1}" type="presParOf" srcId="{7993D63E-1409-CA4C-8A57-60A0B72BDA84}" destId="{E4C578C7-7F01-3647-8E3D-C51C5A931532}" srcOrd="0" destOrd="0" presId="urn:microsoft.com/office/officeart/2008/layout/LinedList"/>
    <dgm:cxn modelId="{444D9DDD-65A4-284D-A435-AF874EA5CF68}" type="presParOf" srcId="{7993D63E-1409-CA4C-8A57-60A0B72BDA84}" destId="{57386BEE-21EE-2C48-918D-3E23ECAB7882}" srcOrd="1" destOrd="0" presId="urn:microsoft.com/office/officeart/2008/layout/LinedList"/>
    <dgm:cxn modelId="{E1565DF7-BFF5-D24F-B813-29CAF781CC31}" type="presParOf" srcId="{B3E4F5C7-BCA9-DA43-A7CC-DDE9A8995591}" destId="{7C292645-4E58-AA45-8DC3-17A62B241F09}" srcOrd="4" destOrd="0" presId="urn:microsoft.com/office/officeart/2008/layout/LinedList"/>
    <dgm:cxn modelId="{DDDCA909-8DAA-F740-8C6D-F2BB14634D6B}" type="presParOf" srcId="{B3E4F5C7-BCA9-DA43-A7CC-DDE9A8995591}" destId="{76175670-9261-F642-AABC-F0D0C293B695}" srcOrd="5" destOrd="0" presId="urn:microsoft.com/office/officeart/2008/layout/LinedList"/>
    <dgm:cxn modelId="{EA1041CD-CC35-F041-B8FC-BAA9A36BD7E0}" type="presParOf" srcId="{76175670-9261-F642-AABC-F0D0C293B695}" destId="{EE59E1E7-9CB4-6048-A2C5-577CCE87CEAC}" srcOrd="0" destOrd="0" presId="urn:microsoft.com/office/officeart/2008/layout/LinedList"/>
    <dgm:cxn modelId="{E4E5F3C1-ADFF-4444-B985-E7C9B66C616C}" type="presParOf" srcId="{76175670-9261-F642-AABC-F0D0C293B695}" destId="{A55797AC-C267-C042-9258-EEB26CBBDB07}" srcOrd="1" destOrd="0" presId="urn:microsoft.com/office/officeart/2008/layout/LinedList"/>
    <dgm:cxn modelId="{1BFFBA95-A46E-FA48-AD55-0389BEED266D}" type="presParOf" srcId="{B3E4F5C7-BCA9-DA43-A7CC-DDE9A8995591}" destId="{7F4FC8C2-9334-5B40-B279-7801076FDEA9}" srcOrd="6" destOrd="0" presId="urn:microsoft.com/office/officeart/2008/layout/LinedList"/>
    <dgm:cxn modelId="{FC26A061-BE6E-B141-8AC7-0DCD9C8105FC}" type="presParOf" srcId="{B3E4F5C7-BCA9-DA43-A7CC-DDE9A8995591}" destId="{C11B2D9E-6E32-8B42-AD0C-146BF4FC74CB}" srcOrd="7" destOrd="0" presId="urn:microsoft.com/office/officeart/2008/layout/LinedList"/>
    <dgm:cxn modelId="{5D48FDAD-A2E5-F947-A64B-E77F99FB6A7D}" type="presParOf" srcId="{C11B2D9E-6E32-8B42-AD0C-146BF4FC74CB}" destId="{BF73FC00-7CE2-F146-9B5E-EA95D4E3F664}" srcOrd="0" destOrd="0" presId="urn:microsoft.com/office/officeart/2008/layout/LinedList"/>
    <dgm:cxn modelId="{4794DC17-09A8-2D43-B434-5D40F68ABCA6}" type="presParOf" srcId="{C11B2D9E-6E32-8B42-AD0C-146BF4FC74CB}" destId="{ABF373FD-98F1-F649-9C0D-27333F9592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3174A1-9E80-4D6D-BDA0-B988917D4C8A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D25156-ACFD-47FE-95FB-1032C38434B5}">
      <dgm:prSet/>
      <dgm:spPr/>
      <dgm:t>
        <a:bodyPr/>
        <a:lstStyle/>
        <a:p>
          <a:r>
            <a:rPr lang="en-US"/>
            <a:t>Clasificación de texto (spam vs no spam)</a:t>
          </a:r>
        </a:p>
      </dgm:t>
    </dgm:pt>
    <dgm:pt modelId="{85B65FFF-0BB8-4FE1-B84C-ED015BAA239F}" type="parTrans" cxnId="{4031A3C2-ED02-4143-B53D-02A2EAC8E576}">
      <dgm:prSet/>
      <dgm:spPr/>
      <dgm:t>
        <a:bodyPr/>
        <a:lstStyle/>
        <a:p>
          <a:endParaRPr lang="en-US"/>
        </a:p>
      </dgm:t>
    </dgm:pt>
    <dgm:pt modelId="{DFD782A6-E253-417C-BA3E-002F35E16D75}" type="sibTrans" cxnId="{4031A3C2-ED02-4143-B53D-02A2EAC8E576}">
      <dgm:prSet/>
      <dgm:spPr/>
      <dgm:t>
        <a:bodyPr/>
        <a:lstStyle/>
        <a:p>
          <a:endParaRPr lang="en-US"/>
        </a:p>
      </dgm:t>
    </dgm:pt>
    <dgm:pt modelId="{861D537F-AB9A-4F56-A31E-1266C1B007AD}">
      <dgm:prSet/>
      <dgm:spPr/>
      <dgm:t>
        <a:bodyPr/>
        <a:lstStyle/>
        <a:p>
          <a:r>
            <a:rPr lang="en-US"/>
            <a:t>Análisis de sentimientos</a:t>
          </a:r>
        </a:p>
      </dgm:t>
    </dgm:pt>
    <dgm:pt modelId="{D7845B40-D42A-4198-8F47-0401767BB0CD}" type="parTrans" cxnId="{42C04611-AF3D-41B8-AF82-F29DE4444B65}">
      <dgm:prSet/>
      <dgm:spPr/>
      <dgm:t>
        <a:bodyPr/>
        <a:lstStyle/>
        <a:p>
          <a:endParaRPr lang="en-US"/>
        </a:p>
      </dgm:t>
    </dgm:pt>
    <dgm:pt modelId="{DF0EEE1B-B0DE-4905-8F8F-7B318E4B5DE2}" type="sibTrans" cxnId="{42C04611-AF3D-41B8-AF82-F29DE4444B65}">
      <dgm:prSet/>
      <dgm:spPr/>
      <dgm:t>
        <a:bodyPr/>
        <a:lstStyle/>
        <a:p>
          <a:endParaRPr lang="en-US"/>
        </a:p>
      </dgm:t>
    </dgm:pt>
    <dgm:pt modelId="{1B9BF03E-DBE6-4CD6-8DCC-2780A874C5E4}">
      <dgm:prSet/>
      <dgm:spPr/>
      <dgm:t>
        <a:bodyPr/>
        <a:lstStyle/>
        <a:p>
          <a:r>
            <a:rPr lang="en-US"/>
            <a:t>Reconocimiento de entidades (NER)</a:t>
          </a:r>
        </a:p>
      </dgm:t>
    </dgm:pt>
    <dgm:pt modelId="{29EE94DE-24C3-4632-BB1B-BA7816A989CB}" type="parTrans" cxnId="{DF95CB8B-C3ED-4C8E-A789-236B1C40E96C}">
      <dgm:prSet/>
      <dgm:spPr/>
      <dgm:t>
        <a:bodyPr/>
        <a:lstStyle/>
        <a:p>
          <a:endParaRPr lang="en-US"/>
        </a:p>
      </dgm:t>
    </dgm:pt>
    <dgm:pt modelId="{54EFDAD5-B61F-4833-AB8B-635ED51AA883}" type="sibTrans" cxnId="{DF95CB8B-C3ED-4C8E-A789-236B1C40E96C}">
      <dgm:prSet/>
      <dgm:spPr/>
      <dgm:t>
        <a:bodyPr/>
        <a:lstStyle/>
        <a:p>
          <a:endParaRPr lang="en-US"/>
        </a:p>
      </dgm:t>
    </dgm:pt>
    <dgm:pt modelId="{7B77598D-5F67-432C-988D-8C2ABD99F346}">
      <dgm:prSet/>
      <dgm:spPr/>
      <dgm:t>
        <a:bodyPr/>
        <a:lstStyle/>
        <a:p>
          <a:r>
            <a:rPr lang="en-US"/>
            <a:t>Traducción automática</a:t>
          </a:r>
        </a:p>
      </dgm:t>
    </dgm:pt>
    <dgm:pt modelId="{7328C25D-167C-4BC8-9F93-9905977E923D}" type="parTrans" cxnId="{97E483AC-A88E-4136-BF6F-F033094E9462}">
      <dgm:prSet/>
      <dgm:spPr/>
      <dgm:t>
        <a:bodyPr/>
        <a:lstStyle/>
        <a:p>
          <a:endParaRPr lang="en-US"/>
        </a:p>
      </dgm:t>
    </dgm:pt>
    <dgm:pt modelId="{3CC35839-4C81-48B5-86AD-1D69DCC69B9E}" type="sibTrans" cxnId="{97E483AC-A88E-4136-BF6F-F033094E9462}">
      <dgm:prSet/>
      <dgm:spPr/>
      <dgm:t>
        <a:bodyPr/>
        <a:lstStyle/>
        <a:p>
          <a:endParaRPr lang="en-US"/>
        </a:p>
      </dgm:t>
    </dgm:pt>
    <dgm:pt modelId="{A5B20D2F-49A7-4FCF-96CA-D02DDE37894E}">
      <dgm:prSet/>
      <dgm:spPr/>
      <dgm:t>
        <a:bodyPr/>
        <a:lstStyle/>
        <a:p>
          <a:r>
            <a:rPr lang="en-US"/>
            <a:t>Resumen de texto</a:t>
          </a:r>
        </a:p>
      </dgm:t>
    </dgm:pt>
    <dgm:pt modelId="{DAE6691A-7121-43DE-B958-176C88EA1F7B}" type="parTrans" cxnId="{F7A7051C-DD2A-4954-B254-DBCA403D6205}">
      <dgm:prSet/>
      <dgm:spPr/>
      <dgm:t>
        <a:bodyPr/>
        <a:lstStyle/>
        <a:p>
          <a:endParaRPr lang="en-US"/>
        </a:p>
      </dgm:t>
    </dgm:pt>
    <dgm:pt modelId="{ED9DD650-DCAB-4678-B39F-2567D6BDD0AC}" type="sibTrans" cxnId="{F7A7051C-DD2A-4954-B254-DBCA403D6205}">
      <dgm:prSet/>
      <dgm:spPr/>
      <dgm:t>
        <a:bodyPr/>
        <a:lstStyle/>
        <a:p>
          <a:endParaRPr lang="en-US"/>
        </a:p>
      </dgm:t>
    </dgm:pt>
    <dgm:pt modelId="{B6A546D1-9F27-4C1C-AF77-29C9DD1F8598}">
      <dgm:prSet/>
      <dgm:spPr/>
      <dgm:t>
        <a:bodyPr/>
        <a:lstStyle/>
        <a:p>
          <a:r>
            <a:rPr lang="en-US"/>
            <a:t>Generación de texto</a:t>
          </a:r>
        </a:p>
      </dgm:t>
    </dgm:pt>
    <dgm:pt modelId="{9CE189E0-78DA-42EC-A4D5-8F79DFD752A8}" type="parTrans" cxnId="{BA0A6917-69D6-49EE-948D-F56EBF4E23C3}">
      <dgm:prSet/>
      <dgm:spPr/>
      <dgm:t>
        <a:bodyPr/>
        <a:lstStyle/>
        <a:p>
          <a:endParaRPr lang="en-US"/>
        </a:p>
      </dgm:t>
    </dgm:pt>
    <dgm:pt modelId="{05ABB977-6182-489C-86D8-3343268F9A85}" type="sibTrans" cxnId="{BA0A6917-69D6-49EE-948D-F56EBF4E23C3}">
      <dgm:prSet/>
      <dgm:spPr/>
      <dgm:t>
        <a:bodyPr/>
        <a:lstStyle/>
        <a:p>
          <a:endParaRPr lang="en-US"/>
        </a:p>
      </dgm:t>
    </dgm:pt>
    <dgm:pt modelId="{A6D0937F-A67F-9941-B2A8-823DCCE0CD15}" type="pres">
      <dgm:prSet presAssocID="{BF3174A1-9E80-4D6D-BDA0-B988917D4C8A}" presName="vert0" presStyleCnt="0">
        <dgm:presLayoutVars>
          <dgm:dir/>
          <dgm:animOne val="branch"/>
          <dgm:animLvl val="lvl"/>
        </dgm:presLayoutVars>
      </dgm:prSet>
      <dgm:spPr/>
    </dgm:pt>
    <dgm:pt modelId="{CA827B28-EA04-644F-AF0B-AF926A7A5F95}" type="pres">
      <dgm:prSet presAssocID="{7AD25156-ACFD-47FE-95FB-1032C38434B5}" presName="thickLine" presStyleLbl="alignNode1" presStyleIdx="0" presStyleCnt="6"/>
      <dgm:spPr/>
    </dgm:pt>
    <dgm:pt modelId="{B6D436EA-5B34-104F-A49C-D2657D91DB92}" type="pres">
      <dgm:prSet presAssocID="{7AD25156-ACFD-47FE-95FB-1032C38434B5}" presName="horz1" presStyleCnt="0"/>
      <dgm:spPr/>
    </dgm:pt>
    <dgm:pt modelId="{48ED747E-2C21-174A-A2D8-315D1349F628}" type="pres">
      <dgm:prSet presAssocID="{7AD25156-ACFD-47FE-95FB-1032C38434B5}" presName="tx1" presStyleLbl="revTx" presStyleIdx="0" presStyleCnt="6"/>
      <dgm:spPr/>
    </dgm:pt>
    <dgm:pt modelId="{37A3CB11-22F3-1E4D-BFCF-0B9F27E25C1E}" type="pres">
      <dgm:prSet presAssocID="{7AD25156-ACFD-47FE-95FB-1032C38434B5}" presName="vert1" presStyleCnt="0"/>
      <dgm:spPr/>
    </dgm:pt>
    <dgm:pt modelId="{50A0E2C0-32B3-9946-AFA1-F85CF0D1F1F2}" type="pres">
      <dgm:prSet presAssocID="{861D537F-AB9A-4F56-A31E-1266C1B007AD}" presName="thickLine" presStyleLbl="alignNode1" presStyleIdx="1" presStyleCnt="6"/>
      <dgm:spPr/>
    </dgm:pt>
    <dgm:pt modelId="{153AA7EF-AD5A-5C42-8E4B-9BA87A9DA7BB}" type="pres">
      <dgm:prSet presAssocID="{861D537F-AB9A-4F56-A31E-1266C1B007AD}" presName="horz1" presStyleCnt="0"/>
      <dgm:spPr/>
    </dgm:pt>
    <dgm:pt modelId="{8E23CEBD-1F9C-4B43-9153-37CBF9CF9A80}" type="pres">
      <dgm:prSet presAssocID="{861D537F-AB9A-4F56-A31E-1266C1B007AD}" presName="tx1" presStyleLbl="revTx" presStyleIdx="1" presStyleCnt="6"/>
      <dgm:spPr/>
    </dgm:pt>
    <dgm:pt modelId="{4A6B8DC9-0C42-1F44-9E07-C9089E022CF9}" type="pres">
      <dgm:prSet presAssocID="{861D537F-AB9A-4F56-A31E-1266C1B007AD}" presName="vert1" presStyleCnt="0"/>
      <dgm:spPr/>
    </dgm:pt>
    <dgm:pt modelId="{7065E1A9-5560-8543-AE2D-E1C0C3F7CB75}" type="pres">
      <dgm:prSet presAssocID="{1B9BF03E-DBE6-4CD6-8DCC-2780A874C5E4}" presName="thickLine" presStyleLbl="alignNode1" presStyleIdx="2" presStyleCnt="6"/>
      <dgm:spPr/>
    </dgm:pt>
    <dgm:pt modelId="{F6261DBD-7A53-6847-BBEB-6A011109E7D9}" type="pres">
      <dgm:prSet presAssocID="{1B9BF03E-DBE6-4CD6-8DCC-2780A874C5E4}" presName="horz1" presStyleCnt="0"/>
      <dgm:spPr/>
    </dgm:pt>
    <dgm:pt modelId="{57F81D2E-A15F-6242-9180-1F774F7FAF9F}" type="pres">
      <dgm:prSet presAssocID="{1B9BF03E-DBE6-4CD6-8DCC-2780A874C5E4}" presName="tx1" presStyleLbl="revTx" presStyleIdx="2" presStyleCnt="6"/>
      <dgm:spPr/>
    </dgm:pt>
    <dgm:pt modelId="{8A140AE9-F970-8D4B-90F4-D16B73252B88}" type="pres">
      <dgm:prSet presAssocID="{1B9BF03E-DBE6-4CD6-8DCC-2780A874C5E4}" presName="vert1" presStyleCnt="0"/>
      <dgm:spPr/>
    </dgm:pt>
    <dgm:pt modelId="{50BF0553-F562-C54F-B5D8-AF3C797F0412}" type="pres">
      <dgm:prSet presAssocID="{7B77598D-5F67-432C-988D-8C2ABD99F346}" presName="thickLine" presStyleLbl="alignNode1" presStyleIdx="3" presStyleCnt="6"/>
      <dgm:spPr/>
    </dgm:pt>
    <dgm:pt modelId="{3426A1AD-7757-AA41-B387-6AC59083BAB6}" type="pres">
      <dgm:prSet presAssocID="{7B77598D-5F67-432C-988D-8C2ABD99F346}" presName="horz1" presStyleCnt="0"/>
      <dgm:spPr/>
    </dgm:pt>
    <dgm:pt modelId="{F46FFD90-5E69-E64A-A029-823E7B66A08A}" type="pres">
      <dgm:prSet presAssocID="{7B77598D-5F67-432C-988D-8C2ABD99F346}" presName="tx1" presStyleLbl="revTx" presStyleIdx="3" presStyleCnt="6"/>
      <dgm:spPr/>
    </dgm:pt>
    <dgm:pt modelId="{2DF71C13-4FD1-6E48-AD92-9072E7F64152}" type="pres">
      <dgm:prSet presAssocID="{7B77598D-5F67-432C-988D-8C2ABD99F346}" presName="vert1" presStyleCnt="0"/>
      <dgm:spPr/>
    </dgm:pt>
    <dgm:pt modelId="{E3FC91A2-88D7-F447-AFB4-40D1EF11A94E}" type="pres">
      <dgm:prSet presAssocID="{A5B20D2F-49A7-4FCF-96CA-D02DDE37894E}" presName="thickLine" presStyleLbl="alignNode1" presStyleIdx="4" presStyleCnt="6"/>
      <dgm:spPr/>
    </dgm:pt>
    <dgm:pt modelId="{1F861FCC-3DA7-FD43-BBAE-39961240643D}" type="pres">
      <dgm:prSet presAssocID="{A5B20D2F-49A7-4FCF-96CA-D02DDE37894E}" presName="horz1" presStyleCnt="0"/>
      <dgm:spPr/>
    </dgm:pt>
    <dgm:pt modelId="{015A9966-892B-0943-BDCA-048F9D522ECE}" type="pres">
      <dgm:prSet presAssocID="{A5B20D2F-49A7-4FCF-96CA-D02DDE37894E}" presName="tx1" presStyleLbl="revTx" presStyleIdx="4" presStyleCnt="6"/>
      <dgm:spPr/>
    </dgm:pt>
    <dgm:pt modelId="{D3865B27-5CF1-5245-9195-E3FFBC6F82AC}" type="pres">
      <dgm:prSet presAssocID="{A5B20D2F-49A7-4FCF-96CA-D02DDE37894E}" presName="vert1" presStyleCnt="0"/>
      <dgm:spPr/>
    </dgm:pt>
    <dgm:pt modelId="{640B1D97-550F-EB44-B25C-8978975082F4}" type="pres">
      <dgm:prSet presAssocID="{B6A546D1-9F27-4C1C-AF77-29C9DD1F8598}" presName="thickLine" presStyleLbl="alignNode1" presStyleIdx="5" presStyleCnt="6"/>
      <dgm:spPr/>
    </dgm:pt>
    <dgm:pt modelId="{DCDE9530-32D1-3A4F-9D3D-9E97FF9C0F5F}" type="pres">
      <dgm:prSet presAssocID="{B6A546D1-9F27-4C1C-AF77-29C9DD1F8598}" presName="horz1" presStyleCnt="0"/>
      <dgm:spPr/>
    </dgm:pt>
    <dgm:pt modelId="{C671F87B-3107-314F-B1F8-9857974AA1D0}" type="pres">
      <dgm:prSet presAssocID="{B6A546D1-9F27-4C1C-AF77-29C9DD1F8598}" presName="tx1" presStyleLbl="revTx" presStyleIdx="5" presStyleCnt="6"/>
      <dgm:spPr/>
    </dgm:pt>
    <dgm:pt modelId="{61D468AA-9571-9D44-A5DE-026054F88F5D}" type="pres">
      <dgm:prSet presAssocID="{B6A546D1-9F27-4C1C-AF77-29C9DD1F8598}" presName="vert1" presStyleCnt="0"/>
      <dgm:spPr/>
    </dgm:pt>
  </dgm:ptLst>
  <dgm:cxnLst>
    <dgm:cxn modelId="{42C04611-AF3D-41B8-AF82-F29DE4444B65}" srcId="{BF3174A1-9E80-4D6D-BDA0-B988917D4C8A}" destId="{861D537F-AB9A-4F56-A31E-1266C1B007AD}" srcOrd="1" destOrd="0" parTransId="{D7845B40-D42A-4198-8F47-0401767BB0CD}" sibTransId="{DF0EEE1B-B0DE-4905-8F8F-7B318E4B5DE2}"/>
    <dgm:cxn modelId="{BA0A6917-69D6-49EE-948D-F56EBF4E23C3}" srcId="{BF3174A1-9E80-4D6D-BDA0-B988917D4C8A}" destId="{B6A546D1-9F27-4C1C-AF77-29C9DD1F8598}" srcOrd="5" destOrd="0" parTransId="{9CE189E0-78DA-42EC-A4D5-8F79DFD752A8}" sibTransId="{05ABB977-6182-489C-86D8-3343268F9A85}"/>
    <dgm:cxn modelId="{F7A7051C-DD2A-4954-B254-DBCA403D6205}" srcId="{BF3174A1-9E80-4D6D-BDA0-B988917D4C8A}" destId="{A5B20D2F-49A7-4FCF-96CA-D02DDE37894E}" srcOrd="4" destOrd="0" parTransId="{DAE6691A-7121-43DE-B958-176C88EA1F7B}" sibTransId="{ED9DD650-DCAB-4678-B39F-2567D6BDD0AC}"/>
    <dgm:cxn modelId="{639F1F3D-75FD-6746-BA6A-566A25D755C5}" type="presOf" srcId="{7B77598D-5F67-432C-988D-8C2ABD99F346}" destId="{F46FFD90-5E69-E64A-A029-823E7B66A08A}" srcOrd="0" destOrd="0" presId="urn:microsoft.com/office/officeart/2008/layout/LinedList"/>
    <dgm:cxn modelId="{4ACF593F-0EB1-A84C-9BD8-2CE66F7548B7}" type="presOf" srcId="{B6A546D1-9F27-4C1C-AF77-29C9DD1F8598}" destId="{C671F87B-3107-314F-B1F8-9857974AA1D0}" srcOrd="0" destOrd="0" presId="urn:microsoft.com/office/officeart/2008/layout/LinedList"/>
    <dgm:cxn modelId="{47C8127A-5367-1B4B-AA6A-4E6D9DFAE8D1}" type="presOf" srcId="{861D537F-AB9A-4F56-A31E-1266C1B007AD}" destId="{8E23CEBD-1F9C-4B43-9153-37CBF9CF9A80}" srcOrd="0" destOrd="0" presId="urn:microsoft.com/office/officeart/2008/layout/LinedList"/>
    <dgm:cxn modelId="{DF95CB8B-C3ED-4C8E-A789-236B1C40E96C}" srcId="{BF3174A1-9E80-4D6D-BDA0-B988917D4C8A}" destId="{1B9BF03E-DBE6-4CD6-8DCC-2780A874C5E4}" srcOrd="2" destOrd="0" parTransId="{29EE94DE-24C3-4632-BB1B-BA7816A989CB}" sibTransId="{54EFDAD5-B61F-4833-AB8B-635ED51AA883}"/>
    <dgm:cxn modelId="{F13FC392-06F7-4443-8575-52149F4D3BB8}" type="presOf" srcId="{1B9BF03E-DBE6-4CD6-8DCC-2780A874C5E4}" destId="{57F81D2E-A15F-6242-9180-1F774F7FAF9F}" srcOrd="0" destOrd="0" presId="urn:microsoft.com/office/officeart/2008/layout/LinedList"/>
    <dgm:cxn modelId="{97E483AC-A88E-4136-BF6F-F033094E9462}" srcId="{BF3174A1-9E80-4D6D-BDA0-B988917D4C8A}" destId="{7B77598D-5F67-432C-988D-8C2ABD99F346}" srcOrd="3" destOrd="0" parTransId="{7328C25D-167C-4BC8-9F93-9905977E923D}" sibTransId="{3CC35839-4C81-48B5-86AD-1D69DCC69B9E}"/>
    <dgm:cxn modelId="{4031A3C2-ED02-4143-B53D-02A2EAC8E576}" srcId="{BF3174A1-9E80-4D6D-BDA0-B988917D4C8A}" destId="{7AD25156-ACFD-47FE-95FB-1032C38434B5}" srcOrd="0" destOrd="0" parTransId="{85B65FFF-0BB8-4FE1-B84C-ED015BAA239F}" sibTransId="{DFD782A6-E253-417C-BA3E-002F35E16D75}"/>
    <dgm:cxn modelId="{288C93C3-DC13-F049-B62D-44100CF3FC42}" type="presOf" srcId="{A5B20D2F-49A7-4FCF-96CA-D02DDE37894E}" destId="{015A9966-892B-0943-BDCA-048F9D522ECE}" srcOrd="0" destOrd="0" presId="urn:microsoft.com/office/officeart/2008/layout/LinedList"/>
    <dgm:cxn modelId="{3F846DE0-4874-904C-9112-A757A7314633}" type="presOf" srcId="{BF3174A1-9E80-4D6D-BDA0-B988917D4C8A}" destId="{A6D0937F-A67F-9941-B2A8-823DCCE0CD15}" srcOrd="0" destOrd="0" presId="urn:microsoft.com/office/officeart/2008/layout/LinedList"/>
    <dgm:cxn modelId="{FCD4CCEE-3DA3-6B49-B474-B722BD565288}" type="presOf" srcId="{7AD25156-ACFD-47FE-95FB-1032C38434B5}" destId="{48ED747E-2C21-174A-A2D8-315D1349F628}" srcOrd="0" destOrd="0" presId="urn:microsoft.com/office/officeart/2008/layout/LinedList"/>
    <dgm:cxn modelId="{31E43779-BEF2-7049-B939-A3226F1E7794}" type="presParOf" srcId="{A6D0937F-A67F-9941-B2A8-823DCCE0CD15}" destId="{CA827B28-EA04-644F-AF0B-AF926A7A5F95}" srcOrd="0" destOrd="0" presId="urn:microsoft.com/office/officeart/2008/layout/LinedList"/>
    <dgm:cxn modelId="{A5A89D8E-05AD-974E-A01F-2C46E1D3CEC3}" type="presParOf" srcId="{A6D0937F-A67F-9941-B2A8-823DCCE0CD15}" destId="{B6D436EA-5B34-104F-A49C-D2657D91DB92}" srcOrd="1" destOrd="0" presId="urn:microsoft.com/office/officeart/2008/layout/LinedList"/>
    <dgm:cxn modelId="{86872AE1-C4FF-BC45-B845-F3BDC83CA3B6}" type="presParOf" srcId="{B6D436EA-5B34-104F-A49C-D2657D91DB92}" destId="{48ED747E-2C21-174A-A2D8-315D1349F628}" srcOrd="0" destOrd="0" presId="urn:microsoft.com/office/officeart/2008/layout/LinedList"/>
    <dgm:cxn modelId="{26D85954-BEC4-4C4A-A612-CBB1A290BF2B}" type="presParOf" srcId="{B6D436EA-5B34-104F-A49C-D2657D91DB92}" destId="{37A3CB11-22F3-1E4D-BFCF-0B9F27E25C1E}" srcOrd="1" destOrd="0" presId="urn:microsoft.com/office/officeart/2008/layout/LinedList"/>
    <dgm:cxn modelId="{A871F253-401B-634A-9B2D-AF1E432F6510}" type="presParOf" srcId="{A6D0937F-A67F-9941-B2A8-823DCCE0CD15}" destId="{50A0E2C0-32B3-9946-AFA1-F85CF0D1F1F2}" srcOrd="2" destOrd="0" presId="urn:microsoft.com/office/officeart/2008/layout/LinedList"/>
    <dgm:cxn modelId="{763A6AE1-7715-234F-8594-CF4865EF6CFC}" type="presParOf" srcId="{A6D0937F-A67F-9941-B2A8-823DCCE0CD15}" destId="{153AA7EF-AD5A-5C42-8E4B-9BA87A9DA7BB}" srcOrd="3" destOrd="0" presId="urn:microsoft.com/office/officeart/2008/layout/LinedList"/>
    <dgm:cxn modelId="{F3E1C016-EAB3-9F49-B099-4751349E531F}" type="presParOf" srcId="{153AA7EF-AD5A-5C42-8E4B-9BA87A9DA7BB}" destId="{8E23CEBD-1F9C-4B43-9153-37CBF9CF9A80}" srcOrd="0" destOrd="0" presId="urn:microsoft.com/office/officeart/2008/layout/LinedList"/>
    <dgm:cxn modelId="{83127CBC-B39A-AD47-9BF5-EBB5FEA8F87A}" type="presParOf" srcId="{153AA7EF-AD5A-5C42-8E4B-9BA87A9DA7BB}" destId="{4A6B8DC9-0C42-1F44-9E07-C9089E022CF9}" srcOrd="1" destOrd="0" presId="urn:microsoft.com/office/officeart/2008/layout/LinedList"/>
    <dgm:cxn modelId="{96AD9AE6-8107-A448-B32C-6419FFBD701C}" type="presParOf" srcId="{A6D0937F-A67F-9941-B2A8-823DCCE0CD15}" destId="{7065E1A9-5560-8543-AE2D-E1C0C3F7CB75}" srcOrd="4" destOrd="0" presId="urn:microsoft.com/office/officeart/2008/layout/LinedList"/>
    <dgm:cxn modelId="{607A1934-7358-A842-B048-218A624BDCF7}" type="presParOf" srcId="{A6D0937F-A67F-9941-B2A8-823DCCE0CD15}" destId="{F6261DBD-7A53-6847-BBEB-6A011109E7D9}" srcOrd="5" destOrd="0" presId="urn:microsoft.com/office/officeart/2008/layout/LinedList"/>
    <dgm:cxn modelId="{2FCE1567-5D36-E94F-9032-4350B086E966}" type="presParOf" srcId="{F6261DBD-7A53-6847-BBEB-6A011109E7D9}" destId="{57F81D2E-A15F-6242-9180-1F774F7FAF9F}" srcOrd="0" destOrd="0" presId="urn:microsoft.com/office/officeart/2008/layout/LinedList"/>
    <dgm:cxn modelId="{BC1F259A-22F3-9341-B3AB-555E29D0DD0F}" type="presParOf" srcId="{F6261DBD-7A53-6847-BBEB-6A011109E7D9}" destId="{8A140AE9-F970-8D4B-90F4-D16B73252B88}" srcOrd="1" destOrd="0" presId="urn:microsoft.com/office/officeart/2008/layout/LinedList"/>
    <dgm:cxn modelId="{E5C1B566-6DE8-4F47-86FB-D0EDE0D1BB81}" type="presParOf" srcId="{A6D0937F-A67F-9941-B2A8-823DCCE0CD15}" destId="{50BF0553-F562-C54F-B5D8-AF3C797F0412}" srcOrd="6" destOrd="0" presId="urn:microsoft.com/office/officeart/2008/layout/LinedList"/>
    <dgm:cxn modelId="{D95CCF8A-8475-B142-882D-533B21BCE865}" type="presParOf" srcId="{A6D0937F-A67F-9941-B2A8-823DCCE0CD15}" destId="{3426A1AD-7757-AA41-B387-6AC59083BAB6}" srcOrd="7" destOrd="0" presId="urn:microsoft.com/office/officeart/2008/layout/LinedList"/>
    <dgm:cxn modelId="{DEB1BCA4-E469-3249-9D74-AEC7462A3F61}" type="presParOf" srcId="{3426A1AD-7757-AA41-B387-6AC59083BAB6}" destId="{F46FFD90-5E69-E64A-A029-823E7B66A08A}" srcOrd="0" destOrd="0" presId="urn:microsoft.com/office/officeart/2008/layout/LinedList"/>
    <dgm:cxn modelId="{E3AD6134-7351-3149-BE51-87496F6F04AE}" type="presParOf" srcId="{3426A1AD-7757-AA41-B387-6AC59083BAB6}" destId="{2DF71C13-4FD1-6E48-AD92-9072E7F64152}" srcOrd="1" destOrd="0" presId="urn:microsoft.com/office/officeart/2008/layout/LinedList"/>
    <dgm:cxn modelId="{7F9331F4-5E45-484E-908E-6492C231CBE4}" type="presParOf" srcId="{A6D0937F-A67F-9941-B2A8-823DCCE0CD15}" destId="{E3FC91A2-88D7-F447-AFB4-40D1EF11A94E}" srcOrd="8" destOrd="0" presId="urn:microsoft.com/office/officeart/2008/layout/LinedList"/>
    <dgm:cxn modelId="{183B257E-DDC5-0E44-8964-A53E83E6B80D}" type="presParOf" srcId="{A6D0937F-A67F-9941-B2A8-823DCCE0CD15}" destId="{1F861FCC-3DA7-FD43-BBAE-39961240643D}" srcOrd="9" destOrd="0" presId="urn:microsoft.com/office/officeart/2008/layout/LinedList"/>
    <dgm:cxn modelId="{76FC6DB2-8ECB-D846-81FB-7BAF872DC3AE}" type="presParOf" srcId="{1F861FCC-3DA7-FD43-BBAE-39961240643D}" destId="{015A9966-892B-0943-BDCA-048F9D522ECE}" srcOrd="0" destOrd="0" presId="urn:microsoft.com/office/officeart/2008/layout/LinedList"/>
    <dgm:cxn modelId="{2257D06D-70AF-0B44-9452-BBA42A1FE49C}" type="presParOf" srcId="{1F861FCC-3DA7-FD43-BBAE-39961240643D}" destId="{D3865B27-5CF1-5245-9195-E3FFBC6F82AC}" srcOrd="1" destOrd="0" presId="urn:microsoft.com/office/officeart/2008/layout/LinedList"/>
    <dgm:cxn modelId="{06BCD249-432C-2A4E-8A7E-1F25A62E3F28}" type="presParOf" srcId="{A6D0937F-A67F-9941-B2A8-823DCCE0CD15}" destId="{640B1D97-550F-EB44-B25C-8978975082F4}" srcOrd="10" destOrd="0" presId="urn:microsoft.com/office/officeart/2008/layout/LinedList"/>
    <dgm:cxn modelId="{E7896D71-C0A1-CF43-AC8F-65DEAEF16F3D}" type="presParOf" srcId="{A6D0937F-A67F-9941-B2A8-823DCCE0CD15}" destId="{DCDE9530-32D1-3A4F-9D3D-9E97FF9C0F5F}" srcOrd="11" destOrd="0" presId="urn:microsoft.com/office/officeart/2008/layout/LinedList"/>
    <dgm:cxn modelId="{96CBFF18-D8BF-874C-92FD-43EE2949301D}" type="presParOf" srcId="{DCDE9530-32D1-3A4F-9D3D-9E97FF9C0F5F}" destId="{C671F87B-3107-314F-B1F8-9857974AA1D0}" srcOrd="0" destOrd="0" presId="urn:microsoft.com/office/officeart/2008/layout/LinedList"/>
    <dgm:cxn modelId="{69AE94B5-4F29-CC43-95EA-24B35D18BA2B}" type="presParOf" srcId="{DCDE9530-32D1-3A4F-9D3D-9E97FF9C0F5F}" destId="{61D468AA-9571-9D44-A5DE-026054F88F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E01F66-0EF4-4F06-A30B-4A88E7273E0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4AA6E6F-6C4A-4411-820F-A8C084BBB03C}">
      <dgm:prSet/>
      <dgm:spPr/>
      <dgm:t>
        <a:bodyPr/>
        <a:lstStyle/>
        <a:p>
          <a:pPr>
            <a:defRPr cap="all"/>
          </a:pPr>
          <a:r>
            <a:rPr lang="en-US"/>
            <a:t>Retrieval-Augmented Generation</a:t>
          </a:r>
        </a:p>
      </dgm:t>
    </dgm:pt>
    <dgm:pt modelId="{F2240E21-679A-490B-B5B4-E5C213570D8E}" type="parTrans" cxnId="{5738BAD1-526B-435A-9216-338E460DC5A4}">
      <dgm:prSet/>
      <dgm:spPr/>
      <dgm:t>
        <a:bodyPr/>
        <a:lstStyle/>
        <a:p>
          <a:endParaRPr lang="en-US"/>
        </a:p>
      </dgm:t>
    </dgm:pt>
    <dgm:pt modelId="{395369AF-CAB5-4FD0-94FF-8FB72A87C8D3}" type="sibTrans" cxnId="{5738BAD1-526B-435A-9216-338E460DC5A4}">
      <dgm:prSet/>
      <dgm:spPr/>
      <dgm:t>
        <a:bodyPr/>
        <a:lstStyle/>
        <a:p>
          <a:endParaRPr lang="en-US"/>
        </a:p>
      </dgm:t>
    </dgm:pt>
    <dgm:pt modelId="{9D649822-577E-4837-A489-8F2DFCA3F43A}">
      <dgm:prSet/>
      <dgm:spPr/>
      <dgm:t>
        <a:bodyPr/>
        <a:lstStyle/>
        <a:p>
          <a:pPr>
            <a:defRPr cap="all"/>
          </a:pPr>
          <a:r>
            <a:rPr lang="en-US"/>
            <a:t>Combina recuperación de información y generación de texto</a:t>
          </a:r>
        </a:p>
      </dgm:t>
    </dgm:pt>
    <dgm:pt modelId="{BA1CF287-0C82-4F84-937B-8FDEF966B59F}" type="parTrans" cxnId="{90ACE62A-BA80-4595-8FEF-DAB928F56062}">
      <dgm:prSet/>
      <dgm:spPr/>
      <dgm:t>
        <a:bodyPr/>
        <a:lstStyle/>
        <a:p>
          <a:endParaRPr lang="en-US"/>
        </a:p>
      </dgm:t>
    </dgm:pt>
    <dgm:pt modelId="{8C67C0AB-2044-43E0-9560-149A02D51F98}" type="sibTrans" cxnId="{90ACE62A-BA80-4595-8FEF-DAB928F56062}">
      <dgm:prSet/>
      <dgm:spPr/>
      <dgm:t>
        <a:bodyPr/>
        <a:lstStyle/>
        <a:p>
          <a:endParaRPr lang="en-US"/>
        </a:p>
      </dgm:t>
    </dgm:pt>
    <dgm:pt modelId="{E3E248CA-7CAE-4B63-AEB1-49FE243D5282}">
      <dgm:prSet/>
      <dgm:spPr/>
      <dgm:t>
        <a:bodyPr/>
        <a:lstStyle/>
        <a:p>
          <a:pPr>
            <a:defRPr cap="all"/>
          </a:pPr>
          <a:r>
            <a:rPr lang="en-US"/>
            <a:t>El modelo busca contexto relevante en una base vectorial</a:t>
          </a:r>
        </a:p>
      </dgm:t>
    </dgm:pt>
    <dgm:pt modelId="{8C2DD081-8FB2-455E-A2CA-6067B00CF661}" type="parTrans" cxnId="{E1BDC904-8A45-4D04-A207-B6ED635844CC}">
      <dgm:prSet/>
      <dgm:spPr/>
      <dgm:t>
        <a:bodyPr/>
        <a:lstStyle/>
        <a:p>
          <a:endParaRPr lang="en-US"/>
        </a:p>
      </dgm:t>
    </dgm:pt>
    <dgm:pt modelId="{8355F595-D2E8-4493-AEF9-DE1EA1536027}" type="sibTrans" cxnId="{E1BDC904-8A45-4D04-A207-B6ED635844CC}">
      <dgm:prSet/>
      <dgm:spPr/>
      <dgm:t>
        <a:bodyPr/>
        <a:lstStyle/>
        <a:p>
          <a:endParaRPr lang="en-US"/>
        </a:p>
      </dgm:t>
    </dgm:pt>
    <dgm:pt modelId="{513D6A65-F197-47D3-B1EE-704C53147A6F}">
      <dgm:prSet/>
      <dgm:spPr/>
      <dgm:t>
        <a:bodyPr/>
        <a:lstStyle/>
        <a:p>
          <a:pPr>
            <a:defRPr cap="all"/>
          </a:pPr>
          <a:r>
            <a:rPr lang="en-US"/>
            <a:t>Responde utilizando ese contexto</a:t>
          </a:r>
        </a:p>
      </dgm:t>
    </dgm:pt>
    <dgm:pt modelId="{845D8ECF-FE4F-40E9-94FF-F90139F04BBF}" type="parTrans" cxnId="{D72B2103-88D0-4941-B270-E83BB9FE7507}">
      <dgm:prSet/>
      <dgm:spPr/>
      <dgm:t>
        <a:bodyPr/>
        <a:lstStyle/>
        <a:p>
          <a:endParaRPr lang="en-US"/>
        </a:p>
      </dgm:t>
    </dgm:pt>
    <dgm:pt modelId="{D985BA3A-A5A3-4843-8DB3-2D11EAA5E085}" type="sibTrans" cxnId="{D72B2103-88D0-4941-B270-E83BB9FE7507}">
      <dgm:prSet/>
      <dgm:spPr/>
      <dgm:t>
        <a:bodyPr/>
        <a:lstStyle/>
        <a:p>
          <a:endParaRPr lang="en-US"/>
        </a:p>
      </dgm:t>
    </dgm:pt>
    <dgm:pt modelId="{5563A29B-A3F7-4928-AE25-9CA3B9649CA6}" type="pres">
      <dgm:prSet presAssocID="{65E01F66-0EF4-4F06-A30B-4A88E7273E09}" presName="root" presStyleCnt="0">
        <dgm:presLayoutVars>
          <dgm:dir/>
          <dgm:resizeHandles val="exact"/>
        </dgm:presLayoutVars>
      </dgm:prSet>
      <dgm:spPr/>
    </dgm:pt>
    <dgm:pt modelId="{CE971311-06CD-46C5-BCB4-592E3FD5CFB6}" type="pres">
      <dgm:prSet presAssocID="{F4AA6E6F-6C4A-4411-820F-A8C084BBB03C}" presName="compNode" presStyleCnt="0"/>
      <dgm:spPr/>
    </dgm:pt>
    <dgm:pt modelId="{0FE04D63-F3B3-4D71-AFEB-A35878BE1CD4}" type="pres">
      <dgm:prSet presAssocID="{F4AA6E6F-6C4A-4411-820F-A8C084BBB03C}" presName="iconBgRect" presStyleLbl="bgShp" presStyleIdx="0" presStyleCnt="4"/>
      <dgm:spPr/>
    </dgm:pt>
    <dgm:pt modelId="{0995885D-8F4C-418E-894A-1C86D375E5FB}" type="pres">
      <dgm:prSet presAssocID="{F4AA6E6F-6C4A-4411-820F-A8C084BBB0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A99B329-B739-4D25-9D1B-7B65BDC48487}" type="pres">
      <dgm:prSet presAssocID="{F4AA6E6F-6C4A-4411-820F-A8C084BBB03C}" presName="spaceRect" presStyleCnt="0"/>
      <dgm:spPr/>
    </dgm:pt>
    <dgm:pt modelId="{73DFCE68-2E1E-416F-AF4F-41EE81A81057}" type="pres">
      <dgm:prSet presAssocID="{F4AA6E6F-6C4A-4411-820F-A8C084BBB03C}" presName="textRect" presStyleLbl="revTx" presStyleIdx="0" presStyleCnt="4">
        <dgm:presLayoutVars>
          <dgm:chMax val="1"/>
          <dgm:chPref val="1"/>
        </dgm:presLayoutVars>
      </dgm:prSet>
      <dgm:spPr/>
    </dgm:pt>
    <dgm:pt modelId="{63693BB5-8519-4960-90B2-695337A09F3B}" type="pres">
      <dgm:prSet presAssocID="{395369AF-CAB5-4FD0-94FF-8FB72A87C8D3}" presName="sibTrans" presStyleCnt="0"/>
      <dgm:spPr/>
    </dgm:pt>
    <dgm:pt modelId="{E9D75EE0-53B5-4D92-8027-8491B067CB5C}" type="pres">
      <dgm:prSet presAssocID="{9D649822-577E-4837-A489-8F2DFCA3F43A}" presName="compNode" presStyleCnt="0"/>
      <dgm:spPr/>
    </dgm:pt>
    <dgm:pt modelId="{D537B256-AA09-4C09-8D8C-62ABE20436F4}" type="pres">
      <dgm:prSet presAssocID="{9D649822-577E-4837-A489-8F2DFCA3F43A}" presName="iconBgRect" presStyleLbl="bgShp" presStyleIdx="1" presStyleCnt="4"/>
      <dgm:spPr/>
    </dgm:pt>
    <dgm:pt modelId="{0B25E964-093D-4624-835D-03D3A0B71511}" type="pres">
      <dgm:prSet presAssocID="{9D649822-577E-4837-A489-8F2DFCA3F4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ADE2C10E-98B1-420E-AF37-E2417AAF5FC5}" type="pres">
      <dgm:prSet presAssocID="{9D649822-577E-4837-A489-8F2DFCA3F43A}" presName="spaceRect" presStyleCnt="0"/>
      <dgm:spPr/>
    </dgm:pt>
    <dgm:pt modelId="{AE3FCCBF-E6B8-4434-81DF-66C3ED0B43A8}" type="pres">
      <dgm:prSet presAssocID="{9D649822-577E-4837-A489-8F2DFCA3F43A}" presName="textRect" presStyleLbl="revTx" presStyleIdx="1" presStyleCnt="4">
        <dgm:presLayoutVars>
          <dgm:chMax val="1"/>
          <dgm:chPref val="1"/>
        </dgm:presLayoutVars>
      </dgm:prSet>
      <dgm:spPr/>
    </dgm:pt>
    <dgm:pt modelId="{E538CB95-2DC8-409B-A742-30E77AD743B6}" type="pres">
      <dgm:prSet presAssocID="{8C67C0AB-2044-43E0-9560-149A02D51F98}" presName="sibTrans" presStyleCnt="0"/>
      <dgm:spPr/>
    </dgm:pt>
    <dgm:pt modelId="{3AFE38AB-B897-4618-8696-2207257E1F98}" type="pres">
      <dgm:prSet presAssocID="{E3E248CA-7CAE-4B63-AEB1-49FE243D5282}" presName="compNode" presStyleCnt="0"/>
      <dgm:spPr/>
    </dgm:pt>
    <dgm:pt modelId="{0DC99E58-26CB-4A07-A884-F2E2F23DFC44}" type="pres">
      <dgm:prSet presAssocID="{E3E248CA-7CAE-4B63-AEB1-49FE243D5282}" presName="iconBgRect" presStyleLbl="bgShp" presStyleIdx="2" presStyleCnt="4"/>
      <dgm:spPr/>
    </dgm:pt>
    <dgm:pt modelId="{0A59E934-3F3E-4209-B721-33471F330A85}" type="pres">
      <dgm:prSet presAssocID="{E3E248CA-7CAE-4B63-AEB1-49FE243D528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6B02DF58-FF6F-43DC-9775-BDEC8FC1A58D}" type="pres">
      <dgm:prSet presAssocID="{E3E248CA-7CAE-4B63-AEB1-49FE243D5282}" presName="spaceRect" presStyleCnt="0"/>
      <dgm:spPr/>
    </dgm:pt>
    <dgm:pt modelId="{B5F46338-FF78-4B9C-9381-FD7EA710EEDF}" type="pres">
      <dgm:prSet presAssocID="{E3E248CA-7CAE-4B63-AEB1-49FE243D5282}" presName="textRect" presStyleLbl="revTx" presStyleIdx="2" presStyleCnt="4">
        <dgm:presLayoutVars>
          <dgm:chMax val="1"/>
          <dgm:chPref val="1"/>
        </dgm:presLayoutVars>
      </dgm:prSet>
      <dgm:spPr/>
    </dgm:pt>
    <dgm:pt modelId="{A856679C-16A7-44E8-8FE1-1C835FF383AE}" type="pres">
      <dgm:prSet presAssocID="{8355F595-D2E8-4493-AEF9-DE1EA1536027}" presName="sibTrans" presStyleCnt="0"/>
      <dgm:spPr/>
    </dgm:pt>
    <dgm:pt modelId="{4C0B2583-54A1-47B4-A3EE-BDC8B16EA3E3}" type="pres">
      <dgm:prSet presAssocID="{513D6A65-F197-47D3-B1EE-704C53147A6F}" presName="compNode" presStyleCnt="0"/>
      <dgm:spPr/>
    </dgm:pt>
    <dgm:pt modelId="{AAD21E24-8F03-4770-9056-964E56BC06FC}" type="pres">
      <dgm:prSet presAssocID="{513D6A65-F197-47D3-B1EE-704C53147A6F}" presName="iconBgRect" presStyleLbl="bgShp" presStyleIdx="3" presStyleCnt="4"/>
      <dgm:spPr/>
    </dgm:pt>
    <dgm:pt modelId="{2B693923-B549-448E-96B9-066A529B8F45}" type="pres">
      <dgm:prSet presAssocID="{513D6A65-F197-47D3-B1EE-704C53147A6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386D728F-3915-46AC-BB52-4D1DB31FCB14}" type="pres">
      <dgm:prSet presAssocID="{513D6A65-F197-47D3-B1EE-704C53147A6F}" presName="spaceRect" presStyleCnt="0"/>
      <dgm:spPr/>
    </dgm:pt>
    <dgm:pt modelId="{1DD618D9-FDEE-4CE7-B3E9-7AAEC876BD41}" type="pres">
      <dgm:prSet presAssocID="{513D6A65-F197-47D3-B1EE-704C53147A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72B2103-88D0-4941-B270-E83BB9FE7507}" srcId="{65E01F66-0EF4-4F06-A30B-4A88E7273E09}" destId="{513D6A65-F197-47D3-B1EE-704C53147A6F}" srcOrd="3" destOrd="0" parTransId="{845D8ECF-FE4F-40E9-94FF-F90139F04BBF}" sibTransId="{D985BA3A-A5A3-4843-8DB3-2D11EAA5E085}"/>
    <dgm:cxn modelId="{E1BDC904-8A45-4D04-A207-B6ED635844CC}" srcId="{65E01F66-0EF4-4F06-A30B-4A88E7273E09}" destId="{E3E248CA-7CAE-4B63-AEB1-49FE243D5282}" srcOrd="2" destOrd="0" parTransId="{8C2DD081-8FB2-455E-A2CA-6067B00CF661}" sibTransId="{8355F595-D2E8-4493-AEF9-DE1EA1536027}"/>
    <dgm:cxn modelId="{8F6B4B14-1B84-42DD-8AD2-8D6C7A982F88}" type="presOf" srcId="{F4AA6E6F-6C4A-4411-820F-A8C084BBB03C}" destId="{73DFCE68-2E1E-416F-AF4F-41EE81A81057}" srcOrd="0" destOrd="0" presId="urn:microsoft.com/office/officeart/2018/5/layout/IconCircleLabelList"/>
    <dgm:cxn modelId="{D405532A-5185-4ECC-89B2-9CBFFEAACF29}" type="presOf" srcId="{513D6A65-F197-47D3-B1EE-704C53147A6F}" destId="{1DD618D9-FDEE-4CE7-B3E9-7AAEC876BD41}" srcOrd="0" destOrd="0" presId="urn:microsoft.com/office/officeart/2018/5/layout/IconCircleLabelList"/>
    <dgm:cxn modelId="{90ACE62A-BA80-4595-8FEF-DAB928F56062}" srcId="{65E01F66-0EF4-4F06-A30B-4A88E7273E09}" destId="{9D649822-577E-4837-A489-8F2DFCA3F43A}" srcOrd="1" destOrd="0" parTransId="{BA1CF287-0C82-4F84-937B-8FDEF966B59F}" sibTransId="{8C67C0AB-2044-43E0-9560-149A02D51F98}"/>
    <dgm:cxn modelId="{4F4A787A-D57C-4D2A-9041-A3F9188A2C03}" type="presOf" srcId="{E3E248CA-7CAE-4B63-AEB1-49FE243D5282}" destId="{B5F46338-FF78-4B9C-9381-FD7EA710EEDF}" srcOrd="0" destOrd="0" presId="urn:microsoft.com/office/officeart/2018/5/layout/IconCircleLabelList"/>
    <dgm:cxn modelId="{0E3C06A9-3E2B-472B-8CF8-D92B1633DBF5}" type="presOf" srcId="{65E01F66-0EF4-4F06-A30B-4A88E7273E09}" destId="{5563A29B-A3F7-4928-AE25-9CA3B9649CA6}" srcOrd="0" destOrd="0" presId="urn:microsoft.com/office/officeart/2018/5/layout/IconCircleLabelList"/>
    <dgm:cxn modelId="{BB0235B2-774E-443F-A386-2F091F25F418}" type="presOf" srcId="{9D649822-577E-4837-A489-8F2DFCA3F43A}" destId="{AE3FCCBF-E6B8-4434-81DF-66C3ED0B43A8}" srcOrd="0" destOrd="0" presId="urn:microsoft.com/office/officeart/2018/5/layout/IconCircleLabelList"/>
    <dgm:cxn modelId="{5738BAD1-526B-435A-9216-338E460DC5A4}" srcId="{65E01F66-0EF4-4F06-A30B-4A88E7273E09}" destId="{F4AA6E6F-6C4A-4411-820F-A8C084BBB03C}" srcOrd="0" destOrd="0" parTransId="{F2240E21-679A-490B-B5B4-E5C213570D8E}" sibTransId="{395369AF-CAB5-4FD0-94FF-8FB72A87C8D3}"/>
    <dgm:cxn modelId="{865327F3-7CDF-499C-BF50-545018AA36D7}" type="presParOf" srcId="{5563A29B-A3F7-4928-AE25-9CA3B9649CA6}" destId="{CE971311-06CD-46C5-BCB4-592E3FD5CFB6}" srcOrd="0" destOrd="0" presId="urn:microsoft.com/office/officeart/2018/5/layout/IconCircleLabelList"/>
    <dgm:cxn modelId="{9EF23834-2F8D-42C0-A85C-FA7971FB8260}" type="presParOf" srcId="{CE971311-06CD-46C5-BCB4-592E3FD5CFB6}" destId="{0FE04D63-F3B3-4D71-AFEB-A35878BE1CD4}" srcOrd="0" destOrd="0" presId="urn:microsoft.com/office/officeart/2018/5/layout/IconCircleLabelList"/>
    <dgm:cxn modelId="{BC88FD2E-FDB7-41AD-96C9-231E18E6CFEC}" type="presParOf" srcId="{CE971311-06CD-46C5-BCB4-592E3FD5CFB6}" destId="{0995885D-8F4C-418E-894A-1C86D375E5FB}" srcOrd="1" destOrd="0" presId="urn:microsoft.com/office/officeart/2018/5/layout/IconCircleLabelList"/>
    <dgm:cxn modelId="{4F9608D6-FE72-4B6C-A99D-1B74DE08A137}" type="presParOf" srcId="{CE971311-06CD-46C5-BCB4-592E3FD5CFB6}" destId="{DA99B329-B739-4D25-9D1B-7B65BDC48487}" srcOrd="2" destOrd="0" presId="urn:microsoft.com/office/officeart/2018/5/layout/IconCircleLabelList"/>
    <dgm:cxn modelId="{1E9E670A-E31F-44E4-9E58-11F1C3BDB5D8}" type="presParOf" srcId="{CE971311-06CD-46C5-BCB4-592E3FD5CFB6}" destId="{73DFCE68-2E1E-416F-AF4F-41EE81A81057}" srcOrd="3" destOrd="0" presId="urn:microsoft.com/office/officeart/2018/5/layout/IconCircleLabelList"/>
    <dgm:cxn modelId="{F695FC9F-4F13-423E-A0F6-0A23D8E7B9DC}" type="presParOf" srcId="{5563A29B-A3F7-4928-AE25-9CA3B9649CA6}" destId="{63693BB5-8519-4960-90B2-695337A09F3B}" srcOrd="1" destOrd="0" presId="urn:microsoft.com/office/officeart/2018/5/layout/IconCircleLabelList"/>
    <dgm:cxn modelId="{2501A858-1DD4-4E66-911F-EA2D388C5135}" type="presParOf" srcId="{5563A29B-A3F7-4928-AE25-9CA3B9649CA6}" destId="{E9D75EE0-53B5-4D92-8027-8491B067CB5C}" srcOrd="2" destOrd="0" presId="urn:microsoft.com/office/officeart/2018/5/layout/IconCircleLabelList"/>
    <dgm:cxn modelId="{D5A92951-4886-42A6-975B-FE636BBF7F5A}" type="presParOf" srcId="{E9D75EE0-53B5-4D92-8027-8491B067CB5C}" destId="{D537B256-AA09-4C09-8D8C-62ABE20436F4}" srcOrd="0" destOrd="0" presId="urn:microsoft.com/office/officeart/2018/5/layout/IconCircleLabelList"/>
    <dgm:cxn modelId="{26AA5559-195F-4F59-9AD2-CA53C7C9DC2F}" type="presParOf" srcId="{E9D75EE0-53B5-4D92-8027-8491B067CB5C}" destId="{0B25E964-093D-4624-835D-03D3A0B71511}" srcOrd="1" destOrd="0" presId="urn:microsoft.com/office/officeart/2018/5/layout/IconCircleLabelList"/>
    <dgm:cxn modelId="{331FDCD0-77F3-42E8-91F8-316950566C0D}" type="presParOf" srcId="{E9D75EE0-53B5-4D92-8027-8491B067CB5C}" destId="{ADE2C10E-98B1-420E-AF37-E2417AAF5FC5}" srcOrd="2" destOrd="0" presId="urn:microsoft.com/office/officeart/2018/5/layout/IconCircleLabelList"/>
    <dgm:cxn modelId="{3EE340DC-282A-44A9-AEE7-14AF8F0BC102}" type="presParOf" srcId="{E9D75EE0-53B5-4D92-8027-8491B067CB5C}" destId="{AE3FCCBF-E6B8-4434-81DF-66C3ED0B43A8}" srcOrd="3" destOrd="0" presId="urn:microsoft.com/office/officeart/2018/5/layout/IconCircleLabelList"/>
    <dgm:cxn modelId="{4EFC533A-4B14-4260-B86B-B6E4F8F36E12}" type="presParOf" srcId="{5563A29B-A3F7-4928-AE25-9CA3B9649CA6}" destId="{E538CB95-2DC8-409B-A742-30E77AD743B6}" srcOrd="3" destOrd="0" presId="urn:microsoft.com/office/officeart/2018/5/layout/IconCircleLabelList"/>
    <dgm:cxn modelId="{9FFF7F23-5A65-4B54-BE85-25B111BC8BD3}" type="presParOf" srcId="{5563A29B-A3F7-4928-AE25-9CA3B9649CA6}" destId="{3AFE38AB-B897-4618-8696-2207257E1F98}" srcOrd="4" destOrd="0" presId="urn:microsoft.com/office/officeart/2018/5/layout/IconCircleLabelList"/>
    <dgm:cxn modelId="{C258C2BF-32FB-4858-9BD4-7C3A9E2C82CC}" type="presParOf" srcId="{3AFE38AB-B897-4618-8696-2207257E1F98}" destId="{0DC99E58-26CB-4A07-A884-F2E2F23DFC44}" srcOrd="0" destOrd="0" presId="urn:microsoft.com/office/officeart/2018/5/layout/IconCircleLabelList"/>
    <dgm:cxn modelId="{A8899FC5-169A-4A06-8CD4-340C8B317888}" type="presParOf" srcId="{3AFE38AB-B897-4618-8696-2207257E1F98}" destId="{0A59E934-3F3E-4209-B721-33471F330A85}" srcOrd="1" destOrd="0" presId="urn:microsoft.com/office/officeart/2018/5/layout/IconCircleLabelList"/>
    <dgm:cxn modelId="{1466073A-E974-4A07-8A86-95D42B5DBAB2}" type="presParOf" srcId="{3AFE38AB-B897-4618-8696-2207257E1F98}" destId="{6B02DF58-FF6F-43DC-9775-BDEC8FC1A58D}" srcOrd="2" destOrd="0" presId="urn:microsoft.com/office/officeart/2018/5/layout/IconCircleLabelList"/>
    <dgm:cxn modelId="{5CB3188F-1BD5-43CD-942C-5536B54753DD}" type="presParOf" srcId="{3AFE38AB-B897-4618-8696-2207257E1F98}" destId="{B5F46338-FF78-4B9C-9381-FD7EA710EEDF}" srcOrd="3" destOrd="0" presId="urn:microsoft.com/office/officeart/2018/5/layout/IconCircleLabelList"/>
    <dgm:cxn modelId="{35177117-711F-4E27-8999-C3AF03087ED9}" type="presParOf" srcId="{5563A29B-A3F7-4928-AE25-9CA3B9649CA6}" destId="{A856679C-16A7-44E8-8FE1-1C835FF383AE}" srcOrd="5" destOrd="0" presId="urn:microsoft.com/office/officeart/2018/5/layout/IconCircleLabelList"/>
    <dgm:cxn modelId="{063AD30E-7E9B-4F5E-AF63-97AB1DB4DD68}" type="presParOf" srcId="{5563A29B-A3F7-4928-AE25-9CA3B9649CA6}" destId="{4C0B2583-54A1-47B4-A3EE-BDC8B16EA3E3}" srcOrd="6" destOrd="0" presId="urn:microsoft.com/office/officeart/2018/5/layout/IconCircleLabelList"/>
    <dgm:cxn modelId="{D51572E3-C20A-49FD-AC57-EEFD8E6318BD}" type="presParOf" srcId="{4C0B2583-54A1-47B4-A3EE-BDC8B16EA3E3}" destId="{AAD21E24-8F03-4770-9056-964E56BC06FC}" srcOrd="0" destOrd="0" presId="urn:microsoft.com/office/officeart/2018/5/layout/IconCircleLabelList"/>
    <dgm:cxn modelId="{BCE9B89F-A6BA-4978-B1C1-99ACFA808B06}" type="presParOf" srcId="{4C0B2583-54A1-47B4-A3EE-BDC8B16EA3E3}" destId="{2B693923-B549-448E-96B9-066A529B8F45}" srcOrd="1" destOrd="0" presId="urn:microsoft.com/office/officeart/2018/5/layout/IconCircleLabelList"/>
    <dgm:cxn modelId="{BF810C87-C3BD-413D-A1FF-D6E38DA39DEB}" type="presParOf" srcId="{4C0B2583-54A1-47B4-A3EE-BDC8B16EA3E3}" destId="{386D728F-3915-46AC-BB52-4D1DB31FCB14}" srcOrd="2" destOrd="0" presId="urn:microsoft.com/office/officeart/2018/5/layout/IconCircleLabelList"/>
    <dgm:cxn modelId="{800A2FB3-7E10-423E-AC94-9A7D8295CF24}" type="presParOf" srcId="{4C0B2583-54A1-47B4-A3EE-BDC8B16EA3E3}" destId="{1DD618D9-FDEE-4CE7-B3E9-7AAEC876BD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51C46D-B8A0-46CC-BBC8-DB14DD09CFA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B744B32-636C-4EA8-B6E3-EA8D61201F2F}">
      <dgm:prSet/>
      <dgm:spPr/>
      <dgm:t>
        <a:bodyPr/>
        <a:lstStyle/>
        <a:p>
          <a:r>
            <a:rPr lang="en-US"/>
            <a:t>Un LLM que decide qué herramientas usar para resolver una tarea</a:t>
          </a:r>
        </a:p>
      </dgm:t>
    </dgm:pt>
    <dgm:pt modelId="{14FFB836-A02C-4E68-BADD-DB071997EA8A}" type="parTrans" cxnId="{499FAD80-C227-4DC5-A87F-BC1DD0B17BFF}">
      <dgm:prSet/>
      <dgm:spPr/>
      <dgm:t>
        <a:bodyPr/>
        <a:lstStyle/>
        <a:p>
          <a:endParaRPr lang="en-US"/>
        </a:p>
      </dgm:t>
    </dgm:pt>
    <dgm:pt modelId="{ED773F40-EBB7-4017-B518-A6038DCE09D2}" type="sibTrans" cxnId="{499FAD80-C227-4DC5-A87F-BC1DD0B17BFF}">
      <dgm:prSet/>
      <dgm:spPr/>
      <dgm:t>
        <a:bodyPr/>
        <a:lstStyle/>
        <a:p>
          <a:endParaRPr lang="en-US"/>
        </a:p>
      </dgm:t>
    </dgm:pt>
    <dgm:pt modelId="{B74F9332-109B-4094-B574-1E5E9A70A907}">
      <dgm:prSet/>
      <dgm:spPr/>
      <dgm:t>
        <a:bodyPr/>
        <a:lstStyle/>
        <a:p>
          <a:r>
            <a:rPr lang="en-US"/>
            <a:t>Puede razonar paso a paso</a:t>
          </a:r>
        </a:p>
      </dgm:t>
    </dgm:pt>
    <dgm:pt modelId="{E518C758-9908-4083-AEA1-EFF555741915}" type="parTrans" cxnId="{C2073A37-0325-4E33-8F21-E20238DC2949}">
      <dgm:prSet/>
      <dgm:spPr/>
      <dgm:t>
        <a:bodyPr/>
        <a:lstStyle/>
        <a:p>
          <a:endParaRPr lang="en-US"/>
        </a:p>
      </dgm:t>
    </dgm:pt>
    <dgm:pt modelId="{039166C4-F779-4F4A-A846-88FB2916B5EF}" type="sibTrans" cxnId="{C2073A37-0325-4E33-8F21-E20238DC2949}">
      <dgm:prSet/>
      <dgm:spPr/>
      <dgm:t>
        <a:bodyPr/>
        <a:lstStyle/>
        <a:p>
          <a:endParaRPr lang="en-US"/>
        </a:p>
      </dgm:t>
    </dgm:pt>
    <dgm:pt modelId="{E92564A4-3DD5-485B-8534-1BC7D7C2FF5A}">
      <dgm:prSet/>
      <dgm:spPr/>
      <dgm:t>
        <a:bodyPr/>
        <a:lstStyle/>
        <a:p>
          <a:r>
            <a:rPr lang="en-US"/>
            <a:t>Ejecuta acciones externas (APIs, bases de datos, calculadoras)</a:t>
          </a:r>
        </a:p>
      </dgm:t>
    </dgm:pt>
    <dgm:pt modelId="{9B43F56A-2C6A-4D5D-BFC3-48D1DCD5F7B4}" type="parTrans" cxnId="{F09207B4-EF88-48C6-84F8-584298DA1372}">
      <dgm:prSet/>
      <dgm:spPr/>
      <dgm:t>
        <a:bodyPr/>
        <a:lstStyle/>
        <a:p>
          <a:endParaRPr lang="en-US"/>
        </a:p>
      </dgm:t>
    </dgm:pt>
    <dgm:pt modelId="{73119243-29DB-4A26-97ED-0A8FA749B016}" type="sibTrans" cxnId="{F09207B4-EF88-48C6-84F8-584298DA1372}">
      <dgm:prSet/>
      <dgm:spPr/>
      <dgm:t>
        <a:bodyPr/>
        <a:lstStyle/>
        <a:p>
          <a:endParaRPr lang="en-US"/>
        </a:p>
      </dgm:t>
    </dgm:pt>
    <dgm:pt modelId="{3FC5B953-7394-4AFB-85A9-8275241D8AE2}">
      <dgm:prSet/>
      <dgm:spPr/>
      <dgm:t>
        <a:bodyPr/>
        <a:lstStyle/>
        <a:p>
          <a:r>
            <a:rPr lang="en-US"/>
            <a:t>Devuelve una respuesta final al usuario</a:t>
          </a:r>
        </a:p>
      </dgm:t>
    </dgm:pt>
    <dgm:pt modelId="{4543403C-7942-4533-A9BD-0AE8C223FBAF}" type="parTrans" cxnId="{40D2929B-8BD8-42C4-BC3F-F73B7BA287B1}">
      <dgm:prSet/>
      <dgm:spPr/>
      <dgm:t>
        <a:bodyPr/>
        <a:lstStyle/>
        <a:p>
          <a:endParaRPr lang="en-US"/>
        </a:p>
      </dgm:t>
    </dgm:pt>
    <dgm:pt modelId="{A9B5AE16-64E7-4152-994B-C3B7A59E5791}" type="sibTrans" cxnId="{40D2929B-8BD8-42C4-BC3F-F73B7BA287B1}">
      <dgm:prSet/>
      <dgm:spPr/>
      <dgm:t>
        <a:bodyPr/>
        <a:lstStyle/>
        <a:p>
          <a:endParaRPr lang="en-US"/>
        </a:p>
      </dgm:t>
    </dgm:pt>
    <dgm:pt modelId="{F551528F-CC6C-4E56-B1D1-93A062A72CCF}" type="pres">
      <dgm:prSet presAssocID="{9651C46D-B8A0-46CC-BBC8-DB14DD09CFAC}" presName="root" presStyleCnt="0">
        <dgm:presLayoutVars>
          <dgm:dir/>
          <dgm:resizeHandles val="exact"/>
        </dgm:presLayoutVars>
      </dgm:prSet>
      <dgm:spPr/>
    </dgm:pt>
    <dgm:pt modelId="{BD2E742F-DAD5-47AC-96A6-EB4A90C9E6F3}" type="pres">
      <dgm:prSet presAssocID="{7B744B32-636C-4EA8-B6E3-EA8D61201F2F}" presName="compNode" presStyleCnt="0"/>
      <dgm:spPr/>
    </dgm:pt>
    <dgm:pt modelId="{2E65B5E8-51CC-457A-8F5D-F451CC1B75A8}" type="pres">
      <dgm:prSet presAssocID="{7B744B32-636C-4EA8-B6E3-EA8D61201F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4FABCA26-97D7-4E25-AFDA-03A0F96F2866}" type="pres">
      <dgm:prSet presAssocID="{7B744B32-636C-4EA8-B6E3-EA8D61201F2F}" presName="spaceRect" presStyleCnt="0"/>
      <dgm:spPr/>
    </dgm:pt>
    <dgm:pt modelId="{ED8B63A7-070F-497E-A0F0-422D36DD7CE8}" type="pres">
      <dgm:prSet presAssocID="{7B744B32-636C-4EA8-B6E3-EA8D61201F2F}" presName="textRect" presStyleLbl="revTx" presStyleIdx="0" presStyleCnt="4">
        <dgm:presLayoutVars>
          <dgm:chMax val="1"/>
          <dgm:chPref val="1"/>
        </dgm:presLayoutVars>
      </dgm:prSet>
      <dgm:spPr/>
    </dgm:pt>
    <dgm:pt modelId="{908E770C-1B71-4DE4-BD57-80971861ABE0}" type="pres">
      <dgm:prSet presAssocID="{ED773F40-EBB7-4017-B518-A6038DCE09D2}" presName="sibTrans" presStyleCnt="0"/>
      <dgm:spPr/>
    </dgm:pt>
    <dgm:pt modelId="{097B1B5F-A9AF-4E51-BF29-8AE6D55A8C8C}" type="pres">
      <dgm:prSet presAssocID="{B74F9332-109B-4094-B574-1E5E9A70A907}" presName="compNode" presStyleCnt="0"/>
      <dgm:spPr/>
    </dgm:pt>
    <dgm:pt modelId="{9479F6D0-595E-4704-8B52-EDA1B1CF3C41}" type="pres">
      <dgm:prSet presAssocID="{B74F9332-109B-4094-B574-1E5E9A70A9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ellas"/>
        </a:ext>
      </dgm:extLst>
    </dgm:pt>
    <dgm:pt modelId="{018797C6-8041-48FB-B120-294434DE94BB}" type="pres">
      <dgm:prSet presAssocID="{B74F9332-109B-4094-B574-1E5E9A70A907}" presName="spaceRect" presStyleCnt="0"/>
      <dgm:spPr/>
    </dgm:pt>
    <dgm:pt modelId="{4DCEB890-90C6-4039-8614-C0078A3E762F}" type="pres">
      <dgm:prSet presAssocID="{B74F9332-109B-4094-B574-1E5E9A70A907}" presName="textRect" presStyleLbl="revTx" presStyleIdx="1" presStyleCnt="4">
        <dgm:presLayoutVars>
          <dgm:chMax val="1"/>
          <dgm:chPref val="1"/>
        </dgm:presLayoutVars>
      </dgm:prSet>
      <dgm:spPr/>
    </dgm:pt>
    <dgm:pt modelId="{70450BF9-90FC-40B5-AE7B-2A291C9AFF84}" type="pres">
      <dgm:prSet presAssocID="{039166C4-F779-4F4A-A846-88FB2916B5EF}" presName="sibTrans" presStyleCnt="0"/>
      <dgm:spPr/>
    </dgm:pt>
    <dgm:pt modelId="{919AB0E1-B755-48DC-8769-DC0F9B8D4E39}" type="pres">
      <dgm:prSet presAssocID="{E92564A4-3DD5-485B-8534-1BC7D7C2FF5A}" presName="compNode" presStyleCnt="0"/>
      <dgm:spPr/>
    </dgm:pt>
    <dgm:pt modelId="{94C208E0-C6B7-4DA5-9031-13677EBDE562}" type="pres">
      <dgm:prSet presAssocID="{E92564A4-3DD5-485B-8534-1BC7D7C2FF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3A77F367-1D0B-4E39-9616-6E845C6F5F62}" type="pres">
      <dgm:prSet presAssocID="{E92564A4-3DD5-485B-8534-1BC7D7C2FF5A}" presName="spaceRect" presStyleCnt="0"/>
      <dgm:spPr/>
    </dgm:pt>
    <dgm:pt modelId="{14C311E3-FFEE-462E-9EBD-4A5F5FFBAD49}" type="pres">
      <dgm:prSet presAssocID="{E92564A4-3DD5-485B-8534-1BC7D7C2FF5A}" presName="textRect" presStyleLbl="revTx" presStyleIdx="2" presStyleCnt="4">
        <dgm:presLayoutVars>
          <dgm:chMax val="1"/>
          <dgm:chPref val="1"/>
        </dgm:presLayoutVars>
      </dgm:prSet>
      <dgm:spPr/>
    </dgm:pt>
    <dgm:pt modelId="{6AEEDACF-71B0-42F6-A860-9A3FA3E2C066}" type="pres">
      <dgm:prSet presAssocID="{73119243-29DB-4A26-97ED-0A8FA749B016}" presName="sibTrans" presStyleCnt="0"/>
      <dgm:spPr/>
    </dgm:pt>
    <dgm:pt modelId="{AA5322D1-C051-40E3-BC70-E1A55EFA1052}" type="pres">
      <dgm:prSet presAssocID="{3FC5B953-7394-4AFB-85A9-8275241D8AE2}" presName="compNode" presStyleCnt="0"/>
      <dgm:spPr/>
    </dgm:pt>
    <dgm:pt modelId="{D9425FB4-2989-410B-BA26-86A6ED57F703}" type="pres">
      <dgm:prSet presAssocID="{3FC5B953-7394-4AFB-85A9-8275241D8AE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AF780E68-11FB-43BD-A136-3144C37DA4D4}" type="pres">
      <dgm:prSet presAssocID="{3FC5B953-7394-4AFB-85A9-8275241D8AE2}" presName="spaceRect" presStyleCnt="0"/>
      <dgm:spPr/>
    </dgm:pt>
    <dgm:pt modelId="{E82EAFFD-7852-4A6F-906B-87B00550B4E1}" type="pres">
      <dgm:prSet presAssocID="{3FC5B953-7394-4AFB-85A9-8275241D8AE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217130-6A2F-4432-B3F6-B8F33F563FC9}" type="presOf" srcId="{9651C46D-B8A0-46CC-BBC8-DB14DD09CFAC}" destId="{F551528F-CC6C-4E56-B1D1-93A062A72CCF}" srcOrd="0" destOrd="0" presId="urn:microsoft.com/office/officeart/2018/2/layout/IconLabelList"/>
    <dgm:cxn modelId="{C2073A37-0325-4E33-8F21-E20238DC2949}" srcId="{9651C46D-B8A0-46CC-BBC8-DB14DD09CFAC}" destId="{B74F9332-109B-4094-B574-1E5E9A70A907}" srcOrd="1" destOrd="0" parTransId="{E518C758-9908-4083-AEA1-EFF555741915}" sibTransId="{039166C4-F779-4F4A-A846-88FB2916B5EF}"/>
    <dgm:cxn modelId="{376FF65C-FAAA-4ACF-8DB8-2E9962A96FBE}" type="presOf" srcId="{B74F9332-109B-4094-B574-1E5E9A70A907}" destId="{4DCEB890-90C6-4039-8614-C0078A3E762F}" srcOrd="0" destOrd="0" presId="urn:microsoft.com/office/officeart/2018/2/layout/IconLabelList"/>
    <dgm:cxn modelId="{1688DE68-F3EB-4D89-A158-117443B5B28F}" type="presOf" srcId="{3FC5B953-7394-4AFB-85A9-8275241D8AE2}" destId="{E82EAFFD-7852-4A6F-906B-87B00550B4E1}" srcOrd="0" destOrd="0" presId="urn:microsoft.com/office/officeart/2018/2/layout/IconLabelList"/>
    <dgm:cxn modelId="{499FAD80-C227-4DC5-A87F-BC1DD0B17BFF}" srcId="{9651C46D-B8A0-46CC-BBC8-DB14DD09CFAC}" destId="{7B744B32-636C-4EA8-B6E3-EA8D61201F2F}" srcOrd="0" destOrd="0" parTransId="{14FFB836-A02C-4E68-BADD-DB071997EA8A}" sibTransId="{ED773F40-EBB7-4017-B518-A6038DCE09D2}"/>
    <dgm:cxn modelId="{40D2929B-8BD8-42C4-BC3F-F73B7BA287B1}" srcId="{9651C46D-B8A0-46CC-BBC8-DB14DD09CFAC}" destId="{3FC5B953-7394-4AFB-85A9-8275241D8AE2}" srcOrd="3" destOrd="0" parTransId="{4543403C-7942-4533-A9BD-0AE8C223FBAF}" sibTransId="{A9B5AE16-64E7-4152-994B-C3B7A59E5791}"/>
    <dgm:cxn modelId="{F09207B4-EF88-48C6-84F8-584298DA1372}" srcId="{9651C46D-B8A0-46CC-BBC8-DB14DD09CFAC}" destId="{E92564A4-3DD5-485B-8534-1BC7D7C2FF5A}" srcOrd="2" destOrd="0" parTransId="{9B43F56A-2C6A-4D5D-BFC3-48D1DCD5F7B4}" sibTransId="{73119243-29DB-4A26-97ED-0A8FA749B016}"/>
    <dgm:cxn modelId="{82FE74CE-2590-4C60-B7D6-A07C5903A0D6}" type="presOf" srcId="{7B744B32-636C-4EA8-B6E3-EA8D61201F2F}" destId="{ED8B63A7-070F-497E-A0F0-422D36DD7CE8}" srcOrd="0" destOrd="0" presId="urn:microsoft.com/office/officeart/2018/2/layout/IconLabelList"/>
    <dgm:cxn modelId="{E04FC0EF-363A-4118-B717-38AE60D69D8C}" type="presOf" srcId="{E92564A4-3DD5-485B-8534-1BC7D7C2FF5A}" destId="{14C311E3-FFEE-462E-9EBD-4A5F5FFBAD49}" srcOrd="0" destOrd="0" presId="urn:microsoft.com/office/officeart/2018/2/layout/IconLabelList"/>
    <dgm:cxn modelId="{21D7E8EE-EC16-49D3-B7CA-7A7EC32686CF}" type="presParOf" srcId="{F551528F-CC6C-4E56-B1D1-93A062A72CCF}" destId="{BD2E742F-DAD5-47AC-96A6-EB4A90C9E6F3}" srcOrd="0" destOrd="0" presId="urn:microsoft.com/office/officeart/2018/2/layout/IconLabelList"/>
    <dgm:cxn modelId="{99B792D6-279F-4731-B9D8-417DF3527509}" type="presParOf" srcId="{BD2E742F-DAD5-47AC-96A6-EB4A90C9E6F3}" destId="{2E65B5E8-51CC-457A-8F5D-F451CC1B75A8}" srcOrd="0" destOrd="0" presId="urn:microsoft.com/office/officeart/2018/2/layout/IconLabelList"/>
    <dgm:cxn modelId="{B72F7B46-D021-4860-B9DE-26B89DDE3026}" type="presParOf" srcId="{BD2E742F-DAD5-47AC-96A6-EB4A90C9E6F3}" destId="{4FABCA26-97D7-4E25-AFDA-03A0F96F2866}" srcOrd="1" destOrd="0" presId="urn:microsoft.com/office/officeart/2018/2/layout/IconLabelList"/>
    <dgm:cxn modelId="{457D7796-2434-4797-921E-6B917045151A}" type="presParOf" srcId="{BD2E742F-DAD5-47AC-96A6-EB4A90C9E6F3}" destId="{ED8B63A7-070F-497E-A0F0-422D36DD7CE8}" srcOrd="2" destOrd="0" presId="urn:microsoft.com/office/officeart/2018/2/layout/IconLabelList"/>
    <dgm:cxn modelId="{65E1C9F6-2033-458F-A01B-F0DB4939C052}" type="presParOf" srcId="{F551528F-CC6C-4E56-B1D1-93A062A72CCF}" destId="{908E770C-1B71-4DE4-BD57-80971861ABE0}" srcOrd="1" destOrd="0" presId="urn:microsoft.com/office/officeart/2018/2/layout/IconLabelList"/>
    <dgm:cxn modelId="{FA18007B-B4F5-4A79-8C40-490C935C11B7}" type="presParOf" srcId="{F551528F-CC6C-4E56-B1D1-93A062A72CCF}" destId="{097B1B5F-A9AF-4E51-BF29-8AE6D55A8C8C}" srcOrd="2" destOrd="0" presId="urn:microsoft.com/office/officeart/2018/2/layout/IconLabelList"/>
    <dgm:cxn modelId="{E995E0E6-45EC-492A-A0CE-92871CA14829}" type="presParOf" srcId="{097B1B5F-A9AF-4E51-BF29-8AE6D55A8C8C}" destId="{9479F6D0-595E-4704-8B52-EDA1B1CF3C41}" srcOrd="0" destOrd="0" presId="urn:microsoft.com/office/officeart/2018/2/layout/IconLabelList"/>
    <dgm:cxn modelId="{7E8AF162-098C-4D61-9B08-7C4801684F1E}" type="presParOf" srcId="{097B1B5F-A9AF-4E51-BF29-8AE6D55A8C8C}" destId="{018797C6-8041-48FB-B120-294434DE94BB}" srcOrd="1" destOrd="0" presId="urn:microsoft.com/office/officeart/2018/2/layout/IconLabelList"/>
    <dgm:cxn modelId="{5FBF26A2-7C06-4931-9168-96B37B167D63}" type="presParOf" srcId="{097B1B5F-A9AF-4E51-BF29-8AE6D55A8C8C}" destId="{4DCEB890-90C6-4039-8614-C0078A3E762F}" srcOrd="2" destOrd="0" presId="urn:microsoft.com/office/officeart/2018/2/layout/IconLabelList"/>
    <dgm:cxn modelId="{507AC715-6708-4284-99F2-E9EA837EF91C}" type="presParOf" srcId="{F551528F-CC6C-4E56-B1D1-93A062A72CCF}" destId="{70450BF9-90FC-40B5-AE7B-2A291C9AFF84}" srcOrd="3" destOrd="0" presId="urn:microsoft.com/office/officeart/2018/2/layout/IconLabelList"/>
    <dgm:cxn modelId="{C7E53596-9ACD-43F8-9BBB-793A5E4A16C7}" type="presParOf" srcId="{F551528F-CC6C-4E56-B1D1-93A062A72CCF}" destId="{919AB0E1-B755-48DC-8769-DC0F9B8D4E39}" srcOrd="4" destOrd="0" presId="urn:microsoft.com/office/officeart/2018/2/layout/IconLabelList"/>
    <dgm:cxn modelId="{250DE634-4F07-4CCF-9862-89D061F08C13}" type="presParOf" srcId="{919AB0E1-B755-48DC-8769-DC0F9B8D4E39}" destId="{94C208E0-C6B7-4DA5-9031-13677EBDE562}" srcOrd="0" destOrd="0" presId="urn:microsoft.com/office/officeart/2018/2/layout/IconLabelList"/>
    <dgm:cxn modelId="{C7E6F65E-E503-4103-9B2B-AB1A4DCCE2E4}" type="presParOf" srcId="{919AB0E1-B755-48DC-8769-DC0F9B8D4E39}" destId="{3A77F367-1D0B-4E39-9616-6E845C6F5F62}" srcOrd="1" destOrd="0" presId="urn:microsoft.com/office/officeart/2018/2/layout/IconLabelList"/>
    <dgm:cxn modelId="{960D49DE-2D56-4534-92A5-5E68A56EC816}" type="presParOf" srcId="{919AB0E1-B755-48DC-8769-DC0F9B8D4E39}" destId="{14C311E3-FFEE-462E-9EBD-4A5F5FFBAD49}" srcOrd="2" destOrd="0" presId="urn:microsoft.com/office/officeart/2018/2/layout/IconLabelList"/>
    <dgm:cxn modelId="{3444E50E-CB26-4A1F-BED5-64D02C924D51}" type="presParOf" srcId="{F551528F-CC6C-4E56-B1D1-93A062A72CCF}" destId="{6AEEDACF-71B0-42F6-A860-9A3FA3E2C066}" srcOrd="5" destOrd="0" presId="urn:microsoft.com/office/officeart/2018/2/layout/IconLabelList"/>
    <dgm:cxn modelId="{92C93F8A-E08A-4B06-9E39-74D3068ED9D2}" type="presParOf" srcId="{F551528F-CC6C-4E56-B1D1-93A062A72CCF}" destId="{AA5322D1-C051-40E3-BC70-E1A55EFA1052}" srcOrd="6" destOrd="0" presId="urn:microsoft.com/office/officeart/2018/2/layout/IconLabelList"/>
    <dgm:cxn modelId="{706DF896-6A37-41F9-B87A-422667DAADE8}" type="presParOf" srcId="{AA5322D1-C051-40E3-BC70-E1A55EFA1052}" destId="{D9425FB4-2989-410B-BA26-86A6ED57F703}" srcOrd="0" destOrd="0" presId="urn:microsoft.com/office/officeart/2018/2/layout/IconLabelList"/>
    <dgm:cxn modelId="{49F83858-9D40-4E03-8DBB-B666B55485BF}" type="presParOf" srcId="{AA5322D1-C051-40E3-BC70-E1A55EFA1052}" destId="{AF780E68-11FB-43BD-A136-3144C37DA4D4}" srcOrd="1" destOrd="0" presId="urn:microsoft.com/office/officeart/2018/2/layout/IconLabelList"/>
    <dgm:cxn modelId="{3F4D39C3-9FF6-4AB3-982B-4B90DFAAB45B}" type="presParOf" srcId="{AA5322D1-C051-40E3-BC70-E1A55EFA1052}" destId="{E82EAFFD-7852-4A6F-906B-87B00550B4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78BDB2B-F48B-4F50-A906-F39EE9C1C086}" type="doc">
      <dgm:prSet loTypeId="urn:microsoft.com/office/officeart/2005/8/layout/process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4CBE21-EF22-4E9F-8968-4D73012FD0C5}">
      <dgm:prSet/>
      <dgm:spPr/>
      <dgm:t>
        <a:bodyPr/>
        <a:lstStyle/>
        <a:p>
          <a:r>
            <a:rPr lang="es-AR" dirty="0"/>
            <a:t>NLP Clásico</a:t>
          </a:r>
          <a:endParaRPr lang="en-US" dirty="0"/>
        </a:p>
      </dgm:t>
    </dgm:pt>
    <dgm:pt modelId="{D28049DC-F978-4E76-8A40-F5A770C321A4}" type="parTrans" cxnId="{EE079D38-DE97-497C-B484-B7553466AF09}">
      <dgm:prSet/>
      <dgm:spPr/>
      <dgm:t>
        <a:bodyPr/>
        <a:lstStyle/>
        <a:p>
          <a:endParaRPr lang="en-US"/>
        </a:p>
      </dgm:t>
    </dgm:pt>
    <dgm:pt modelId="{91997B6C-682C-432A-B704-2A9BE8BB9D88}" type="sibTrans" cxnId="{EE079D38-DE97-497C-B484-B7553466AF09}">
      <dgm:prSet/>
      <dgm:spPr/>
      <dgm:t>
        <a:bodyPr/>
        <a:lstStyle/>
        <a:p>
          <a:endParaRPr lang="en-US"/>
        </a:p>
      </dgm:t>
    </dgm:pt>
    <dgm:pt modelId="{7F398131-A882-4B8F-BCB4-E0FC2CAD5E18}">
      <dgm:prSet/>
      <dgm:spPr/>
      <dgm:t>
        <a:bodyPr/>
        <a:lstStyle/>
        <a:p>
          <a:r>
            <a:rPr lang="es-AR"/>
            <a:t>RAG</a:t>
          </a:r>
          <a:endParaRPr lang="en-US" dirty="0"/>
        </a:p>
      </dgm:t>
    </dgm:pt>
    <dgm:pt modelId="{CAC6007D-4E1A-4AB0-A820-765BEB793892}" type="parTrans" cxnId="{13BB4303-DEE9-415F-B73A-2DE440C31C7A}">
      <dgm:prSet/>
      <dgm:spPr/>
      <dgm:t>
        <a:bodyPr/>
        <a:lstStyle/>
        <a:p>
          <a:endParaRPr lang="en-US"/>
        </a:p>
      </dgm:t>
    </dgm:pt>
    <dgm:pt modelId="{990B9A1F-3383-48AF-BC4B-A0754DA16635}" type="sibTrans" cxnId="{13BB4303-DEE9-415F-B73A-2DE440C31C7A}">
      <dgm:prSet/>
      <dgm:spPr/>
      <dgm:t>
        <a:bodyPr/>
        <a:lstStyle/>
        <a:p>
          <a:endParaRPr lang="en-US"/>
        </a:p>
      </dgm:t>
    </dgm:pt>
    <dgm:pt modelId="{3A3B5323-424A-7348-88B3-FDA46171B2A4}">
      <dgm:prSet/>
      <dgm:spPr/>
      <dgm:t>
        <a:bodyPr/>
        <a:lstStyle/>
        <a:p>
          <a:r>
            <a:rPr lang="es-AR" dirty="0"/>
            <a:t>Agente</a:t>
          </a:r>
        </a:p>
      </dgm:t>
    </dgm:pt>
    <dgm:pt modelId="{990D97A8-3FED-DB4E-A862-2B9F6E0AF18F}" type="parTrans" cxnId="{B9B4D7FE-E93B-C943-8897-C6CB435CA779}">
      <dgm:prSet/>
      <dgm:spPr/>
      <dgm:t>
        <a:bodyPr/>
        <a:lstStyle/>
        <a:p>
          <a:endParaRPr lang="es-MX"/>
        </a:p>
      </dgm:t>
    </dgm:pt>
    <dgm:pt modelId="{3617CD80-531A-E24E-A8B7-59FFAD4AC473}" type="sibTrans" cxnId="{B9B4D7FE-E93B-C943-8897-C6CB435CA779}">
      <dgm:prSet/>
      <dgm:spPr/>
      <dgm:t>
        <a:bodyPr/>
        <a:lstStyle/>
        <a:p>
          <a:endParaRPr lang="es-MX"/>
        </a:p>
      </dgm:t>
    </dgm:pt>
    <dgm:pt modelId="{E41CF4D8-9D31-9B4B-9D0A-B5958F690E8C}" type="pres">
      <dgm:prSet presAssocID="{678BDB2B-F48B-4F50-A906-F39EE9C1C086}" presName="Name0" presStyleCnt="0">
        <dgm:presLayoutVars>
          <dgm:dir/>
          <dgm:resizeHandles val="exact"/>
        </dgm:presLayoutVars>
      </dgm:prSet>
      <dgm:spPr/>
    </dgm:pt>
    <dgm:pt modelId="{552E22B3-C5E7-314E-A154-D4415988E4B0}" type="pres">
      <dgm:prSet presAssocID="{7D4CBE21-EF22-4E9F-8968-4D73012FD0C5}" presName="node" presStyleLbl="node1" presStyleIdx="0" presStyleCnt="3">
        <dgm:presLayoutVars>
          <dgm:bulletEnabled val="1"/>
        </dgm:presLayoutVars>
      </dgm:prSet>
      <dgm:spPr/>
    </dgm:pt>
    <dgm:pt modelId="{00A0C52A-76A2-5740-888A-08427E647CF3}" type="pres">
      <dgm:prSet presAssocID="{91997B6C-682C-432A-B704-2A9BE8BB9D88}" presName="sibTrans" presStyleLbl="sibTrans2D1" presStyleIdx="0" presStyleCnt="2"/>
      <dgm:spPr/>
    </dgm:pt>
    <dgm:pt modelId="{BB691C7C-15E3-A041-8354-DCD1CA99CDEB}" type="pres">
      <dgm:prSet presAssocID="{91997B6C-682C-432A-B704-2A9BE8BB9D88}" presName="connectorText" presStyleLbl="sibTrans2D1" presStyleIdx="0" presStyleCnt="2"/>
      <dgm:spPr/>
    </dgm:pt>
    <dgm:pt modelId="{B5FA000F-2E70-5546-8324-C44011E556E0}" type="pres">
      <dgm:prSet presAssocID="{7F398131-A882-4B8F-BCB4-E0FC2CAD5E18}" presName="node" presStyleLbl="node1" presStyleIdx="1" presStyleCnt="3">
        <dgm:presLayoutVars>
          <dgm:bulletEnabled val="1"/>
        </dgm:presLayoutVars>
      </dgm:prSet>
      <dgm:spPr/>
    </dgm:pt>
    <dgm:pt modelId="{C0A0D05F-213B-7F45-AB7F-DBEB831015C3}" type="pres">
      <dgm:prSet presAssocID="{990B9A1F-3383-48AF-BC4B-A0754DA16635}" presName="sibTrans" presStyleLbl="sibTrans2D1" presStyleIdx="1" presStyleCnt="2"/>
      <dgm:spPr/>
    </dgm:pt>
    <dgm:pt modelId="{1CC458D3-1147-C343-A14B-4324F6225AF9}" type="pres">
      <dgm:prSet presAssocID="{990B9A1F-3383-48AF-BC4B-A0754DA16635}" presName="connectorText" presStyleLbl="sibTrans2D1" presStyleIdx="1" presStyleCnt="2"/>
      <dgm:spPr/>
    </dgm:pt>
    <dgm:pt modelId="{4B108292-E219-9B4E-924F-811F2EF96D72}" type="pres">
      <dgm:prSet presAssocID="{3A3B5323-424A-7348-88B3-FDA46171B2A4}" presName="node" presStyleLbl="node1" presStyleIdx="2" presStyleCnt="3">
        <dgm:presLayoutVars>
          <dgm:bulletEnabled val="1"/>
        </dgm:presLayoutVars>
      </dgm:prSet>
      <dgm:spPr/>
    </dgm:pt>
  </dgm:ptLst>
  <dgm:cxnLst>
    <dgm:cxn modelId="{13BB4303-DEE9-415F-B73A-2DE440C31C7A}" srcId="{678BDB2B-F48B-4F50-A906-F39EE9C1C086}" destId="{7F398131-A882-4B8F-BCB4-E0FC2CAD5E18}" srcOrd="1" destOrd="0" parTransId="{CAC6007D-4E1A-4AB0-A820-765BEB793892}" sibTransId="{990B9A1F-3383-48AF-BC4B-A0754DA16635}"/>
    <dgm:cxn modelId="{E724D727-E25D-4042-8B98-DCBF7EF56CAD}" type="presOf" srcId="{91997B6C-682C-432A-B704-2A9BE8BB9D88}" destId="{BB691C7C-15E3-A041-8354-DCD1CA99CDEB}" srcOrd="1" destOrd="0" presId="urn:microsoft.com/office/officeart/2005/8/layout/process1"/>
    <dgm:cxn modelId="{4205CD2F-E0C9-9041-B4C6-24F9C2831779}" type="presOf" srcId="{7F398131-A882-4B8F-BCB4-E0FC2CAD5E18}" destId="{B5FA000F-2E70-5546-8324-C44011E556E0}" srcOrd="0" destOrd="0" presId="urn:microsoft.com/office/officeart/2005/8/layout/process1"/>
    <dgm:cxn modelId="{EE079D38-DE97-497C-B484-B7553466AF09}" srcId="{678BDB2B-F48B-4F50-A906-F39EE9C1C086}" destId="{7D4CBE21-EF22-4E9F-8968-4D73012FD0C5}" srcOrd="0" destOrd="0" parTransId="{D28049DC-F978-4E76-8A40-F5A770C321A4}" sibTransId="{91997B6C-682C-432A-B704-2A9BE8BB9D88}"/>
    <dgm:cxn modelId="{0E03A75E-F646-BF45-831A-76BFF18930EC}" type="presOf" srcId="{990B9A1F-3383-48AF-BC4B-A0754DA16635}" destId="{1CC458D3-1147-C343-A14B-4324F6225AF9}" srcOrd="1" destOrd="0" presId="urn:microsoft.com/office/officeart/2005/8/layout/process1"/>
    <dgm:cxn modelId="{466F89A8-553F-E84C-BBAA-F0446550F28F}" type="presOf" srcId="{91997B6C-682C-432A-B704-2A9BE8BB9D88}" destId="{00A0C52A-76A2-5740-888A-08427E647CF3}" srcOrd="0" destOrd="0" presId="urn:microsoft.com/office/officeart/2005/8/layout/process1"/>
    <dgm:cxn modelId="{023467AB-27F5-B547-A6EE-1F49D720B430}" type="presOf" srcId="{3A3B5323-424A-7348-88B3-FDA46171B2A4}" destId="{4B108292-E219-9B4E-924F-811F2EF96D72}" srcOrd="0" destOrd="0" presId="urn:microsoft.com/office/officeart/2005/8/layout/process1"/>
    <dgm:cxn modelId="{8CC89BB5-5D4C-C648-8900-498B037B85C1}" type="presOf" srcId="{7D4CBE21-EF22-4E9F-8968-4D73012FD0C5}" destId="{552E22B3-C5E7-314E-A154-D4415988E4B0}" srcOrd="0" destOrd="0" presId="urn:microsoft.com/office/officeart/2005/8/layout/process1"/>
    <dgm:cxn modelId="{AAA207C3-DC93-E745-BB8B-D65475428D10}" type="presOf" srcId="{678BDB2B-F48B-4F50-A906-F39EE9C1C086}" destId="{E41CF4D8-9D31-9B4B-9D0A-B5958F690E8C}" srcOrd="0" destOrd="0" presId="urn:microsoft.com/office/officeart/2005/8/layout/process1"/>
    <dgm:cxn modelId="{CA8FCEE1-305E-8549-A234-AEFB688FFCBF}" type="presOf" srcId="{990B9A1F-3383-48AF-BC4B-A0754DA16635}" destId="{C0A0D05F-213B-7F45-AB7F-DBEB831015C3}" srcOrd="0" destOrd="0" presId="urn:microsoft.com/office/officeart/2005/8/layout/process1"/>
    <dgm:cxn modelId="{B9B4D7FE-E93B-C943-8897-C6CB435CA779}" srcId="{678BDB2B-F48B-4F50-A906-F39EE9C1C086}" destId="{3A3B5323-424A-7348-88B3-FDA46171B2A4}" srcOrd="2" destOrd="0" parTransId="{990D97A8-3FED-DB4E-A862-2B9F6E0AF18F}" sibTransId="{3617CD80-531A-E24E-A8B7-59FFAD4AC473}"/>
    <dgm:cxn modelId="{D1D60387-E3A6-7744-AD67-83898C824E18}" type="presParOf" srcId="{E41CF4D8-9D31-9B4B-9D0A-B5958F690E8C}" destId="{552E22B3-C5E7-314E-A154-D4415988E4B0}" srcOrd="0" destOrd="0" presId="urn:microsoft.com/office/officeart/2005/8/layout/process1"/>
    <dgm:cxn modelId="{E2572C2B-8EE3-0C48-B6A4-38B4D80418C1}" type="presParOf" srcId="{E41CF4D8-9D31-9B4B-9D0A-B5958F690E8C}" destId="{00A0C52A-76A2-5740-888A-08427E647CF3}" srcOrd="1" destOrd="0" presId="urn:microsoft.com/office/officeart/2005/8/layout/process1"/>
    <dgm:cxn modelId="{D81DC9E9-40FC-9840-BC8F-32A8BE8003A6}" type="presParOf" srcId="{00A0C52A-76A2-5740-888A-08427E647CF3}" destId="{BB691C7C-15E3-A041-8354-DCD1CA99CDEB}" srcOrd="0" destOrd="0" presId="urn:microsoft.com/office/officeart/2005/8/layout/process1"/>
    <dgm:cxn modelId="{F7997C3D-E08D-854A-B126-F65773A1B440}" type="presParOf" srcId="{E41CF4D8-9D31-9B4B-9D0A-B5958F690E8C}" destId="{B5FA000F-2E70-5546-8324-C44011E556E0}" srcOrd="2" destOrd="0" presId="urn:microsoft.com/office/officeart/2005/8/layout/process1"/>
    <dgm:cxn modelId="{7CF4B424-5FDD-1B4D-AE4C-D7B3F48F1575}" type="presParOf" srcId="{E41CF4D8-9D31-9B4B-9D0A-B5958F690E8C}" destId="{C0A0D05F-213B-7F45-AB7F-DBEB831015C3}" srcOrd="3" destOrd="0" presId="urn:microsoft.com/office/officeart/2005/8/layout/process1"/>
    <dgm:cxn modelId="{818B4E36-7A02-2F48-9BA7-FEE22842835C}" type="presParOf" srcId="{C0A0D05F-213B-7F45-AB7F-DBEB831015C3}" destId="{1CC458D3-1147-C343-A14B-4324F6225AF9}" srcOrd="0" destOrd="0" presId="urn:microsoft.com/office/officeart/2005/8/layout/process1"/>
    <dgm:cxn modelId="{2D608D16-B72F-564A-B384-4DABAC5488DA}" type="presParOf" srcId="{E41CF4D8-9D31-9B4B-9D0A-B5958F690E8C}" destId="{4B108292-E219-9B4E-924F-811F2EF96D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78BDB2B-F48B-4F50-A906-F39EE9C1C08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4CBE21-EF22-4E9F-8968-4D73012FD0C5}">
      <dgm:prSet/>
      <dgm:spPr/>
      <dgm:t>
        <a:bodyPr/>
        <a:lstStyle/>
        <a:p>
          <a:r>
            <a:rPr lang="en-US" dirty="0" err="1"/>
            <a:t>Sesgos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modelos</a:t>
          </a:r>
          <a:endParaRPr lang="en-US" dirty="0"/>
        </a:p>
      </dgm:t>
    </dgm:pt>
    <dgm:pt modelId="{D28049DC-F978-4E76-8A40-F5A770C321A4}" type="parTrans" cxnId="{EE079D38-DE97-497C-B484-B7553466AF09}">
      <dgm:prSet/>
      <dgm:spPr/>
      <dgm:t>
        <a:bodyPr/>
        <a:lstStyle/>
        <a:p>
          <a:endParaRPr lang="en-US"/>
        </a:p>
      </dgm:t>
    </dgm:pt>
    <dgm:pt modelId="{91997B6C-682C-432A-B704-2A9BE8BB9D88}" type="sibTrans" cxnId="{EE079D38-DE97-497C-B484-B7553466AF09}">
      <dgm:prSet/>
      <dgm:spPr/>
      <dgm:t>
        <a:bodyPr/>
        <a:lstStyle/>
        <a:p>
          <a:endParaRPr lang="en-US"/>
        </a:p>
      </dgm:t>
    </dgm:pt>
    <dgm:pt modelId="{7F398131-A882-4B8F-BCB4-E0FC2CAD5E18}">
      <dgm:prSet/>
      <dgm:spPr/>
      <dgm:t>
        <a:bodyPr/>
        <a:lstStyle/>
        <a:p>
          <a:r>
            <a:rPr lang="en-US"/>
            <a:t>Privacidad de datos</a:t>
          </a:r>
        </a:p>
      </dgm:t>
    </dgm:pt>
    <dgm:pt modelId="{CAC6007D-4E1A-4AB0-A820-765BEB793892}" type="parTrans" cxnId="{13BB4303-DEE9-415F-B73A-2DE440C31C7A}">
      <dgm:prSet/>
      <dgm:spPr/>
      <dgm:t>
        <a:bodyPr/>
        <a:lstStyle/>
        <a:p>
          <a:endParaRPr lang="en-US"/>
        </a:p>
      </dgm:t>
    </dgm:pt>
    <dgm:pt modelId="{990B9A1F-3383-48AF-BC4B-A0754DA16635}" type="sibTrans" cxnId="{13BB4303-DEE9-415F-B73A-2DE440C31C7A}">
      <dgm:prSet/>
      <dgm:spPr/>
      <dgm:t>
        <a:bodyPr/>
        <a:lstStyle/>
        <a:p>
          <a:endParaRPr lang="en-US"/>
        </a:p>
      </dgm:t>
    </dgm:pt>
    <dgm:pt modelId="{72FDB39C-310E-4AC3-9F23-18BC4CCDDA0A}">
      <dgm:prSet/>
      <dgm:spPr/>
      <dgm:t>
        <a:bodyPr/>
        <a:lstStyle/>
        <a:p>
          <a:r>
            <a:rPr lang="en-US" dirty="0" err="1"/>
            <a:t>Alucinaciones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LLMs</a:t>
          </a:r>
        </a:p>
      </dgm:t>
    </dgm:pt>
    <dgm:pt modelId="{501C0D88-9261-4982-893B-735BBCF58962}" type="parTrans" cxnId="{F0EA5C98-2C76-4B44-8867-5F175CFEB1DC}">
      <dgm:prSet/>
      <dgm:spPr/>
      <dgm:t>
        <a:bodyPr/>
        <a:lstStyle/>
        <a:p>
          <a:endParaRPr lang="en-US"/>
        </a:p>
      </dgm:t>
    </dgm:pt>
    <dgm:pt modelId="{0DDFC72D-B9BB-45F3-9D3F-829DFB1FC71D}" type="sibTrans" cxnId="{F0EA5C98-2C76-4B44-8867-5F175CFEB1DC}">
      <dgm:prSet/>
      <dgm:spPr/>
      <dgm:t>
        <a:bodyPr/>
        <a:lstStyle/>
        <a:p>
          <a:endParaRPr lang="en-US"/>
        </a:p>
      </dgm:t>
    </dgm:pt>
    <dgm:pt modelId="{4314597D-8A92-44C3-B7A8-6F72B2722642}">
      <dgm:prSet/>
      <dgm:spPr/>
      <dgm:t>
        <a:bodyPr/>
        <a:lstStyle/>
        <a:p>
          <a:r>
            <a:rPr lang="en-US" dirty="0"/>
            <a:t>Uso </a:t>
          </a:r>
          <a:r>
            <a:rPr lang="en-US" dirty="0" err="1"/>
            <a:t>responsable</a:t>
          </a:r>
          <a:r>
            <a:rPr lang="en-US" dirty="0"/>
            <a:t> de IA</a:t>
          </a:r>
        </a:p>
      </dgm:t>
    </dgm:pt>
    <dgm:pt modelId="{E228B2BA-844A-483B-BCAD-5161D0D75695}" type="parTrans" cxnId="{FD5C61D0-30B8-450F-BE4F-70F5A492156E}">
      <dgm:prSet/>
      <dgm:spPr/>
      <dgm:t>
        <a:bodyPr/>
        <a:lstStyle/>
        <a:p>
          <a:endParaRPr lang="en-US"/>
        </a:p>
      </dgm:t>
    </dgm:pt>
    <dgm:pt modelId="{09A3EBAB-7F86-4601-9065-EF5F915E2C58}" type="sibTrans" cxnId="{FD5C61D0-30B8-450F-BE4F-70F5A492156E}">
      <dgm:prSet/>
      <dgm:spPr/>
      <dgm:t>
        <a:bodyPr/>
        <a:lstStyle/>
        <a:p>
          <a:endParaRPr lang="en-US"/>
        </a:p>
      </dgm:t>
    </dgm:pt>
    <dgm:pt modelId="{9BC971B9-C5DC-0649-8512-43D71E920695}" type="pres">
      <dgm:prSet presAssocID="{678BDB2B-F48B-4F50-A906-F39EE9C1C086}" presName="Name0" presStyleCnt="0">
        <dgm:presLayoutVars>
          <dgm:dir/>
          <dgm:animLvl val="lvl"/>
          <dgm:resizeHandles val="exact"/>
        </dgm:presLayoutVars>
      </dgm:prSet>
      <dgm:spPr/>
    </dgm:pt>
    <dgm:pt modelId="{23E2AEA5-0923-1D4C-9130-42565FD68F4F}" type="pres">
      <dgm:prSet presAssocID="{7D4CBE21-EF22-4E9F-8968-4D73012FD0C5}" presName="linNode" presStyleCnt="0"/>
      <dgm:spPr/>
    </dgm:pt>
    <dgm:pt modelId="{339834F4-7DBA-7449-BC72-537CEEDDE8A5}" type="pres">
      <dgm:prSet presAssocID="{7D4CBE21-EF22-4E9F-8968-4D73012FD0C5}" presName="parentText" presStyleLbl="node1" presStyleIdx="0" presStyleCnt="4" custScaleX="116594">
        <dgm:presLayoutVars>
          <dgm:chMax val="1"/>
          <dgm:bulletEnabled val="1"/>
        </dgm:presLayoutVars>
      </dgm:prSet>
      <dgm:spPr/>
    </dgm:pt>
    <dgm:pt modelId="{6391B6C5-AAC5-5A45-BD12-7F1BEE326F49}" type="pres">
      <dgm:prSet presAssocID="{91997B6C-682C-432A-B704-2A9BE8BB9D88}" presName="sp" presStyleCnt="0"/>
      <dgm:spPr/>
    </dgm:pt>
    <dgm:pt modelId="{8171CE4B-AA85-1148-BA8D-6E87127A2212}" type="pres">
      <dgm:prSet presAssocID="{7F398131-A882-4B8F-BCB4-E0FC2CAD5E18}" presName="linNode" presStyleCnt="0"/>
      <dgm:spPr/>
    </dgm:pt>
    <dgm:pt modelId="{0CA3FEB4-82D0-044A-86EB-40AA44842865}" type="pres">
      <dgm:prSet presAssocID="{7F398131-A882-4B8F-BCB4-E0FC2CAD5E18}" presName="parentText" presStyleLbl="node1" presStyleIdx="1" presStyleCnt="4" custScaleX="117071">
        <dgm:presLayoutVars>
          <dgm:chMax val="1"/>
          <dgm:bulletEnabled val="1"/>
        </dgm:presLayoutVars>
      </dgm:prSet>
      <dgm:spPr/>
    </dgm:pt>
    <dgm:pt modelId="{D1B6B577-3EC2-D24E-8DED-389167C69DE2}" type="pres">
      <dgm:prSet presAssocID="{990B9A1F-3383-48AF-BC4B-A0754DA16635}" presName="sp" presStyleCnt="0"/>
      <dgm:spPr/>
    </dgm:pt>
    <dgm:pt modelId="{481A827D-17D6-504B-88F0-3265E4D8F20F}" type="pres">
      <dgm:prSet presAssocID="{72FDB39C-310E-4AC3-9F23-18BC4CCDDA0A}" presName="linNode" presStyleCnt="0"/>
      <dgm:spPr/>
    </dgm:pt>
    <dgm:pt modelId="{4A57BDC9-7B20-204A-8823-298F232B18DB}" type="pres">
      <dgm:prSet presAssocID="{72FDB39C-310E-4AC3-9F23-18BC4CCDDA0A}" presName="parentText" presStyleLbl="node1" presStyleIdx="2" presStyleCnt="4" custScaleX="117067">
        <dgm:presLayoutVars>
          <dgm:chMax val="1"/>
          <dgm:bulletEnabled val="1"/>
        </dgm:presLayoutVars>
      </dgm:prSet>
      <dgm:spPr/>
    </dgm:pt>
    <dgm:pt modelId="{C3338E86-99C4-8B47-9FD2-E474B8753EE1}" type="pres">
      <dgm:prSet presAssocID="{0DDFC72D-B9BB-45F3-9D3F-829DFB1FC71D}" presName="sp" presStyleCnt="0"/>
      <dgm:spPr/>
    </dgm:pt>
    <dgm:pt modelId="{C5D7B112-C74E-1247-9985-5BDF90D380D9}" type="pres">
      <dgm:prSet presAssocID="{4314597D-8A92-44C3-B7A8-6F72B2722642}" presName="linNode" presStyleCnt="0"/>
      <dgm:spPr/>
    </dgm:pt>
    <dgm:pt modelId="{8E1191CD-4C35-2143-81E1-14F38A1FC7E7}" type="pres">
      <dgm:prSet presAssocID="{4314597D-8A92-44C3-B7A8-6F72B2722642}" presName="parentText" presStyleLbl="node1" presStyleIdx="3" presStyleCnt="4" custScaleX="117809">
        <dgm:presLayoutVars>
          <dgm:chMax val="1"/>
          <dgm:bulletEnabled val="1"/>
        </dgm:presLayoutVars>
      </dgm:prSet>
      <dgm:spPr/>
    </dgm:pt>
  </dgm:ptLst>
  <dgm:cxnLst>
    <dgm:cxn modelId="{13BB4303-DEE9-415F-B73A-2DE440C31C7A}" srcId="{678BDB2B-F48B-4F50-A906-F39EE9C1C086}" destId="{7F398131-A882-4B8F-BCB4-E0FC2CAD5E18}" srcOrd="1" destOrd="0" parTransId="{CAC6007D-4E1A-4AB0-A820-765BEB793892}" sibTransId="{990B9A1F-3383-48AF-BC4B-A0754DA16635}"/>
    <dgm:cxn modelId="{3F25BD1A-7D37-F749-844D-45BB7ED619A5}" type="presOf" srcId="{72FDB39C-310E-4AC3-9F23-18BC4CCDDA0A}" destId="{4A57BDC9-7B20-204A-8823-298F232B18DB}" srcOrd="0" destOrd="0" presId="urn:microsoft.com/office/officeart/2005/8/layout/vList5"/>
    <dgm:cxn modelId="{EE079D38-DE97-497C-B484-B7553466AF09}" srcId="{678BDB2B-F48B-4F50-A906-F39EE9C1C086}" destId="{7D4CBE21-EF22-4E9F-8968-4D73012FD0C5}" srcOrd="0" destOrd="0" parTransId="{D28049DC-F978-4E76-8A40-F5A770C321A4}" sibTransId="{91997B6C-682C-432A-B704-2A9BE8BB9D88}"/>
    <dgm:cxn modelId="{7B451A3F-133F-1942-B973-1F2CEE9CF5ED}" type="presOf" srcId="{4314597D-8A92-44C3-B7A8-6F72B2722642}" destId="{8E1191CD-4C35-2143-81E1-14F38A1FC7E7}" srcOrd="0" destOrd="0" presId="urn:microsoft.com/office/officeart/2005/8/layout/vList5"/>
    <dgm:cxn modelId="{DB118763-D22D-7143-9DEC-C763D97DC76A}" type="presOf" srcId="{7D4CBE21-EF22-4E9F-8968-4D73012FD0C5}" destId="{339834F4-7DBA-7449-BC72-537CEEDDE8A5}" srcOrd="0" destOrd="0" presId="urn:microsoft.com/office/officeart/2005/8/layout/vList5"/>
    <dgm:cxn modelId="{74E19168-299A-F243-BF9A-44B2C0795568}" type="presOf" srcId="{7F398131-A882-4B8F-BCB4-E0FC2CAD5E18}" destId="{0CA3FEB4-82D0-044A-86EB-40AA44842865}" srcOrd="0" destOrd="0" presId="urn:microsoft.com/office/officeart/2005/8/layout/vList5"/>
    <dgm:cxn modelId="{F0EA5C98-2C76-4B44-8867-5F175CFEB1DC}" srcId="{678BDB2B-F48B-4F50-A906-F39EE9C1C086}" destId="{72FDB39C-310E-4AC3-9F23-18BC4CCDDA0A}" srcOrd="2" destOrd="0" parTransId="{501C0D88-9261-4982-893B-735BBCF58962}" sibTransId="{0DDFC72D-B9BB-45F3-9D3F-829DFB1FC71D}"/>
    <dgm:cxn modelId="{8BDDD5C2-C5E0-E240-AFAE-A880055D09FC}" type="presOf" srcId="{678BDB2B-F48B-4F50-A906-F39EE9C1C086}" destId="{9BC971B9-C5DC-0649-8512-43D71E920695}" srcOrd="0" destOrd="0" presId="urn:microsoft.com/office/officeart/2005/8/layout/vList5"/>
    <dgm:cxn modelId="{FD5C61D0-30B8-450F-BE4F-70F5A492156E}" srcId="{678BDB2B-F48B-4F50-A906-F39EE9C1C086}" destId="{4314597D-8A92-44C3-B7A8-6F72B2722642}" srcOrd="3" destOrd="0" parTransId="{E228B2BA-844A-483B-BCAD-5161D0D75695}" sibTransId="{09A3EBAB-7F86-4601-9065-EF5F915E2C58}"/>
    <dgm:cxn modelId="{94F03D08-5C5E-F244-AB0B-1EA90CF9687D}" type="presParOf" srcId="{9BC971B9-C5DC-0649-8512-43D71E920695}" destId="{23E2AEA5-0923-1D4C-9130-42565FD68F4F}" srcOrd="0" destOrd="0" presId="urn:microsoft.com/office/officeart/2005/8/layout/vList5"/>
    <dgm:cxn modelId="{570C0F7E-F99D-6D4F-B934-1F9DC88E4F36}" type="presParOf" srcId="{23E2AEA5-0923-1D4C-9130-42565FD68F4F}" destId="{339834F4-7DBA-7449-BC72-537CEEDDE8A5}" srcOrd="0" destOrd="0" presId="urn:microsoft.com/office/officeart/2005/8/layout/vList5"/>
    <dgm:cxn modelId="{AF6AEC6A-AD86-5F4D-81CF-D6F298DC2DD5}" type="presParOf" srcId="{9BC971B9-C5DC-0649-8512-43D71E920695}" destId="{6391B6C5-AAC5-5A45-BD12-7F1BEE326F49}" srcOrd="1" destOrd="0" presId="urn:microsoft.com/office/officeart/2005/8/layout/vList5"/>
    <dgm:cxn modelId="{2B916B0C-4743-1748-91CE-4AE769039748}" type="presParOf" srcId="{9BC971B9-C5DC-0649-8512-43D71E920695}" destId="{8171CE4B-AA85-1148-BA8D-6E87127A2212}" srcOrd="2" destOrd="0" presId="urn:microsoft.com/office/officeart/2005/8/layout/vList5"/>
    <dgm:cxn modelId="{1FB0A73E-87AA-9B41-AA07-C5C749ACBDD2}" type="presParOf" srcId="{8171CE4B-AA85-1148-BA8D-6E87127A2212}" destId="{0CA3FEB4-82D0-044A-86EB-40AA44842865}" srcOrd="0" destOrd="0" presId="urn:microsoft.com/office/officeart/2005/8/layout/vList5"/>
    <dgm:cxn modelId="{210C1C02-1801-1C47-B360-93914ECDF092}" type="presParOf" srcId="{9BC971B9-C5DC-0649-8512-43D71E920695}" destId="{D1B6B577-3EC2-D24E-8DED-389167C69DE2}" srcOrd="3" destOrd="0" presId="urn:microsoft.com/office/officeart/2005/8/layout/vList5"/>
    <dgm:cxn modelId="{A11351E1-D5F8-6941-9CF6-5A1ED2E56489}" type="presParOf" srcId="{9BC971B9-C5DC-0649-8512-43D71E920695}" destId="{481A827D-17D6-504B-88F0-3265E4D8F20F}" srcOrd="4" destOrd="0" presId="urn:microsoft.com/office/officeart/2005/8/layout/vList5"/>
    <dgm:cxn modelId="{8ADF3808-6FDA-014E-9ADA-03222686595E}" type="presParOf" srcId="{481A827D-17D6-504B-88F0-3265E4D8F20F}" destId="{4A57BDC9-7B20-204A-8823-298F232B18DB}" srcOrd="0" destOrd="0" presId="urn:microsoft.com/office/officeart/2005/8/layout/vList5"/>
    <dgm:cxn modelId="{178F15B7-F1FC-264F-96F9-A564708F9F24}" type="presParOf" srcId="{9BC971B9-C5DC-0649-8512-43D71E920695}" destId="{C3338E86-99C4-8B47-9FD2-E474B8753EE1}" srcOrd="5" destOrd="0" presId="urn:microsoft.com/office/officeart/2005/8/layout/vList5"/>
    <dgm:cxn modelId="{2E0F0398-B59F-2C41-B35A-F54A13EF9B64}" type="presParOf" srcId="{9BC971B9-C5DC-0649-8512-43D71E920695}" destId="{C5D7B112-C74E-1247-9985-5BDF90D380D9}" srcOrd="6" destOrd="0" presId="urn:microsoft.com/office/officeart/2005/8/layout/vList5"/>
    <dgm:cxn modelId="{DE907D22-5623-B241-87A3-B182A2E6FDCA}" type="presParOf" srcId="{C5D7B112-C74E-1247-9985-5BDF90D380D9}" destId="{8E1191CD-4C35-2143-81E1-14F38A1FC7E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578569B-D937-4BA2-ACD3-5785A898DFE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915011-5563-40B2-91EC-4258BADE6A5E}">
      <dgm:prSet/>
      <dgm:spPr/>
      <dgm:t>
        <a:bodyPr/>
        <a:lstStyle/>
        <a:p>
          <a:r>
            <a:rPr lang="en-US"/>
            <a:t>Modelos multimodales (texto + imagen + audio)</a:t>
          </a:r>
        </a:p>
      </dgm:t>
    </dgm:pt>
    <dgm:pt modelId="{4AA46C5D-E51E-4F5C-8A0F-E3A4E15AA24D}" type="parTrans" cxnId="{0BB87664-44DA-4262-96F9-6A8F0C2F3B6F}">
      <dgm:prSet/>
      <dgm:spPr/>
      <dgm:t>
        <a:bodyPr/>
        <a:lstStyle/>
        <a:p>
          <a:endParaRPr lang="en-US"/>
        </a:p>
      </dgm:t>
    </dgm:pt>
    <dgm:pt modelId="{50CF6804-B0CC-495A-B0AD-F726AEA1F63B}" type="sibTrans" cxnId="{0BB87664-44DA-4262-96F9-6A8F0C2F3B6F}">
      <dgm:prSet/>
      <dgm:spPr/>
      <dgm:t>
        <a:bodyPr/>
        <a:lstStyle/>
        <a:p>
          <a:endParaRPr lang="en-US"/>
        </a:p>
      </dgm:t>
    </dgm:pt>
    <dgm:pt modelId="{D9A9DE28-DEDD-44B7-A8DE-7E35EC8BC483}">
      <dgm:prSet/>
      <dgm:spPr/>
      <dgm:t>
        <a:bodyPr/>
        <a:lstStyle/>
        <a:p>
          <a:r>
            <a:rPr lang="en-US"/>
            <a:t>Agentes autónomos</a:t>
          </a:r>
        </a:p>
      </dgm:t>
    </dgm:pt>
    <dgm:pt modelId="{5D2AEA2E-9189-48E9-A3FF-49DB46212F15}" type="parTrans" cxnId="{4447B15C-6D67-43E8-BA2D-4838C92281A1}">
      <dgm:prSet/>
      <dgm:spPr/>
      <dgm:t>
        <a:bodyPr/>
        <a:lstStyle/>
        <a:p>
          <a:endParaRPr lang="en-US"/>
        </a:p>
      </dgm:t>
    </dgm:pt>
    <dgm:pt modelId="{076EFA75-D451-4F2B-803D-E6601579383D}" type="sibTrans" cxnId="{4447B15C-6D67-43E8-BA2D-4838C92281A1}">
      <dgm:prSet/>
      <dgm:spPr/>
      <dgm:t>
        <a:bodyPr/>
        <a:lstStyle/>
        <a:p>
          <a:endParaRPr lang="en-US"/>
        </a:p>
      </dgm:t>
    </dgm:pt>
    <dgm:pt modelId="{833AA48F-E44A-4AF3-A41D-0417A1FEF9FC}">
      <dgm:prSet/>
      <dgm:spPr/>
      <dgm:t>
        <a:bodyPr/>
        <a:lstStyle/>
        <a:p>
          <a:r>
            <a:rPr lang="en-US"/>
            <a:t>Mayor personalización</a:t>
          </a:r>
        </a:p>
      </dgm:t>
    </dgm:pt>
    <dgm:pt modelId="{A223DD60-8E5D-491A-B1C6-FBD7CF77196C}" type="parTrans" cxnId="{F47F43B3-AA14-490E-A9F6-789C0845C33F}">
      <dgm:prSet/>
      <dgm:spPr/>
      <dgm:t>
        <a:bodyPr/>
        <a:lstStyle/>
        <a:p>
          <a:endParaRPr lang="en-US"/>
        </a:p>
      </dgm:t>
    </dgm:pt>
    <dgm:pt modelId="{2E96949C-6055-4036-99A0-14F0E31DF973}" type="sibTrans" cxnId="{F47F43B3-AA14-490E-A9F6-789C0845C33F}">
      <dgm:prSet/>
      <dgm:spPr/>
      <dgm:t>
        <a:bodyPr/>
        <a:lstStyle/>
        <a:p>
          <a:endParaRPr lang="en-US"/>
        </a:p>
      </dgm:t>
    </dgm:pt>
    <dgm:pt modelId="{93CBF6EB-8D62-4663-B353-EF74A2540E8A}">
      <dgm:prSet/>
      <dgm:spPr/>
      <dgm:t>
        <a:bodyPr/>
        <a:lstStyle/>
        <a:p>
          <a:r>
            <a:rPr lang="en-US"/>
            <a:t>Explicabilidad y confianza en IA</a:t>
          </a:r>
        </a:p>
      </dgm:t>
    </dgm:pt>
    <dgm:pt modelId="{9AB98580-E14A-4446-BAC6-9FA74EB6F8E8}" type="parTrans" cxnId="{8B506FB0-12EE-42FF-8B73-A49F8F2A1B8F}">
      <dgm:prSet/>
      <dgm:spPr/>
      <dgm:t>
        <a:bodyPr/>
        <a:lstStyle/>
        <a:p>
          <a:endParaRPr lang="en-US"/>
        </a:p>
      </dgm:t>
    </dgm:pt>
    <dgm:pt modelId="{0EC5A15F-8764-4FE5-8131-063A1E88EE24}" type="sibTrans" cxnId="{8B506FB0-12EE-42FF-8B73-A49F8F2A1B8F}">
      <dgm:prSet/>
      <dgm:spPr/>
      <dgm:t>
        <a:bodyPr/>
        <a:lstStyle/>
        <a:p>
          <a:endParaRPr lang="en-US"/>
        </a:p>
      </dgm:t>
    </dgm:pt>
    <dgm:pt modelId="{28825B05-B647-B343-8E1D-460BFDCC0299}" type="pres">
      <dgm:prSet presAssocID="{3578569B-D937-4BA2-ACD3-5785A898DFE6}" presName="vert0" presStyleCnt="0">
        <dgm:presLayoutVars>
          <dgm:dir/>
          <dgm:animOne val="branch"/>
          <dgm:animLvl val="lvl"/>
        </dgm:presLayoutVars>
      </dgm:prSet>
      <dgm:spPr/>
    </dgm:pt>
    <dgm:pt modelId="{E67CFB06-F8BA-194B-BF82-D133CF12CCA9}" type="pres">
      <dgm:prSet presAssocID="{C7915011-5563-40B2-91EC-4258BADE6A5E}" presName="thickLine" presStyleLbl="alignNode1" presStyleIdx="0" presStyleCnt="4"/>
      <dgm:spPr/>
    </dgm:pt>
    <dgm:pt modelId="{1B81BB2B-BA21-C34E-B2B5-C20387C1220A}" type="pres">
      <dgm:prSet presAssocID="{C7915011-5563-40B2-91EC-4258BADE6A5E}" presName="horz1" presStyleCnt="0"/>
      <dgm:spPr/>
    </dgm:pt>
    <dgm:pt modelId="{7178EA36-C32C-E74F-9EBD-350438784464}" type="pres">
      <dgm:prSet presAssocID="{C7915011-5563-40B2-91EC-4258BADE6A5E}" presName="tx1" presStyleLbl="revTx" presStyleIdx="0" presStyleCnt="4"/>
      <dgm:spPr/>
    </dgm:pt>
    <dgm:pt modelId="{82489241-6610-D94A-A122-25E69FCFA283}" type="pres">
      <dgm:prSet presAssocID="{C7915011-5563-40B2-91EC-4258BADE6A5E}" presName="vert1" presStyleCnt="0"/>
      <dgm:spPr/>
    </dgm:pt>
    <dgm:pt modelId="{71127823-9521-C246-AA01-C8F0704208C0}" type="pres">
      <dgm:prSet presAssocID="{D9A9DE28-DEDD-44B7-A8DE-7E35EC8BC483}" presName="thickLine" presStyleLbl="alignNode1" presStyleIdx="1" presStyleCnt="4"/>
      <dgm:spPr/>
    </dgm:pt>
    <dgm:pt modelId="{7B000D01-9646-AF46-9804-90BDE8EBEDE7}" type="pres">
      <dgm:prSet presAssocID="{D9A9DE28-DEDD-44B7-A8DE-7E35EC8BC483}" presName="horz1" presStyleCnt="0"/>
      <dgm:spPr/>
    </dgm:pt>
    <dgm:pt modelId="{87D5C2A3-03EF-204F-883C-6F38716346F2}" type="pres">
      <dgm:prSet presAssocID="{D9A9DE28-DEDD-44B7-A8DE-7E35EC8BC483}" presName="tx1" presStyleLbl="revTx" presStyleIdx="1" presStyleCnt="4"/>
      <dgm:spPr/>
    </dgm:pt>
    <dgm:pt modelId="{E731052A-3060-7941-A572-8A47737B4EDC}" type="pres">
      <dgm:prSet presAssocID="{D9A9DE28-DEDD-44B7-A8DE-7E35EC8BC483}" presName="vert1" presStyleCnt="0"/>
      <dgm:spPr/>
    </dgm:pt>
    <dgm:pt modelId="{57738F8A-0680-494F-8566-DC29CEE6AE06}" type="pres">
      <dgm:prSet presAssocID="{833AA48F-E44A-4AF3-A41D-0417A1FEF9FC}" presName="thickLine" presStyleLbl="alignNode1" presStyleIdx="2" presStyleCnt="4"/>
      <dgm:spPr/>
    </dgm:pt>
    <dgm:pt modelId="{F18F6AFC-67FA-4A4C-B8B2-935B35FBCCBA}" type="pres">
      <dgm:prSet presAssocID="{833AA48F-E44A-4AF3-A41D-0417A1FEF9FC}" presName="horz1" presStyleCnt="0"/>
      <dgm:spPr/>
    </dgm:pt>
    <dgm:pt modelId="{555744DC-A7D3-2F4D-9378-AD80363EF962}" type="pres">
      <dgm:prSet presAssocID="{833AA48F-E44A-4AF3-A41D-0417A1FEF9FC}" presName="tx1" presStyleLbl="revTx" presStyleIdx="2" presStyleCnt="4"/>
      <dgm:spPr/>
    </dgm:pt>
    <dgm:pt modelId="{A7C99FCA-5A41-8840-B6BF-9BADCD56B4C5}" type="pres">
      <dgm:prSet presAssocID="{833AA48F-E44A-4AF3-A41D-0417A1FEF9FC}" presName="vert1" presStyleCnt="0"/>
      <dgm:spPr/>
    </dgm:pt>
    <dgm:pt modelId="{FA5C5D36-8486-8B43-A5AC-52CCAC344CC4}" type="pres">
      <dgm:prSet presAssocID="{93CBF6EB-8D62-4663-B353-EF74A2540E8A}" presName="thickLine" presStyleLbl="alignNode1" presStyleIdx="3" presStyleCnt="4"/>
      <dgm:spPr/>
    </dgm:pt>
    <dgm:pt modelId="{2B68E4A5-7DCE-7F4B-A927-F1A10CC8EF53}" type="pres">
      <dgm:prSet presAssocID="{93CBF6EB-8D62-4663-B353-EF74A2540E8A}" presName="horz1" presStyleCnt="0"/>
      <dgm:spPr/>
    </dgm:pt>
    <dgm:pt modelId="{73855A89-A6CF-DC4C-A320-CA6FA83419B0}" type="pres">
      <dgm:prSet presAssocID="{93CBF6EB-8D62-4663-B353-EF74A2540E8A}" presName="tx1" presStyleLbl="revTx" presStyleIdx="3" presStyleCnt="4"/>
      <dgm:spPr/>
    </dgm:pt>
    <dgm:pt modelId="{225C00CE-18C2-1B4E-A4CE-6D01511D2610}" type="pres">
      <dgm:prSet presAssocID="{93CBF6EB-8D62-4663-B353-EF74A2540E8A}" presName="vert1" presStyleCnt="0"/>
      <dgm:spPr/>
    </dgm:pt>
  </dgm:ptLst>
  <dgm:cxnLst>
    <dgm:cxn modelId="{D997410D-CC2D-1B44-B3F3-EAD0433B3CFC}" type="presOf" srcId="{833AA48F-E44A-4AF3-A41D-0417A1FEF9FC}" destId="{555744DC-A7D3-2F4D-9378-AD80363EF962}" srcOrd="0" destOrd="0" presId="urn:microsoft.com/office/officeart/2008/layout/LinedList"/>
    <dgm:cxn modelId="{DF1B903A-CC5F-DF49-B6A5-B512382B72C7}" type="presOf" srcId="{D9A9DE28-DEDD-44B7-A8DE-7E35EC8BC483}" destId="{87D5C2A3-03EF-204F-883C-6F38716346F2}" srcOrd="0" destOrd="0" presId="urn:microsoft.com/office/officeart/2008/layout/LinedList"/>
    <dgm:cxn modelId="{193AF44D-B654-BD48-A453-7E4A915C73C0}" type="presOf" srcId="{C7915011-5563-40B2-91EC-4258BADE6A5E}" destId="{7178EA36-C32C-E74F-9EBD-350438784464}" srcOrd="0" destOrd="0" presId="urn:microsoft.com/office/officeart/2008/layout/LinedList"/>
    <dgm:cxn modelId="{BA04EA4F-9D58-E645-AB12-6699C9B53EAA}" type="presOf" srcId="{3578569B-D937-4BA2-ACD3-5785A898DFE6}" destId="{28825B05-B647-B343-8E1D-460BFDCC0299}" srcOrd="0" destOrd="0" presId="urn:microsoft.com/office/officeart/2008/layout/LinedList"/>
    <dgm:cxn modelId="{4447B15C-6D67-43E8-BA2D-4838C92281A1}" srcId="{3578569B-D937-4BA2-ACD3-5785A898DFE6}" destId="{D9A9DE28-DEDD-44B7-A8DE-7E35EC8BC483}" srcOrd="1" destOrd="0" parTransId="{5D2AEA2E-9189-48E9-A3FF-49DB46212F15}" sibTransId="{076EFA75-D451-4F2B-803D-E6601579383D}"/>
    <dgm:cxn modelId="{0BB87664-44DA-4262-96F9-6A8F0C2F3B6F}" srcId="{3578569B-D937-4BA2-ACD3-5785A898DFE6}" destId="{C7915011-5563-40B2-91EC-4258BADE6A5E}" srcOrd="0" destOrd="0" parTransId="{4AA46C5D-E51E-4F5C-8A0F-E3A4E15AA24D}" sibTransId="{50CF6804-B0CC-495A-B0AD-F726AEA1F63B}"/>
    <dgm:cxn modelId="{D25CFC8A-DE1E-3E4B-B3FF-C2C52F5D987C}" type="presOf" srcId="{93CBF6EB-8D62-4663-B353-EF74A2540E8A}" destId="{73855A89-A6CF-DC4C-A320-CA6FA83419B0}" srcOrd="0" destOrd="0" presId="urn:microsoft.com/office/officeart/2008/layout/LinedList"/>
    <dgm:cxn modelId="{8B506FB0-12EE-42FF-8B73-A49F8F2A1B8F}" srcId="{3578569B-D937-4BA2-ACD3-5785A898DFE6}" destId="{93CBF6EB-8D62-4663-B353-EF74A2540E8A}" srcOrd="3" destOrd="0" parTransId="{9AB98580-E14A-4446-BAC6-9FA74EB6F8E8}" sibTransId="{0EC5A15F-8764-4FE5-8131-063A1E88EE24}"/>
    <dgm:cxn modelId="{F47F43B3-AA14-490E-A9F6-789C0845C33F}" srcId="{3578569B-D937-4BA2-ACD3-5785A898DFE6}" destId="{833AA48F-E44A-4AF3-A41D-0417A1FEF9FC}" srcOrd="2" destOrd="0" parTransId="{A223DD60-8E5D-491A-B1C6-FBD7CF77196C}" sibTransId="{2E96949C-6055-4036-99A0-14F0E31DF973}"/>
    <dgm:cxn modelId="{E2A819F2-EE64-1846-858D-922871423875}" type="presParOf" srcId="{28825B05-B647-B343-8E1D-460BFDCC0299}" destId="{E67CFB06-F8BA-194B-BF82-D133CF12CCA9}" srcOrd="0" destOrd="0" presId="urn:microsoft.com/office/officeart/2008/layout/LinedList"/>
    <dgm:cxn modelId="{EFF9D6C1-A1BC-C441-A02D-5B70732B48BE}" type="presParOf" srcId="{28825B05-B647-B343-8E1D-460BFDCC0299}" destId="{1B81BB2B-BA21-C34E-B2B5-C20387C1220A}" srcOrd="1" destOrd="0" presId="urn:microsoft.com/office/officeart/2008/layout/LinedList"/>
    <dgm:cxn modelId="{32B45982-A49A-9A40-806F-0C9F4A5EAD6D}" type="presParOf" srcId="{1B81BB2B-BA21-C34E-B2B5-C20387C1220A}" destId="{7178EA36-C32C-E74F-9EBD-350438784464}" srcOrd="0" destOrd="0" presId="urn:microsoft.com/office/officeart/2008/layout/LinedList"/>
    <dgm:cxn modelId="{38CABB28-835E-714E-A5F7-07C4913CDFA0}" type="presParOf" srcId="{1B81BB2B-BA21-C34E-B2B5-C20387C1220A}" destId="{82489241-6610-D94A-A122-25E69FCFA283}" srcOrd="1" destOrd="0" presId="urn:microsoft.com/office/officeart/2008/layout/LinedList"/>
    <dgm:cxn modelId="{6433E307-EC6B-A64A-9E59-E9088D8FC501}" type="presParOf" srcId="{28825B05-B647-B343-8E1D-460BFDCC0299}" destId="{71127823-9521-C246-AA01-C8F0704208C0}" srcOrd="2" destOrd="0" presId="urn:microsoft.com/office/officeart/2008/layout/LinedList"/>
    <dgm:cxn modelId="{7DEE06EE-63BF-4F41-AF92-DF75890F18E9}" type="presParOf" srcId="{28825B05-B647-B343-8E1D-460BFDCC0299}" destId="{7B000D01-9646-AF46-9804-90BDE8EBEDE7}" srcOrd="3" destOrd="0" presId="urn:microsoft.com/office/officeart/2008/layout/LinedList"/>
    <dgm:cxn modelId="{D411BC3E-163A-934B-BE94-83D2B40373BF}" type="presParOf" srcId="{7B000D01-9646-AF46-9804-90BDE8EBEDE7}" destId="{87D5C2A3-03EF-204F-883C-6F38716346F2}" srcOrd="0" destOrd="0" presId="urn:microsoft.com/office/officeart/2008/layout/LinedList"/>
    <dgm:cxn modelId="{6B20F63E-1982-3E47-9755-E526C877EC1F}" type="presParOf" srcId="{7B000D01-9646-AF46-9804-90BDE8EBEDE7}" destId="{E731052A-3060-7941-A572-8A47737B4EDC}" srcOrd="1" destOrd="0" presId="urn:microsoft.com/office/officeart/2008/layout/LinedList"/>
    <dgm:cxn modelId="{DF2E8E4B-FC6A-D34F-B544-67E2942DE15E}" type="presParOf" srcId="{28825B05-B647-B343-8E1D-460BFDCC0299}" destId="{57738F8A-0680-494F-8566-DC29CEE6AE06}" srcOrd="4" destOrd="0" presId="urn:microsoft.com/office/officeart/2008/layout/LinedList"/>
    <dgm:cxn modelId="{23470FAB-FBD3-3C40-A600-A4BF272BFF75}" type="presParOf" srcId="{28825B05-B647-B343-8E1D-460BFDCC0299}" destId="{F18F6AFC-67FA-4A4C-B8B2-935B35FBCCBA}" srcOrd="5" destOrd="0" presId="urn:microsoft.com/office/officeart/2008/layout/LinedList"/>
    <dgm:cxn modelId="{02648D5B-A88F-0D44-B7B0-1F5785BFB193}" type="presParOf" srcId="{F18F6AFC-67FA-4A4C-B8B2-935B35FBCCBA}" destId="{555744DC-A7D3-2F4D-9378-AD80363EF962}" srcOrd="0" destOrd="0" presId="urn:microsoft.com/office/officeart/2008/layout/LinedList"/>
    <dgm:cxn modelId="{852CB6E8-ADFC-FC4E-A88C-642573F977D1}" type="presParOf" srcId="{F18F6AFC-67FA-4A4C-B8B2-935B35FBCCBA}" destId="{A7C99FCA-5A41-8840-B6BF-9BADCD56B4C5}" srcOrd="1" destOrd="0" presId="urn:microsoft.com/office/officeart/2008/layout/LinedList"/>
    <dgm:cxn modelId="{9D9E2A8F-084C-3C46-A1C6-8D8FB08AE3F4}" type="presParOf" srcId="{28825B05-B647-B343-8E1D-460BFDCC0299}" destId="{FA5C5D36-8486-8B43-A5AC-52CCAC344CC4}" srcOrd="6" destOrd="0" presId="urn:microsoft.com/office/officeart/2008/layout/LinedList"/>
    <dgm:cxn modelId="{95D3D1D7-1409-684F-A68A-FF86E0FD90EE}" type="presParOf" srcId="{28825B05-B647-B343-8E1D-460BFDCC0299}" destId="{2B68E4A5-7DCE-7F4B-A927-F1A10CC8EF53}" srcOrd="7" destOrd="0" presId="urn:microsoft.com/office/officeart/2008/layout/LinedList"/>
    <dgm:cxn modelId="{C75D3938-E20E-444D-B215-305B06F521A7}" type="presParOf" srcId="{2B68E4A5-7DCE-7F4B-A927-F1A10CC8EF53}" destId="{73855A89-A6CF-DC4C-A320-CA6FA83419B0}" srcOrd="0" destOrd="0" presId="urn:microsoft.com/office/officeart/2008/layout/LinedList"/>
    <dgm:cxn modelId="{F2FA56D1-FF66-9A44-A298-4DDBBE767129}" type="presParOf" srcId="{2B68E4A5-7DCE-7F4B-A927-F1A10CC8EF53}" destId="{225C00CE-18C2-1B4E-A4CE-6D01511D26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0C84EC4-2DF4-4DBE-8BA6-811B919BA01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236A98E-C7BC-4944-AAB4-FD34A24F6FA9}">
      <dgm:prSet/>
      <dgm:spPr/>
      <dgm:t>
        <a:bodyPr/>
        <a:lstStyle/>
        <a:p>
          <a:r>
            <a:rPr lang="en-US"/>
            <a:t>NLP conecta el lenguaje humano con las máquinas</a:t>
          </a:r>
        </a:p>
      </dgm:t>
    </dgm:pt>
    <dgm:pt modelId="{F6F8FC89-0C0A-4971-BA1F-5EA105251412}" type="parTrans" cxnId="{71943E06-F740-4D70-9BFB-A9DF884A3160}">
      <dgm:prSet/>
      <dgm:spPr/>
      <dgm:t>
        <a:bodyPr/>
        <a:lstStyle/>
        <a:p>
          <a:endParaRPr lang="en-US"/>
        </a:p>
      </dgm:t>
    </dgm:pt>
    <dgm:pt modelId="{5561678C-D7E8-4A74-8C93-64F50A511BF5}" type="sibTrans" cxnId="{71943E06-F740-4D70-9BFB-A9DF884A3160}">
      <dgm:prSet/>
      <dgm:spPr/>
      <dgm:t>
        <a:bodyPr/>
        <a:lstStyle/>
        <a:p>
          <a:endParaRPr lang="en-US"/>
        </a:p>
      </dgm:t>
    </dgm:pt>
    <dgm:pt modelId="{71F1F973-B276-47EC-9623-97728270BA59}">
      <dgm:prSet/>
      <dgm:spPr/>
      <dgm:t>
        <a:bodyPr/>
        <a:lstStyle/>
        <a:p>
          <a:r>
            <a:rPr lang="en-US"/>
            <a:t>Pasó de reglas → ML → Deep Learning → Transformers</a:t>
          </a:r>
        </a:p>
      </dgm:t>
    </dgm:pt>
    <dgm:pt modelId="{BFC906D6-3AFF-4DD0-B043-030F88FE6D3A}" type="parTrans" cxnId="{CE76EAB4-8F2B-4E42-A210-8F629C714DDA}">
      <dgm:prSet/>
      <dgm:spPr/>
      <dgm:t>
        <a:bodyPr/>
        <a:lstStyle/>
        <a:p>
          <a:endParaRPr lang="en-US"/>
        </a:p>
      </dgm:t>
    </dgm:pt>
    <dgm:pt modelId="{016D236D-5B5C-4E52-B5A2-A31000A312C0}" type="sibTrans" cxnId="{CE76EAB4-8F2B-4E42-A210-8F629C714DDA}">
      <dgm:prSet/>
      <dgm:spPr/>
      <dgm:t>
        <a:bodyPr/>
        <a:lstStyle/>
        <a:p>
          <a:endParaRPr lang="en-US"/>
        </a:p>
      </dgm:t>
    </dgm:pt>
    <dgm:pt modelId="{90F91656-65F3-45B1-8283-251814C30683}">
      <dgm:prSet/>
      <dgm:spPr/>
      <dgm:t>
        <a:bodyPr/>
        <a:lstStyle/>
        <a:p>
          <a:r>
            <a:rPr lang="en-US"/>
            <a:t>Hoy se usan RAG y agentes como aplicaciones avanzadas</a:t>
          </a:r>
        </a:p>
      </dgm:t>
    </dgm:pt>
    <dgm:pt modelId="{0F8EF9AE-4C3C-4F58-97EB-8E8D395D1576}" type="parTrans" cxnId="{40E188E9-4B90-4A9D-83E8-A3FA0DF0303B}">
      <dgm:prSet/>
      <dgm:spPr/>
      <dgm:t>
        <a:bodyPr/>
        <a:lstStyle/>
        <a:p>
          <a:endParaRPr lang="en-US"/>
        </a:p>
      </dgm:t>
    </dgm:pt>
    <dgm:pt modelId="{36B9AE9A-8743-41CB-81DC-1135C96A4F93}" type="sibTrans" cxnId="{40E188E9-4B90-4A9D-83E8-A3FA0DF0303B}">
      <dgm:prSet/>
      <dgm:spPr/>
      <dgm:t>
        <a:bodyPr/>
        <a:lstStyle/>
        <a:p>
          <a:endParaRPr lang="en-US"/>
        </a:p>
      </dgm:t>
    </dgm:pt>
    <dgm:pt modelId="{F236CD0F-1F20-4AD3-B5A8-4233542B8E71}">
      <dgm:prSet/>
      <dgm:spPr/>
      <dgm:t>
        <a:bodyPr/>
        <a:lstStyle/>
        <a:p>
          <a:r>
            <a:rPr lang="en-US"/>
            <a:t>¡El futuro es multimodal y autónomo!</a:t>
          </a:r>
        </a:p>
      </dgm:t>
    </dgm:pt>
    <dgm:pt modelId="{190932ED-CD33-4EA4-B44F-469C83404EDE}" type="parTrans" cxnId="{C3D55994-1D1C-433D-AC3C-D781ADD1E77C}">
      <dgm:prSet/>
      <dgm:spPr/>
      <dgm:t>
        <a:bodyPr/>
        <a:lstStyle/>
        <a:p>
          <a:endParaRPr lang="en-US"/>
        </a:p>
      </dgm:t>
    </dgm:pt>
    <dgm:pt modelId="{04FBF997-3C60-441F-83E9-AA1E3BB8C89A}" type="sibTrans" cxnId="{C3D55994-1D1C-433D-AC3C-D781ADD1E77C}">
      <dgm:prSet/>
      <dgm:spPr/>
      <dgm:t>
        <a:bodyPr/>
        <a:lstStyle/>
        <a:p>
          <a:endParaRPr lang="en-US"/>
        </a:p>
      </dgm:t>
    </dgm:pt>
    <dgm:pt modelId="{725BF3F6-8BD2-834E-9074-AF20AEBE0C4B}" type="pres">
      <dgm:prSet presAssocID="{50C84EC4-2DF4-4DBE-8BA6-811B919BA01F}" presName="vert0" presStyleCnt="0">
        <dgm:presLayoutVars>
          <dgm:dir/>
          <dgm:animOne val="branch"/>
          <dgm:animLvl val="lvl"/>
        </dgm:presLayoutVars>
      </dgm:prSet>
      <dgm:spPr/>
    </dgm:pt>
    <dgm:pt modelId="{0954CE4F-577F-E642-A24B-F2354CD69B64}" type="pres">
      <dgm:prSet presAssocID="{3236A98E-C7BC-4944-AAB4-FD34A24F6FA9}" presName="thickLine" presStyleLbl="alignNode1" presStyleIdx="0" presStyleCnt="4"/>
      <dgm:spPr/>
    </dgm:pt>
    <dgm:pt modelId="{5AEDD7D0-4CA5-B04D-8D27-220DC4C8B8F5}" type="pres">
      <dgm:prSet presAssocID="{3236A98E-C7BC-4944-AAB4-FD34A24F6FA9}" presName="horz1" presStyleCnt="0"/>
      <dgm:spPr/>
    </dgm:pt>
    <dgm:pt modelId="{501AFFA7-F479-EA47-A8B9-0CE22453D93E}" type="pres">
      <dgm:prSet presAssocID="{3236A98E-C7BC-4944-AAB4-FD34A24F6FA9}" presName="tx1" presStyleLbl="revTx" presStyleIdx="0" presStyleCnt="4"/>
      <dgm:spPr/>
    </dgm:pt>
    <dgm:pt modelId="{EFDE7ACF-EF53-0048-B4C1-A147BA41FA90}" type="pres">
      <dgm:prSet presAssocID="{3236A98E-C7BC-4944-AAB4-FD34A24F6FA9}" presName="vert1" presStyleCnt="0"/>
      <dgm:spPr/>
    </dgm:pt>
    <dgm:pt modelId="{01047BC1-26BF-B44A-ADA5-1AD3B9224F9E}" type="pres">
      <dgm:prSet presAssocID="{71F1F973-B276-47EC-9623-97728270BA59}" presName="thickLine" presStyleLbl="alignNode1" presStyleIdx="1" presStyleCnt="4"/>
      <dgm:spPr/>
    </dgm:pt>
    <dgm:pt modelId="{7A6E8F71-9134-B34A-8339-028BA24FE5FF}" type="pres">
      <dgm:prSet presAssocID="{71F1F973-B276-47EC-9623-97728270BA59}" presName="horz1" presStyleCnt="0"/>
      <dgm:spPr/>
    </dgm:pt>
    <dgm:pt modelId="{FBBF217B-C9C7-2B4D-AF80-1C2FEA4A4611}" type="pres">
      <dgm:prSet presAssocID="{71F1F973-B276-47EC-9623-97728270BA59}" presName="tx1" presStyleLbl="revTx" presStyleIdx="1" presStyleCnt="4"/>
      <dgm:spPr/>
    </dgm:pt>
    <dgm:pt modelId="{10BAD181-011C-524F-ABA0-3932142C7BAF}" type="pres">
      <dgm:prSet presAssocID="{71F1F973-B276-47EC-9623-97728270BA59}" presName="vert1" presStyleCnt="0"/>
      <dgm:spPr/>
    </dgm:pt>
    <dgm:pt modelId="{5CDF0018-A4A3-3B42-8DAF-49CBBC90B324}" type="pres">
      <dgm:prSet presAssocID="{90F91656-65F3-45B1-8283-251814C30683}" presName="thickLine" presStyleLbl="alignNode1" presStyleIdx="2" presStyleCnt="4"/>
      <dgm:spPr/>
    </dgm:pt>
    <dgm:pt modelId="{67BF0365-2F0A-F649-B4EA-4BE4A326BBE7}" type="pres">
      <dgm:prSet presAssocID="{90F91656-65F3-45B1-8283-251814C30683}" presName="horz1" presStyleCnt="0"/>
      <dgm:spPr/>
    </dgm:pt>
    <dgm:pt modelId="{99EBA713-202D-5949-BEC5-9F548AFDC43C}" type="pres">
      <dgm:prSet presAssocID="{90F91656-65F3-45B1-8283-251814C30683}" presName="tx1" presStyleLbl="revTx" presStyleIdx="2" presStyleCnt="4"/>
      <dgm:spPr/>
    </dgm:pt>
    <dgm:pt modelId="{1774AD2B-BAE4-0E4C-82D2-7D9C2D3209C4}" type="pres">
      <dgm:prSet presAssocID="{90F91656-65F3-45B1-8283-251814C30683}" presName="vert1" presStyleCnt="0"/>
      <dgm:spPr/>
    </dgm:pt>
    <dgm:pt modelId="{5C19D3D0-4CC6-954A-9B04-5C59F2848290}" type="pres">
      <dgm:prSet presAssocID="{F236CD0F-1F20-4AD3-B5A8-4233542B8E71}" presName="thickLine" presStyleLbl="alignNode1" presStyleIdx="3" presStyleCnt="4"/>
      <dgm:spPr/>
    </dgm:pt>
    <dgm:pt modelId="{55C9DB41-0CCA-EC41-8453-46F2BBC285BB}" type="pres">
      <dgm:prSet presAssocID="{F236CD0F-1F20-4AD3-B5A8-4233542B8E71}" presName="horz1" presStyleCnt="0"/>
      <dgm:spPr/>
    </dgm:pt>
    <dgm:pt modelId="{7291A7AA-864D-A547-BFC1-34B3C0B6E0F5}" type="pres">
      <dgm:prSet presAssocID="{F236CD0F-1F20-4AD3-B5A8-4233542B8E71}" presName="tx1" presStyleLbl="revTx" presStyleIdx="3" presStyleCnt="4"/>
      <dgm:spPr/>
    </dgm:pt>
    <dgm:pt modelId="{87A8FEFF-77E0-1A44-A334-18499BB74F82}" type="pres">
      <dgm:prSet presAssocID="{F236CD0F-1F20-4AD3-B5A8-4233542B8E71}" presName="vert1" presStyleCnt="0"/>
      <dgm:spPr/>
    </dgm:pt>
  </dgm:ptLst>
  <dgm:cxnLst>
    <dgm:cxn modelId="{71943E06-F740-4D70-9BFB-A9DF884A3160}" srcId="{50C84EC4-2DF4-4DBE-8BA6-811B919BA01F}" destId="{3236A98E-C7BC-4944-AAB4-FD34A24F6FA9}" srcOrd="0" destOrd="0" parTransId="{F6F8FC89-0C0A-4971-BA1F-5EA105251412}" sibTransId="{5561678C-D7E8-4A74-8C93-64F50A511BF5}"/>
    <dgm:cxn modelId="{9AA7A009-9B54-204D-9D11-B623709836BB}" type="presOf" srcId="{90F91656-65F3-45B1-8283-251814C30683}" destId="{99EBA713-202D-5949-BEC5-9F548AFDC43C}" srcOrd="0" destOrd="0" presId="urn:microsoft.com/office/officeart/2008/layout/LinedList"/>
    <dgm:cxn modelId="{BC6CC10E-BD84-D34E-8DFC-AA401966D4E3}" type="presOf" srcId="{3236A98E-C7BC-4944-AAB4-FD34A24F6FA9}" destId="{501AFFA7-F479-EA47-A8B9-0CE22453D93E}" srcOrd="0" destOrd="0" presId="urn:microsoft.com/office/officeart/2008/layout/LinedList"/>
    <dgm:cxn modelId="{2540B925-4893-1440-A251-A9813A5991A5}" type="presOf" srcId="{50C84EC4-2DF4-4DBE-8BA6-811B919BA01F}" destId="{725BF3F6-8BD2-834E-9074-AF20AEBE0C4B}" srcOrd="0" destOrd="0" presId="urn:microsoft.com/office/officeart/2008/layout/LinedList"/>
    <dgm:cxn modelId="{C3D55994-1D1C-433D-AC3C-D781ADD1E77C}" srcId="{50C84EC4-2DF4-4DBE-8BA6-811B919BA01F}" destId="{F236CD0F-1F20-4AD3-B5A8-4233542B8E71}" srcOrd="3" destOrd="0" parTransId="{190932ED-CD33-4EA4-B44F-469C83404EDE}" sibTransId="{04FBF997-3C60-441F-83E9-AA1E3BB8C89A}"/>
    <dgm:cxn modelId="{A579739E-D633-6B48-8EBB-7F5D26D12D29}" type="presOf" srcId="{F236CD0F-1F20-4AD3-B5A8-4233542B8E71}" destId="{7291A7AA-864D-A547-BFC1-34B3C0B6E0F5}" srcOrd="0" destOrd="0" presId="urn:microsoft.com/office/officeart/2008/layout/LinedList"/>
    <dgm:cxn modelId="{4BD06FAE-EEFA-4A4B-8179-13BC6666B769}" type="presOf" srcId="{71F1F973-B276-47EC-9623-97728270BA59}" destId="{FBBF217B-C9C7-2B4D-AF80-1C2FEA4A4611}" srcOrd="0" destOrd="0" presId="urn:microsoft.com/office/officeart/2008/layout/LinedList"/>
    <dgm:cxn modelId="{CE76EAB4-8F2B-4E42-A210-8F629C714DDA}" srcId="{50C84EC4-2DF4-4DBE-8BA6-811B919BA01F}" destId="{71F1F973-B276-47EC-9623-97728270BA59}" srcOrd="1" destOrd="0" parTransId="{BFC906D6-3AFF-4DD0-B043-030F88FE6D3A}" sibTransId="{016D236D-5B5C-4E52-B5A2-A31000A312C0}"/>
    <dgm:cxn modelId="{40E188E9-4B90-4A9D-83E8-A3FA0DF0303B}" srcId="{50C84EC4-2DF4-4DBE-8BA6-811B919BA01F}" destId="{90F91656-65F3-45B1-8283-251814C30683}" srcOrd="2" destOrd="0" parTransId="{0F8EF9AE-4C3C-4F58-97EB-8E8D395D1576}" sibTransId="{36B9AE9A-8743-41CB-81DC-1135C96A4F93}"/>
    <dgm:cxn modelId="{0B916CBA-008F-314B-B6FD-77B3F9B9A408}" type="presParOf" srcId="{725BF3F6-8BD2-834E-9074-AF20AEBE0C4B}" destId="{0954CE4F-577F-E642-A24B-F2354CD69B64}" srcOrd="0" destOrd="0" presId="urn:microsoft.com/office/officeart/2008/layout/LinedList"/>
    <dgm:cxn modelId="{C4EE62C7-8EBC-4843-82E6-AA7526EC0564}" type="presParOf" srcId="{725BF3F6-8BD2-834E-9074-AF20AEBE0C4B}" destId="{5AEDD7D0-4CA5-B04D-8D27-220DC4C8B8F5}" srcOrd="1" destOrd="0" presId="urn:microsoft.com/office/officeart/2008/layout/LinedList"/>
    <dgm:cxn modelId="{90DB21FC-1E48-6941-8747-9D92568A7919}" type="presParOf" srcId="{5AEDD7D0-4CA5-B04D-8D27-220DC4C8B8F5}" destId="{501AFFA7-F479-EA47-A8B9-0CE22453D93E}" srcOrd="0" destOrd="0" presId="urn:microsoft.com/office/officeart/2008/layout/LinedList"/>
    <dgm:cxn modelId="{2249E1F5-9E32-1940-889B-FF4E43AC44FD}" type="presParOf" srcId="{5AEDD7D0-4CA5-B04D-8D27-220DC4C8B8F5}" destId="{EFDE7ACF-EF53-0048-B4C1-A147BA41FA90}" srcOrd="1" destOrd="0" presId="urn:microsoft.com/office/officeart/2008/layout/LinedList"/>
    <dgm:cxn modelId="{80398201-FE17-7840-A43B-78FF2E4A3AA3}" type="presParOf" srcId="{725BF3F6-8BD2-834E-9074-AF20AEBE0C4B}" destId="{01047BC1-26BF-B44A-ADA5-1AD3B9224F9E}" srcOrd="2" destOrd="0" presId="urn:microsoft.com/office/officeart/2008/layout/LinedList"/>
    <dgm:cxn modelId="{65A13C3A-A4F3-3349-A0A5-F635645A56CF}" type="presParOf" srcId="{725BF3F6-8BD2-834E-9074-AF20AEBE0C4B}" destId="{7A6E8F71-9134-B34A-8339-028BA24FE5FF}" srcOrd="3" destOrd="0" presId="urn:microsoft.com/office/officeart/2008/layout/LinedList"/>
    <dgm:cxn modelId="{2127ECB5-7BF8-7C45-81A0-118699F53B96}" type="presParOf" srcId="{7A6E8F71-9134-B34A-8339-028BA24FE5FF}" destId="{FBBF217B-C9C7-2B4D-AF80-1C2FEA4A4611}" srcOrd="0" destOrd="0" presId="urn:microsoft.com/office/officeart/2008/layout/LinedList"/>
    <dgm:cxn modelId="{DF34754E-FE40-7C43-AAD9-9B9782A7250E}" type="presParOf" srcId="{7A6E8F71-9134-B34A-8339-028BA24FE5FF}" destId="{10BAD181-011C-524F-ABA0-3932142C7BAF}" srcOrd="1" destOrd="0" presId="urn:microsoft.com/office/officeart/2008/layout/LinedList"/>
    <dgm:cxn modelId="{9CA76A78-5196-DC42-ABF5-7C5FA2B7CF26}" type="presParOf" srcId="{725BF3F6-8BD2-834E-9074-AF20AEBE0C4B}" destId="{5CDF0018-A4A3-3B42-8DAF-49CBBC90B324}" srcOrd="4" destOrd="0" presId="urn:microsoft.com/office/officeart/2008/layout/LinedList"/>
    <dgm:cxn modelId="{198E75EA-9D83-5C47-ABB4-DD63F8A9E575}" type="presParOf" srcId="{725BF3F6-8BD2-834E-9074-AF20AEBE0C4B}" destId="{67BF0365-2F0A-F649-B4EA-4BE4A326BBE7}" srcOrd="5" destOrd="0" presId="urn:microsoft.com/office/officeart/2008/layout/LinedList"/>
    <dgm:cxn modelId="{D3108779-5DDB-4447-B969-34543F26F04E}" type="presParOf" srcId="{67BF0365-2F0A-F649-B4EA-4BE4A326BBE7}" destId="{99EBA713-202D-5949-BEC5-9F548AFDC43C}" srcOrd="0" destOrd="0" presId="urn:microsoft.com/office/officeart/2008/layout/LinedList"/>
    <dgm:cxn modelId="{D6C6916A-4035-E443-B48A-AD44350D5913}" type="presParOf" srcId="{67BF0365-2F0A-F649-B4EA-4BE4A326BBE7}" destId="{1774AD2B-BAE4-0E4C-82D2-7D9C2D3209C4}" srcOrd="1" destOrd="0" presId="urn:microsoft.com/office/officeart/2008/layout/LinedList"/>
    <dgm:cxn modelId="{92666990-062C-FB4B-AA45-94BC3A49BE71}" type="presParOf" srcId="{725BF3F6-8BD2-834E-9074-AF20AEBE0C4B}" destId="{5C19D3D0-4CC6-954A-9B04-5C59F2848290}" srcOrd="6" destOrd="0" presId="urn:microsoft.com/office/officeart/2008/layout/LinedList"/>
    <dgm:cxn modelId="{C761C210-6D87-2249-A372-CDA2FFEB98AD}" type="presParOf" srcId="{725BF3F6-8BD2-834E-9074-AF20AEBE0C4B}" destId="{55C9DB41-0CCA-EC41-8453-46F2BBC285BB}" srcOrd="7" destOrd="0" presId="urn:microsoft.com/office/officeart/2008/layout/LinedList"/>
    <dgm:cxn modelId="{C6A02350-4FFA-C346-B10B-2B54563A753E}" type="presParOf" srcId="{55C9DB41-0CCA-EC41-8453-46F2BBC285BB}" destId="{7291A7AA-864D-A547-BFC1-34B3C0B6E0F5}" srcOrd="0" destOrd="0" presId="urn:microsoft.com/office/officeart/2008/layout/LinedList"/>
    <dgm:cxn modelId="{2093EC68-EBC1-1144-9A8C-AE23ABB34B14}" type="presParOf" srcId="{55C9DB41-0CCA-EC41-8453-46F2BBC285BB}" destId="{87A8FEFF-77E0-1A44-A334-18499BB74F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9A4FE-CD2E-2E4A-8B82-6DE2EA6FA48F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219F2F-D4EF-7D47-8BA9-2F002AA08447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Entender</a:t>
          </a:r>
          <a:r>
            <a:rPr lang="en-US" sz="3800" kern="1200" dirty="0"/>
            <a:t> </a:t>
          </a:r>
          <a:r>
            <a:rPr lang="en-US" sz="3800" kern="1200" dirty="0" err="1"/>
            <a:t>qué</a:t>
          </a:r>
          <a:r>
            <a:rPr lang="en-US" sz="3800" kern="1200" dirty="0"/>
            <a:t> es NLP y sus </a:t>
          </a:r>
          <a:r>
            <a:rPr lang="en-US" sz="3800" kern="1200" dirty="0" err="1"/>
            <a:t>aplicaciones</a:t>
          </a:r>
          <a:endParaRPr lang="en-US" sz="3800" kern="1200" dirty="0"/>
        </a:p>
      </dsp:txBody>
      <dsp:txXfrm>
        <a:off x="0" y="0"/>
        <a:ext cx="5000124" cy="1363480"/>
      </dsp:txXfrm>
    </dsp:sp>
    <dsp:sp modelId="{CAB6B98C-C01F-1B40-8E19-D1ED6BCA0497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AAC194-C478-3F40-B81E-CBB20266D2E3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Explorar los enfoques clásicos y modernos</a:t>
          </a:r>
        </a:p>
      </dsp:txBody>
      <dsp:txXfrm>
        <a:off x="0" y="1363480"/>
        <a:ext cx="5000124" cy="1363480"/>
      </dsp:txXfrm>
    </dsp:sp>
    <dsp:sp modelId="{23B52F41-1B4B-CE47-830B-006E11D975CA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786148-9024-7848-9C17-BFD5092E5826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Introducir</a:t>
          </a:r>
          <a:r>
            <a:rPr lang="en-US" sz="3800" kern="1200" dirty="0"/>
            <a:t> RAG y </a:t>
          </a:r>
          <a:r>
            <a:rPr lang="en-US" sz="3800" kern="1200" dirty="0" err="1"/>
            <a:t>Agentes</a:t>
          </a:r>
          <a:endParaRPr lang="en-US" sz="3800" kern="1200" dirty="0"/>
        </a:p>
      </dsp:txBody>
      <dsp:txXfrm>
        <a:off x="0" y="2726960"/>
        <a:ext cx="5000124" cy="1363480"/>
      </dsp:txXfrm>
    </dsp:sp>
    <dsp:sp modelId="{144DA372-5F9D-9A47-90E6-0B9F5D8BC8F0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FA7CAA-6713-AD4C-A542-D14E3781D704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Ver ejemplos prácticos en Python</a:t>
          </a:r>
        </a:p>
      </dsp:txBody>
      <dsp:txXfrm>
        <a:off x="0" y="4090440"/>
        <a:ext cx="5000124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C0766-49D8-47D0-A46E-0E667A1E6F88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BA207-BA03-45C2-A187-178CABEA48A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Rama de la inteligencia artificial que procesa lenguaje humano</a:t>
          </a:r>
        </a:p>
      </dsp:txBody>
      <dsp:txXfrm>
        <a:off x="78583" y="2435142"/>
        <a:ext cx="2399612" cy="720000"/>
      </dsp:txXfrm>
    </dsp:sp>
    <dsp:sp modelId="{4ABEC8BE-357D-40A8-BC7C-71609B6EA43B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D0090-FD55-4D23-B323-8320748CAF70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Permite que las computadoras entiendan y generen texto</a:t>
          </a:r>
        </a:p>
      </dsp:txBody>
      <dsp:txXfrm>
        <a:off x="2898129" y="2435142"/>
        <a:ext cx="2399612" cy="720000"/>
      </dsp:txXfrm>
    </dsp:sp>
    <dsp:sp modelId="{FCA5BBDE-E58A-47CB-B705-DD7E066FE0A5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04580-382C-4691-AE6D-CEE267220CAA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Conecta el lenguaje humano con las máquinas</a:t>
          </a:r>
        </a:p>
      </dsp:txBody>
      <dsp:txXfrm>
        <a:off x="5717674" y="2435142"/>
        <a:ext cx="23996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0622B-F159-A947-B2F9-6D9C197419FB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31586-191F-3E48-857A-6065CA259F39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Corrección ortográfica y autocompletado</a:t>
          </a:r>
        </a:p>
      </dsp:txBody>
      <dsp:txXfrm>
        <a:off x="2479673" y="478140"/>
        <a:ext cx="1475545" cy="1475545"/>
      </dsp:txXfrm>
    </dsp:sp>
    <dsp:sp modelId="{9E94FA7C-EF03-7B4C-8611-8943F5515F38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kern="1200"/>
            <a:t>Traductores automáticos (Google Translate)</a:t>
          </a:r>
          <a:endParaRPr lang="en-US" sz="1500" kern="1200"/>
        </a:p>
      </dsp:txBody>
      <dsp:txXfrm>
        <a:off x="4240651" y="478140"/>
        <a:ext cx="1475545" cy="1475545"/>
      </dsp:txXfrm>
    </dsp:sp>
    <dsp:sp modelId="{2383A388-6EF3-614E-B289-13D689009830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kern="1200"/>
            <a:t>Asistentes virtuales (Siri, Alexa, ChatGPT)</a:t>
          </a:r>
          <a:endParaRPr lang="en-US" sz="1500" kern="1200"/>
        </a:p>
      </dsp:txBody>
      <dsp:txXfrm>
        <a:off x="2479673" y="2239118"/>
        <a:ext cx="1475545" cy="1475545"/>
      </dsp:txXfrm>
    </dsp:sp>
    <dsp:sp modelId="{C3441F94-9147-8947-A129-9870E3194F41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Análisis de sentimientos en redes sociales</a:t>
          </a:r>
        </a:p>
      </dsp:txBody>
      <dsp:txXfrm>
        <a:off x="4240651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A04A4-1FDF-FE4A-A8AF-D87E5062D161}">
      <dsp:nvSpPr>
        <dsp:cNvPr id="0" name=""/>
        <dsp:cNvSpPr/>
      </dsp:nvSpPr>
      <dsp:spPr>
        <a:xfrm>
          <a:off x="0" y="2096402"/>
          <a:ext cx="819587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00F37-AB19-DC48-A8E2-520CD6E29935}">
      <dsp:nvSpPr>
        <dsp:cNvPr id="0" name=""/>
        <dsp:cNvSpPr/>
      </dsp:nvSpPr>
      <dsp:spPr>
        <a:xfrm rot="8100000">
          <a:off x="66311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1B657-3102-A64C-928C-D2BBCFF69CD1}">
      <dsp:nvSpPr>
        <dsp:cNvPr id="0" name=""/>
        <dsp:cNvSpPr/>
      </dsp:nvSpPr>
      <dsp:spPr>
        <a:xfrm>
          <a:off x="100565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0BA91-4926-6D48-B6B4-866D4219E34B}">
      <dsp:nvSpPr>
        <dsp:cNvPr id="0" name=""/>
        <dsp:cNvSpPr/>
      </dsp:nvSpPr>
      <dsp:spPr>
        <a:xfrm>
          <a:off x="438505" y="855332"/>
          <a:ext cx="272723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Sistemas basados en reglas</a:t>
          </a:r>
        </a:p>
      </dsp:txBody>
      <dsp:txXfrm>
        <a:off x="438505" y="855332"/>
        <a:ext cx="2727235" cy="1241070"/>
      </dsp:txXfrm>
    </dsp:sp>
    <dsp:sp modelId="{D96AEB28-3879-C743-944F-47E12A56E26A}">
      <dsp:nvSpPr>
        <dsp:cNvPr id="0" name=""/>
        <dsp:cNvSpPr/>
      </dsp:nvSpPr>
      <dsp:spPr>
        <a:xfrm>
          <a:off x="438505" y="419280"/>
          <a:ext cx="272723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1950–1980</a:t>
          </a:r>
        </a:p>
      </dsp:txBody>
      <dsp:txXfrm>
        <a:off x="438505" y="419280"/>
        <a:ext cx="2727235" cy="436051"/>
      </dsp:txXfrm>
    </dsp:sp>
    <dsp:sp modelId="{3EBBD016-1390-5C46-B05C-66BAA393E802}">
      <dsp:nvSpPr>
        <dsp:cNvPr id="0" name=""/>
        <dsp:cNvSpPr/>
      </dsp:nvSpPr>
      <dsp:spPr>
        <a:xfrm>
          <a:off x="220479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BFD475-9747-6F45-B830-0B6F63FDA66C}">
      <dsp:nvSpPr>
        <dsp:cNvPr id="0" name=""/>
        <dsp:cNvSpPr/>
      </dsp:nvSpPr>
      <dsp:spPr>
        <a:xfrm>
          <a:off x="180195" y="2057157"/>
          <a:ext cx="78489" cy="784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3CE1C-1108-E84C-AA61-5F09130B854B}">
      <dsp:nvSpPr>
        <dsp:cNvPr id="0" name=""/>
        <dsp:cNvSpPr/>
      </dsp:nvSpPr>
      <dsp:spPr>
        <a:xfrm rot="18900000">
          <a:off x="1701357" y="3401331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74010-6FB6-8A4A-BC82-D888408CA436}">
      <dsp:nvSpPr>
        <dsp:cNvPr id="0" name=""/>
        <dsp:cNvSpPr/>
      </dsp:nvSpPr>
      <dsp:spPr>
        <a:xfrm>
          <a:off x="1735611" y="3435584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0A01E-E27C-A94E-BEDE-A79DAC647105}">
      <dsp:nvSpPr>
        <dsp:cNvPr id="0" name=""/>
        <dsp:cNvSpPr/>
      </dsp:nvSpPr>
      <dsp:spPr>
        <a:xfrm>
          <a:off x="2073551" y="2096402"/>
          <a:ext cx="272723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Machine Learning </a:t>
          </a:r>
          <a:r>
            <a:rPr lang="en-US" sz="1500" kern="1200" dirty="0" err="1"/>
            <a:t>clásico</a:t>
          </a:r>
          <a:r>
            <a:rPr lang="en-US" sz="1500" kern="1200" dirty="0"/>
            <a:t> (</a:t>
          </a:r>
          <a:r>
            <a:rPr lang="en-US" sz="1500" kern="1200" dirty="0">
              <a:hlinkClick xmlns:r="http://schemas.openxmlformats.org/officeDocument/2006/relationships" r:id=""/>
            </a:rPr>
            <a:t>Naive Bayes</a:t>
          </a:r>
          <a:r>
            <a:rPr lang="en-US" sz="1500" kern="1200" dirty="0"/>
            <a:t>, </a:t>
          </a:r>
          <a:r>
            <a:rPr lang="en-US" sz="1500" kern="1200" dirty="0">
              <a:hlinkClick xmlns:r="http://schemas.openxmlformats.org/officeDocument/2006/relationships" r:id=""/>
            </a:rPr>
            <a:t>SVM</a:t>
          </a:r>
          <a:r>
            <a:rPr lang="en-US" sz="1500" kern="1200" dirty="0"/>
            <a:t>)</a:t>
          </a:r>
        </a:p>
      </dsp:txBody>
      <dsp:txXfrm>
        <a:off x="2073551" y="2096402"/>
        <a:ext cx="2727235" cy="1241070"/>
      </dsp:txXfrm>
    </dsp:sp>
    <dsp:sp modelId="{F507B5BA-9628-B84A-9A2D-97F496DD7F7C}">
      <dsp:nvSpPr>
        <dsp:cNvPr id="0" name=""/>
        <dsp:cNvSpPr/>
      </dsp:nvSpPr>
      <dsp:spPr>
        <a:xfrm>
          <a:off x="2073551" y="3337472"/>
          <a:ext cx="272723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1990</a:t>
          </a:r>
        </a:p>
      </dsp:txBody>
      <dsp:txXfrm>
        <a:off x="2073551" y="3337472"/>
        <a:ext cx="2727235" cy="436051"/>
      </dsp:txXfrm>
    </dsp:sp>
    <dsp:sp modelId="{32652EF3-D50D-564E-A628-05EFE7BACECD}">
      <dsp:nvSpPr>
        <dsp:cNvPr id="0" name=""/>
        <dsp:cNvSpPr/>
      </dsp:nvSpPr>
      <dsp:spPr>
        <a:xfrm>
          <a:off x="1855525" y="209640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1C3807-9A17-9844-89C9-696BCE4BF00C}">
      <dsp:nvSpPr>
        <dsp:cNvPr id="0" name=""/>
        <dsp:cNvSpPr/>
      </dsp:nvSpPr>
      <dsp:spPr>
        <a:xfrm>
          <a:off x="1815241" y="2057157"/>
          <a:ext cx="78489" cy="78489"/>
        </a:xfrm>
        <a:prstGeom prst="ellips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19F7B-E4E0-8744-8A82-43D0B5C627A7}">
      <dsp:nvSpPr>
        <dsp:cNvPr id="0" name=""/>
        <dsp:cNvSpPr/>
      </dsp:nvSpPr>
      <dsp:spPr>
        <a:xfrm rot="8100000">
          <a:off x="3336403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E7731-6AF8-0E4A-8A39-D28DB95B4DF9}">
      <dsp:nvSpPr>
        <dsp:cNvPr id="0" name=""/>
        <dsp:cNvSpPr/>
      </dsp:nvSpPr>
      <dsp:spPr>
        <a:xfrm>
          <a:off x="3370657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4F69F-8491-F746-B1A5-7F649DA7F395}">
      <dsp:nvSpPr>
        <dsp:cNvPr id="0" name=""/>
        <dsp:cNvSpPr/>
      </dsp:nvSpPr>
      <dsp:spPr>
        <a:xfrm>
          <a:off x="3708597" y="855332"/>
          <a:ext cx="272723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Deep Learning (</a:t>
          </a:r>
          <a:r>
            <a:rPr lang="en-US" sz="1500" kern="1200" dirty="0">
              <a:hlinkClick xmlns:r="http://schemas.openxmlformats.org/officeDocument/2006/relationships" r:id=""/>
            </a:rPr>
            <a:t>RNN</a:t>
          </a:r>
          <a:r>
            <a:rPr lang="en-US" sz="1500" kern="1200" dirty="0"/>
            <a:t>, </a:t>
          </a:r>
          <a:r>
            <a:rPr lang="en-US" sz="1500" kern="1200" dirty="0">
              <a:hlinkClick xmlns:r="http://schemas.openxmlformats.org/officeDocument/2006/relationships" r:id=""/>
            </a:rPr>
            <a:t>LSTM</a:t>
          </a:r>
          <a:r>
            <a:rPr lang="en-US" sz="1500" kern="1200" dirty="0"/>
            <a:t>)</a:t>
          </a:r>
        </a:p>
      </dsp:txBody>
      <dsp:txXfrm>
        <a:off x="3708597" y="855332"/>
        <a:ext cx="2727235" cy="1241070"/>
      </dsp:txXfrm>
    </dsp:sp>
    <dsp:sp modelId="{FE4694D8-15C8-1E4B-A90E-EE1D7FE0F65D}">
      <dsp:nvSpPr>
        <dsp:cNvPr id="0" name=""/>
        <dsp:cNvSpPr/>
      </dsp:nvSpPr>
      <dsp:spPr>
        <a:xfrm>
          <a:off x="3708597" y="419280"/>
          <a:ext cx="272723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2010</a:t>
          </a:r>
        </a:p>
      </dsp:txBody>
      <dsp:txXfrm>
        <a:off x="3708597" y="419280"/>
        <a:ext cx="2727235" cy="436051"/>
      </dsp:txXfrm>
    </dsp:sp>
    <dsp:sp modelId="{AC82828A-2E60-B944-84E7-B4900E49ED32}">
      <dsp:nvSpPr>
        <dsp:cNvPr id="0" name=""/>
        <dsp:cNvSpPr/>
      </dsp:nvSpPr>
      <dsp:spPr>
        <a:xfrm>
          <a:off x="3490571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49470-7284-7542-9F09-20FDB0FECA27}">
      <dsp:nvSpPr>
        <dsp:cNvPr id="0" name=""/>
        <dsp:cNvSpPr/>
      </dsp:nvSpPr>
      <dsp:spPr>
        <a:xfrm>
          <a:off x="3450287" y="2057157"/>
          <a:ext cx="78489" cy="78489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CFBF2-ACEA-C341-8090-07205F8CEEC6}">
      <dsp:nvSpPr>
        <dsp:cNvPr id="0" name=""/>
        <dsp:cNvSpPr/>
      </dsp:nvSpPr>
      <dsp:spPr>
        <a:xfrm rot="18900000">
          <a:off x="4971449" y="3401331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8E31A-EB69-1244-8EA1-8B50493CB6B3}">
      <dsp:nvSpPr>
        <dsp:cNvPr id="0" name=""/>
        <dsp:cNvSpPr/>
      </dsp:nvSpPr>
      <dsp:spPr>
        <a:xfrm>
          <a:off x="5005703" y="3435584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8D1A1-2623-8248-BF0C-0EFF5D8852B6}">
      <dsp:nvSpPr>
        <dsp:cNvPr id="0" name=""/>
        <dsp:cNvSpPr/>
      </dsp:nvSpPr>
      <dsp:spPr>
        <a:xfrm>
          <a:off x="5343643" y="2096402"/>
          <a:ext cx="272723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hlinkClick xmlns:r="http://schemas.openxmlformats.org/officeDocument/2006/relationships" r:id=""/>
            </a:rPr>
            <a:t>Transformers</a:t>
          </a:r>
          <a:r>
            <a:rPr lang="en-US" sz="1500" kern="1200" dirty="0"/>
            <a:t> (BERT, GPT, </a:t>
          </a:r>
          <a:r>
            <a:rPr lang="en-US" sz="1500" kern="1200" dirty="0" err="1"/>
            <a:t>LLaMA</a:t>
          </a:r>
          <a:r>
            <a:rPr lang="en-US" sz="1500" kern="1200" dirty="0"/>
            <a:t>)</a:t>
          </a:r>
        </a:p>
      </dsp:txBody>
      <dsp:txXfrm>
        <a:off x="5343643" y="2096402"/>
        <a:ext cx="2727235" cy="1241070"/>
      </dsp:txXfrm>
    </dsp:sp>
    <dsp:sp modelId="{CA026D17-F4F9-E946-9EC8-677B1CA95D33}">
      <dsp:nvSpPr>
        <dsp:cNvPr id="0" name=""/>
        <dsp:cNvSpPr/>
      </dsp:nvSpPr>
      <dsp:spPr>
        <a:xfrm>
          <a:off x="5343643" y="3337472"/>
          <a:ext cx="272723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2020</a:t>
          </a:r>
        </a:p>
      </dsp:txBody>
      <dsp:txXfrm>
        <a:off x="5343643" y="3337472"/>
        <a:ext cx="2727235" cy="436051"/>
      </dsp:txXfrm>
    </dsp:sp>
    <dsp:sp modelId="{C235F5BC-25A3-9C49-B9D7-1714B0C58990}">
      <dsp:nvSpPr>
        <dsp:cNvPr id="0" name=""/>
        <dsp:cNvSpPr/>
      </dsp:nvSpPr>
      <dsp:spPr>
        <a:xfrm>
          <a:off x="5125617" y="209640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D4281B-60A0-AE44-BD91-AC3F710D56A6}">
      <dsp:nvSpPr>
        <dsp:cNvPr id="0" name=""/>
        <dsp:cNvSpPr/>
      </dsp:nvSpPr>
      <dsp:spPr>
        <a:xfrm>
          <a:off x="5085333" y="2057157"/>
          <a:ext cx="78489" cy="78489"/>
        </a:xfrm>
        <a:prstGeom prst="ellips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DF557-6988-4B41-AD82-FBE545F3D8A9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EBE110-FC41-2C45-992E-BA8FE71233D2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Bag of Words: presencia de palabras</a:t>
          </a:r>
        </a:p>
      </dsp:txBody>
      <dsp:txXfrm>
        <a:off x="0" y="0"/>
        <a:ext cx="5000124" cy="1363480"/>
      </dsp:txXfrm>
    </dsp:sp>
    <dsp:sp modelId="{131952C7-C533-AF47-BDFA-DA84AA0C71B4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C578C7-7F01-3647-8E3D-C51C5A931532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TF-IDF: importancia de palabras</a:t>
          </a:r>
        </a:p>
      </dsp:txBody>
      <dsp:txXfrm>
        <a:off x="0" y="1363480"/>
        <a:ext cx="5000124" cy="1363480"/>
      </dsp:txXfrm>
    </dsp:sp>
    <dsp:sp modelId="{7C292645-4E58-AA45-8DC3-17A62B241F09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59E1E7-9CB4-6048-A2C5-577CCE87CEAC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Word Embeddings: vectores densos (Word2Vec, GloVe)</a:t>
          </a:r>
        </a:p>
      </dsp:txBody>
      <dsp:txXfrm>
        <a:off x="0" y="2726960"/>
        <a:ext cx="5000124" cy="1363480"/>
      </dsp:txXfrm>
    </dsp:sp>
    <dsp:sp modelId="{7F4FC8C2-9334-5B40-B279-7801076FDEA9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73FC00-7CE2-F146-9B5E-EA95D4E3F664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Representaciones contextuales: BERT, GPT</a:t>
          </a:r>
        </a:p>
      </dsp:txBody>
      <dsp:txXfrm>
        <a:off x="0" y="4090440"/>
        <a:ext cx="5000124" cy="1363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27B28-EA04-644F-AF0B-AF926A7A5F95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ED747E-2C21-174A-A2D8-315D1349F628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Clasificación de texto (spam vs no spam)</a:t>
          </a:r>
        </a:p>
      </dsp:txBody>
      <dsp:txXfrm>
        <a:off x="0" y="2663"/>
        <a:ext cx="5000124" cy="908098"/>
      </dsp:txXfrm>
    </dsp:sp>
    <dsp:sp modelId="{50A0E2C0-32B3-9946-AFA1-F85CF0D1F1F2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23CEBD-1F9C-4B43-9153-37CBF9CF9A80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Análisis de sentimientos</a:t>
          </a:r>
        </a:p>
      </dsp:txBody>
      <dsp:txXfrm>
        <a:off x="0" y="910762"/>
        <a:ext cx="5000124" cy="908098"/>
      </dsp:txXfrm>
    </dsp:sp>
    <dsp:sp modelId="{7065E1A9-5560-8543-AE2D-E1C0C3F7CB7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F81D2E-A15F-6242-9180-1F774F7FAF9F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Reconocimiento de entidades (NER)</a:t>
          </a:r>
        </a:p>
      </dsp:txBody>
      <dsp:txXfrm>
        <a:off x="0" y="1818861"/>
        <a:ext cx="5000124" cy="908098"/>
      </dsp:txXfrm>
    </dsp:sp>
    <dsp:sp modelId="{50BF0553-F562-C54F-B5D8-AF3C797F0412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2808912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2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808912"/>
              <a:satOff val="-3503"/>
              <a:lumOff val="8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6FFD90-5E69-E64A-A029-823E7B66A08A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Traducción automática</a:t>
          </a:r>
        </a:p>
      </dsp:txBody>
      <dsp:txXfrm>
        <a:off x="0" y="2726960"/>
        <a:ext cx="5000124" cy="908098"/>
      </dsp:txXfrm>
    </dsp:sp>
    <dsp:sp modelId="{E3FC91A2-88D7-F447-AFB4-40D1EF11A94E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3745216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6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745216"/>
              <a:satOff val="-4671"/>
              <a:lumOff val="109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5A9966-892B-0943-BDCA-048F9D522ECE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Resumen de texto</a:t>
          </a:r>
        </a:p>
      </dsp:txBody>
      <dsp:txXfrm>
        <a:off x="0" y="3635058"/>
        <a:ext cx="5000124" cy="908098"/>
      </dsp:txXfrm>
    </dsp:sp>
    <dsp:sp modelId="{640B1D97-550F-EB44-B25C-8978975082F4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71F87B-3107-314F-B1F8-9857974AA1D0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Generación de texto</a:t>
          </a:r>
        </a:p>
      </dsp:txBody>
      <dsp:txXfrm>
        <a:off x="0" y="4543157"/>
        <a:ext cx="5000124" cy="9080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04D63-F3B3-4D71-AFEB-A35878BE1CD4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5885D-8F4C-418E-894A-1C86D375E5F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FCE68-2E1E-416F-AF4F-41EE81A8105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Retrieval-Augmented Generation</a:t>
          </a:r>
        </a:p>
      </dsp:txBody>
      <dsp:txXfrm>
        <a:off x="25435" y="2456402"/>
        <a:ext cx="1800000" cy="720000"/>
      </dsp:txXfrm>
    </dsp:sp>
    <dsp:sp modelId="{D537B256-AA09-4C09-8D8C-62ABE20436F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5E964-093D-4624-835D-03D3A0B71511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FCCBF-E6B8-4434-81DF-66C3ED0B43A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Combina recuperación de información y generación de texto</a:t>
          </a:r>
        </a:p>
      </dsp:txBody>
      <dsp:txXfrm>
        <a:off x="2140435" y="2456402"/>
        <a:ext cx="1800000" cy="720000"/>
      </dsp:txXfrm>
    </dsp:sp>
    <dsp:sp modelId="{0DC99E58-26CB-4A07-A884-F2E2F23DFC4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9E934-3F3E-4209-B721-33471F330A8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46338-FF78-4B9C-9381-FD7EA710EEDF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El modelo busca contexto relevante en una base vectorial</a:t>
          </a:r>
        </a:p>
      </dsp:txBody>
      <dsp:txXfrm>
        <a:off x="4255435" y="2456402"/>
        <a:ext cx="1800000" cy="720000"/>
      </dsp:txXfrm>
    </dsp:sp>
    <dsp:sp modelId="{AAD21E24-8F03-4770-9056-964E56BC06F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93923-B549-448E-96B9-066A529B8F45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618D9-FDEE-4CE7-B3E9-7AAEC876BD4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Responde utilizando ese contexto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5B5E8-51CC-457A-8F5D-F451CC1B75A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B63A7-070F-497E-A0F0-422D36DD7CE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 LLM que decide qué herramientas usar para resolver una tarea</a:t>
          </a:r>
        </a:p>
      </dsp:txBody>
      <dsp:txXfrm>
        <a:off x="25435" y="2276522"/>
        <a:ext cx="1800000" cy="720000"/>
      </dsp:txXfrm>
    </dsp:sp>
    <dsp:sp modelId="{9479F6D0-595E-4704-8B52-EDA1B1CF3C41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EB890-90C6-4039-8614-C0078A3E762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Puede razonar paso a paso</a:t>
          </a:r>
        </a:p>
      </dsp:txBody>
      <dsp:txXfrm>
        <a:off x="2140435" y="2276522"/>
        <a:ext cx="1800000" cy="720000"/>
      </dsp:txXfrm>
    </dsp:sp>
    <dsp:sp modelId="{94C208E0-C6B7-4DA5-9031-13677EBDE562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311E3-FFEE-462E-9EBD-4A5F5FFBAD49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Ejecuta acciones externas (APIs, bases de datos, calculadoras)</a:t>
          </a:r>
        </a:p>
      </dsp:txBody>
      <dsp:txXfrm>
        <a:off x="4255435" y="2276522"/>
        <a:ext cx="1800000" cy="720000"/>
      </dsp:txXfrm>
    </dsp:sp>
    <dsp:sp modelId="{D9425FB4-2989-410B-BA26-86A6ED57F703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EAFFD-7852-4A6F-906B-87B00550B4E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Devuelve una respuesta final al usuario</a:t>
          </a:r>
        </a:p>
      </dsp:txBody>
      <dsp:txXfrm>
        <a:off x="6370435" y="227652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E22B3-C5E7-314E-A154-D4415988E4B0}">
      <dsp:nvSpPr>
        <dsp:cNvPr id="0" name=""/>
        <dsp:cNvSpPr/>
      </dsp:nvSpPr>
      <dsp:spPr>
        <a:xfrm>
          <a:off x="7203" y="125916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400" kern="1200" dirty="0"/>
            <a:t>NLP Clásico</a:t>
          </a:r>
          <a:endParaRPr lang="en-US" sz="3400" kern="1200" dirty="0"/>
        </a:p>
      </dsp:txBody>
      <dsp:txXfrm>
        <a:off x="45039" y="163752"/>
        <a:ext cx="2077344" cy="1216138"/>
      </dsp:txXfrm>
    </dsp:sp>
    <dsp:sp modelId="{00A0C52A-76A2-5740-888A-08427E647CF3}">
      <dsp:nvSpPr>
        <dsp:cNvPr id="0" name=""/>
        <dsp:cNvSpPr/>
      </dsp:nvSpPr>
      <dsp:spPr>
        <a:xfrm>
          <a:off x="2375521" y="504847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375521" y="611637"/>
        <a:ext cx="319507" cy="320368"/>
      </dsp:txXfrm>
    </dsp:sp>
    <dsp:sp modelId="{B5FA000F-2E70-5546-8324-C44011E556E0}">
      <dsp:nvSpPr>
        <dsp:cNvPr id="0" name=""/>
        <dsp:cNvSpPr/>
      </dsp:nvSpPr>
      <dsp:spPr>
        <a:xfrm>
          <a:off x="3021427" y="125916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400" kern="1200"/>
            <a:t>RAG</a:t>
          </a:r>
          <a:endParaRPr lang="en-US" sz="3400" kern="1200" dirty="0"/>
        </a:p>
      </dsp:txBody>
      <dsp:txXfrm>
        <a:off x="3059263" y="163752"/>
        <a:ext cx="2077344" cy="1216138"/>
      </dsp:txXfrm>
    </dsp:sp>
    <dsp:sp modelId="{C0A0D05F-213B-7F45-AB7F-DBEB831015C3}">
      <dsp:nvSpPr>
        <dsp:cNvPr id="0" name=""/>
        <dsp:cNvSpPr/>
      </dsp:nvSpPr>
      <dsp:spPr>
        <a:xfrm>
          <a:off x="5389745" y="504847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89745" y="611637"/>
        <a:ext cx="319507" cy="320368"/>
      </dsp:txXfrm>
    </dsp:sp>
    <dsp:sp modelId="{4B108292-E219-9B4E-924F-811F2EF96D72}">
      <dsp:nvSpPr>
        <dsp:cNvPr id="0" name=""/>
        <dsp:cNvSpPr/>
      </dsp:nvSpPr>
      <dsp:spPr>
        <a:xfrm>
          <a:off x="6035650" y="125916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400" kern="1200" dirty="0"/>
            <a:t>Agente</a:t>
          </a:r>
        </a:p>
      </dsp:txBody>
      <dsp:txXfrm>
        <a:off x="6073486" y="163752"/>
        <a:ext cx="2077344" cy="12161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834F4-7DBA-7449-BC72-537CEEDDE8A5}">
      <dsp:nvSpPr>
        <dsp:cNvPr id="0" name=""/>
        <dsp:cNvSpPr/>
      </dsp:nvSpPr>
      <dsp:spPr>
        <a:xfrm>
          <a:off x="2359950" y="1846"/>
          <a:ext cx="3440121" cy="888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Sesgos</a:t>
          </a:r>
          <a:r>
            <a:rPr lang="en-US" sz="2500" kern="1200" dirty="0"/>
            <a:t>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los</a:t>
          </a:r>
          <a:r>
            <a:rPr lang="en-US" sz="2500" kern="1200" dirty="0"/>
            <a:t> </a:t>
          </a:r>
          <a:r>
            <a:rPr lang="en-US" sz="2500" kern="1200" dirty="0" err="1"/>
            <a:t>modelos</a:t>
          </a:r>
          <a:endParaRPr lang="en-US" sz="2500" kern="1200" dirty="0"/>
        </a:p>
      </dsp:txBody>
      <dsp:txXfrm>
        <a:off x="2403305" y="45201"/>
        <a:ext cx="3353411" cy="801413"/>
      </dsp:txXfrm>
    </dsp:sp>
    <dsp:sp modelId="{0CA3FEB4-82D0-044A-86EB-40AA44842865}">
      <dsp:nvSpPr>
        <dsp:cNvPr id="0" name=""/>
        <dsp:cNvSpPr/>
      </dsp:nvSpPr>
      <dsp:spPr>
        <a:xfrm>
          <a:off x="2359950" y="934376"/>
          <a:ext cx="3454195" cy="888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Privacidad de datos</a:t>
          </a:r>
        </a:p>
      </dsp:txBody>
      <dsp:txXfrm>
        <a:off x="2403305" y="977731"/>
        <a:ext cx="3367485" cy="801413"/>
      </dsp:txXfrm>
    </dsp:sp>
    <dsp:sp modelId="{4A57BDC9-7B20-204A-8823-298F232B18DB}">
      <dsp:nvSpPr>
        <dsp:cNvPr id="0" name=""/>
        <dsp:cNvSpPr/>
      </dsp:nvSpPr>
      <dsp:spPr>
        <a:xfrm>
          <a:off x="2359950" y="1866905"/>
          <a:ext cx="3454077" cy="888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Alucinaciones</a:t>
          </a:r>
          <a:r>
            <a:rPr lang="en-US" sz="2500" kern="1200" dirty="0"/>
            <a:t> </a:t>
          </a:r>
          <a:r>
            <a:rPr lang="en-US" sz="2500" kern="1200" dirty="0" err="1"/>
            <a:t>en</a:t>
          </a:r>
          <a:r>
            <a:rPr lang="en-US" sz="2500" kern="1200" dirty="0"/>
            <a:t> LLMs</a:t>
          </a:r>
        </a:p>
      </dsp:txBody>
      <dsp:txXfrm>
        <a:off x="2403305" y="1910260"/>
        <a:ext cx="3367367" cy="801413"/>
      </dsp:txXfrm>
    </dsp:sp>
    <dsp:sp modelId="{8E1191CD-4C35-2143-81E1-14F38A1FC7E7}">
      <dsp:nvSpPr>
        <dsp:cNvPr id="0" name=""/>
        <dsp:cNvSpPr/>
      </dsp:nvSpPr>
      <dsp:spPr>
        <a:xfrm>
          <a:off x="2359950" y="2799435"/>
          <a:ext cx="3475970" cy="888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Uso </a:t>
          </a:r>
          <a:r>
            <a:rPr lang="en-US" sz="2500" kern="1200" dirty="0" err="1"/>
            <a:t>responsable</a:t>
          </a:r>
          <a:r>
            <a:rPr lang="en-US" sz="2500" kern="1200" dirty="0"/>
            <a:t> de IA</a:t>
          </a:r>
        </a:p>
      </dsp:txBody>
      <dsp:txXfrm>
        <a:off x="2403305" y="2842790"/>
        <a:ext cx="3389260" cy="8014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CFB06-F8BA-194B-BF82-D133CF12CCA9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78EA36-C32C-E74F-9EBD-350438784464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Modelos multimodales (texto + imagen + audio)</a:t>
          </a:r>
        </a:p>
      </dsp:txBody>
      <dsp:txXfrm>
        <a:off x="0" y="0"/>
        <a:ext cx="5000124" cy="1363480"/>
      </dsp:txXfrm>
    </dsp:sp>
    <dsp:sp modelId="{71127823-9521-C246-AA01-C8F0704208C0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D5C2A3-03EF-204F-883C-6F38716346F2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Agentes autónomos</a:t>
          </a:r>
        </a:p>
      </dsp:txBody>
      <dsp:txXfrm>
        <a:off x="0" y="1363480"/>
        <a:ext cx="5000124" cy="1363480"/>
      </dsp:txXfrm>
    </dsp:sp>
    <dsp:sp modelId="{57738F8A-0680-494F-8566-DC29CEE6AE06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5744DC-A7D3-2F4D-9378-AD80363EF962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Mayor personalización</a:t>
          </a:r>
        </a:p>
      </dsp:txBody>
      <dsp:txXfrm>
        <a:off x="0" y="2726960"/>
        <a:ext cx="5000124" cy="1363480"/>
      </dsp:txXfrm>
    </dsp:sp>
    <dsp:sp modelId="{FA5C5D36-8486-8B43-A5AC-52CCAC344CC4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855A89-A6CF-DC4C-A320-CA6FA83419B0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Explicabilidad y confianza en IA</a:t>
          </a:r>
        </a:p>
      </dsp:txBody>
      <dsp:txXfrm>
        <a:off x="0" y="4090440"/>
        <a:ext cx="5000124" cy="13634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4CE4F-577F-E642-A24B-F2354CD69B64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1AFFA7-F479-EA47-A8B9-0CE22453D93E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NLP conecta el lenguaje humano con las máquinas</a:t>
          </a:r>
        </a:p>
      </dsp:txBody>
      <dsp:txXfrm>
        <a:off x="0" y="0"/>
        <a:ext cx="5000124" cy="1363480"/>
      </dsp:txXfrm>
    </dsp:sp>
    <dsp:sp modelId="{01047BC1-26BF-B44A-ADA5-1AD3B9224F9E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BF217B-C9C7-2B4D-AF80-1C2FEA4A4611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Pasó de reglas → ML → Deep Learning → Transformers</a:t>
          </a:r>
        </a:p>
      </dsp:txBody>
      <dsp:txXfrm>
        <a:off x="0" y="1363480"/>
        <a:ext cx="5000124" cy="1363480"/>
      </dsp:txXfrm>
    </dsp:sp>
    <dsp:sp modelId="{5CDF0018-A4A3-3B42-8DAF-49CBBC90B324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EBA713-202D-5949-BEC5-9F548AFDC43C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Hoy se usan RAG y agentes como aplicaciones avanzadas</a:t>
          </a:r>
        </a:p>
      </dsp:txBody>
      <dsp:txXfrm>
        <a:off x="0" y="2726960"/>
        <a:ext cx="5000124" cy="1363480"/>
      </dsp:txXfrm>
    </dsp:sp>
    <dsp:sp modelId="{5C19D3D0-4CC6-954A-9B04-5C59F2848290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91A7AA-864D-A547-BFC1-34B3C0B6E0F5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¡El futuro es multimodal y autónomo!</a:t>
          </a:r>
        </a:p>
      </dsp:txBody>
      <dsp:txXfrm>
        <a:off x="0" y="4090440"/>
        <a:ext cx="5000124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C1E95-C7AF-AA4E-96C4-DE4685D3A042}" type="datetimeFigureOut">
              <a:rPr lang="es-AR" smtClean="0"/>
              <a:t>27/8/25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54035-A78F-A14B-A0B9-A798C403BA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3650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9025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0828E-9D42-E939-3C9E-85FA4C14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2C9CD8-8E0B-CFB4-9B4E-D57DAD11A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DAADFA-561C-1F82-694B-E8F642F7E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👉 Ejemplo:</a:t>
            </a:r>
          </a:p>
          <a:p>
            <a:r>
              <a:rPr lang="es-AR" dirty="0"/>
              <a:t>Texto: “compra ahora oferta limitada”</a:t>
            </a:r>
          </a:p>
          <a:p>
            <a:r>
              <a:rPr lang="es-AR" dirty="0"/>
              <a:t>Clase: </a:t>
            </a:r>
            <a:r>
              <a:rPr lang="es-AR" b="1" dirty="0"/>
              <a:t>Spam</a:t>
            </a:r>
            <a:r>
              <a:rPr lang="es-AR" dirty="0"/>
              <a:t> vs </a:t>
            </a:r>
            <a:r>
              <a:rPr lang="es-AR" b="1" dirty="0"/>
              <a:t>No Spam</a:t>
            </a:r>
            <a:endParaRPr lang="es-AR" dirty="0"/>
          </a:p>
          <a:p>
            <a:r>
              <a:rPr lang="es-AR" dirty="0" err="1"/>
              <a:t>Naive</a:t>
            </a:r>
            <a:r>
              <a:rPr lang="es-AR" dirty="0"/>
              <a:t> Bayes calcula:</a:t>
            </a:r>
          </a:p>
          <a:p>
            <a:pPr lvl="1"/>
            <a:r>
              <a:rPr lang="es-AR" dirty="0"/>
              <a:t>Probabilidad de que aparezcan esas palabras en mensajes spam.</a:t>
            </a:r>
          </a:p>
          <a:p>
            <a:pPr lvl="1"/>
            <a:r>
              <a:rPr lang="es-AR" dirty="0"/>
              <a:t>Probabilidad en mensajes no spam.</a:t>
            </a:r>
          </a:p>
          <a:p>
            <a:r>
              <a:rPr lang="es-AR" dirty="0"/>
              <a:t>Elige la clase con mayor probabilidad.</a:t>
            </a:r>
          </a:p>
          <a:p>
            <a:r>
              <a:rPr lang="es-AR" dirty="0"/>
              <a:t>✅ Ventajas: rápido, simple, funciona bien con </a:t>
            </a:r>
            <a:r>
              <a:rPr lang="es-AR" b="1" dirty="0"/>
              <a:t>TF-IDF</a:t>
            </a:r>
            <a:r>
              <a:rPr lang="es-AR" dirty="0"/>
              <a:t>.</a:t>
            </a:r>
            <a:br>
              <a:rPr lang="es-AR" dirty="0"/>
            </a:br>
            <a:r>
              <a:rPr lang="es-AR" dirty="0"/>
              <a:t>⚠️ Limitación: pierde contexto porque trata las palabras como independientes.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11F1A6-C0C9-2F52-DCE2-2F691CDB2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626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7DB5-632F-4C98-E075-6FBAE96E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4F9EBB-D515-E28E-A8DD-95C0BFAF7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834B75-6C94-2F93-2475-A47ED2B1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👉 Ejemplo:</a:t>
            </a:r>
          </a:p>
          <a:p>
            <a:r>
              <a:rPr lang="es-AR" dirty="0"/>
              <a:t>Con TF-IDF </a:t>
            </a:r>
            <a:r>
              <a:rPr lang="es-AR" dirty="0" err="1"/>
              <a:t>representás</a:t>
            </a:r>
            <a:r>
              <a:rPr lang="es-AR" dirty="0"/>
              <a:t> cada email en un espacio vectorial.</a:t>
            </a:r>
          </a:p>
          <a:p>
            <a:r>
              <a:rPr lang="es-AR" dirty="0"/>
              <a:t>SVM dibuja una “frontera” que divide </a:t>
            </a:r>
            <a:r>
              <a:rPr lang="es-AR" b="1" dirty="0"/>
              <a:t>spam</a:t>
            </a:r>
            <a:r>
              <a:rPr lang="es-AR" dirty="0"/>
              <a:t> de </a:t>
            </a:r>
            <a:r>
              <a:rPr lang="es-AR" b="1" dirty="0"/>
              <a:t>no spam</a:t>
            </a:r>
            <a:r>
              <a:rPr lang="es-AR" dirty="0"/>
              <a:t> con el margen más amplio posible.</a:t>
            </a:r>
          </a:p>
          <a:p>
            <a:r>
              <a:rPr lang="es-AR" dirty="0"/>
              <a:t>✅ Ventajas: muy bueno para espacios de alta dimensión (como texto, con miles de palabras).</a:t>
            </a:r>
            <a:br>
              <a:rPr lang="es-AR" dirty="0"/>
            </a:br>
            <a:r>
              <a:rPr lang="es-AR" dirty="0"/>
              <a:t>⚠️ Limitación: puede ser más lento y necesita ajuste de parámetros (</a:t>
            </a:r>
            <a:r>
              <a:rPr lang="es-AR" dirty="0" err="1"/>
              <a:t>kernel</a:t>
            </a:r>
            <a:r>
              <a:rPr lang="es-AR" dirty="0"/>
              <a:t>, C, etc.).</a:t>
            </a:r>
          </a:p>
          <a:p>
            <a:r>
              <a:rPr lang="es-AR" dirty="0"/>
              <a:t>El </a:t>
            </a:r>
            <a:r>
              <a:rPr lang="es-AR" b="1" dirty="0"/>
              <a:t>TF-IDF</a:t>
            </a:r>
            <a:r>
              <a:rPr lang="es-AR" dirty="0"/>
              <a:t> es una de las técnicas más usadas para representar texto en </a:t>
            </a:r>
            <a:r>
              <a:rPr lang="es-AR" b="1" dirty="0"/>
              <a:t>vectores numéricos</a:t>
            </a:r>
            <a:r>
              <a:rPr lang="es-AR" dirty="0"/>
              <a:t>, especialmente en NLP clásico (antes de </a:t>
            </a:r>
            <a:r>
              <a:rPr lang="es-AR" dirty="0" err="1"/>
              <a:t>embeddings</a:t>
            </a:r>
            <a:r>
              <a:rPr lang="es-AR" dirty="0"/>
              <a:t> como Word2Vec o BERT).</a:t>
            </a:r>
          </a:p>
          <a:p>
            <a:r>
              <a:rPr lang="es-AR" dirty="0"/>
              <a:t>Es importante resaltar que TF-IDF no es </a:t>
            </a:r>
            <a:r>
              <a:rPr lang="es-AR" dirty="0" err="1"/>
              <a:t>embedding</a:t>
            </a:r>
            <a:r>
              <a:rPr lang="es-AR" dirty="0"/>
              <a:t>, es una representación numérica del texto pero no un </a:t>
            </a:r>
            <a:r>
              <a:rPr lang="es-AR" dirty="0" err="1"/>
              <a:t>embedding</a:t>
            </a:r>
            <a:r>
              <a:rPr lang="es-AR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1D4874-10B7-3432-D2D4-CB903FDB7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5260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4C3D7-AEDC-B279-EF6F-6D3BDF15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D408F0-3E27-2B17-9A03-E39C42F2D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8F3B0B-AA09-67CA-BCA6-93EAC8FCE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👉 Ejemplo:</a:t>
            </a:r>
            <a:br>
              <a:rPr lang="es-AR" dirty="0"/>
            </a:br>
            <a:r>
              <a:rPr lang="es-AR" dirty="0"/>
              <a:t>Si la red está leyendo: </a:t>
            </a:r>
            <a:r>
              <a:rPr lang="es-AR" i="1" dirty="0"/>
              <a:t>“El perro está…”</a:t>
            </a:r>
            <a:r>
              <a:rPr lang="es-AR" dirty="0"/>
              <a:t>, cuando llegue a </a:t>
            </a:r>
            <a:r>
              <a:rPr lang="es-AR" i="1" dirty="0"/>
              <a:t>“ladrando”</a:t>
            </a:r>
            <a:r>
              <a:rPr lang="es-AR" dirty="0"/>
              <a:t>, ya tiene memoria de que antes había </a:t>
            </a:r>
            <a:r>
              <a:rPr lang="es-AR" i="1" dirty="0"/>
              <a:t>“perro”</a:t>
            </a:r>
            <a:r>
              <a:rPr lang="es-AR" dirty="0"/>
              <a:t>.</a:t>
            </a:r>
          </a:p>
          <a:p>
            <a:r>
              <a:rPr lang="es-AR" b="1" dirty="0"/>
              <a:t>Problemas de las RNN clásicas:</a:t>
            </a:r>
          </a:p>
          <a:p>
            <a:r>
              <a:rPr lang="es-AR" b="1" dirty="0"/>
              <a:t>Gradiente desvanecido/explosivo</a:t>
            </a:r>
            <a:r>
              <a:rPr lang="es-AR" dirty="0"/>
              <a:t>: la memoria de pasos muy lejanos se pierde.</a:t>
            </a:r>
          </a:p>
          <a:p>
            <a:r>
              <a:rPr lang="es-AR" dirty="0"/>
              <a:t>Dificultad para aprender dependencias largas (ej. conectar “no” al principio de una frase con “gusta” al final).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DEB8E5-9752-D898-059A-D92A92B56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7143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F120-D9C2-4FB7-6232-6F6BBF99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F962ED-5BFC-E858-E223-7CE01EE72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02F66D-3EAE-3D6B-6C14-75841B6BA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🚀 Ejemplo comparativo</a:t>
            </a:r>
          </a:p>
          <a:p>
            <a:r>
              <a:rPr lang="es-AR" b="1" dirty="0"/>
              <a:t>RNN</a:t>
            </a:r>
            <a:r>
              <a:rPr lang="es-AR" dirty="0"/>
              <a:t>: buena para frases cortas, dependencias simples.</a:t>
            </a:r>
          </a:p>
          <a:p>
            <a:r>
              <a:rPr lang="es-AR" b="1" dirty="0"/>
              <a:t>LSTM</a:t>
            </a:r>
            <a:r>
              <a:rPr lang="es-AR" dirty="0"/>
              <a:t>: buena para frases largas, donde hay que recordar contexto distante.</a:t>
            </a:r>
          </a:p>
          <a:p>
            <a:r>
              <a:rPr lang="es-AR" b="1" dirty="0"/>
              <a:t>🔹 En NLP</a:t>
            </a:r>
          </a:p>
          <a:p>
            <a:r>
              <a:rPr lang="es-AR" dirty="0"/>
              <a:t>Antes de los </a:t>
            </a:r>
            <a:r>
              <a:rPr lang="es-AR" b="1" dirty="0"/>
              <a:t>Transformers (BERT, GPT, etc.)</a:t>
            </a:r>
            <a:r>
              <a:rPr lang="es-AR" dirty="0"/>
              <a:t>, las </a:t>
            </a:r>
            <a:r>
              <a:rPr lang="es-AR" b="1" dirty="0"/>
              <a:t>LSTM</a:t>
            </a:r>
            <a:r>
              <a:rPr lang="es-AR" dirty="0"/>
              <a:t> eran el estándar para:</a:t>
            </a:r>
          </a:p>
          <a:p>
            <a:r>
              <a:rPr lang="es-AR" dirty="0"/>
              <a:t>Traducción automática (seq2seq con LSTM).</a:t>
            </a:r>
          </a:p>
          <a:p>
            <a:r>
              <a:rPr lang="es-AR" dirty="0"/>
              <a:t>Análisis de sentimientos.</a:t>
            </a:r>
          </a:p>
          <a:p>
            <a:r>
              <a:rPr lang="es-AR" dirty="0"/>
              <a:t>Reconocimiento de voz.</a:t>
            </a:r>
          </a:p>
          <a:p>
            <a:r>
              <a:rPr lang="es-AR" dirty="0"/>
              <a:t>Generación de texto básica.</a:t>
            </a:r>
          </a:p>
          <a:p>
            <a:r>
              <a:rPr lang="es-AR" dirty="0"/>
              <a:t>Hoy los </a:t>
            </a:r>
            <a:r>
              <a:rPr lang="es-AR" b="1" dirty="0"/>
              <a:t>Transformers</a:t>
            </a:r>
            <a:r>
              <a:rPr lang="es-AR" dirty="0"/>
              <a:t> reemplazaron a las LSTM en la mayoría de aplicaciones grandes, pero siguen siendo útiles en </a:t>
            </a:r>
            <a:r>
              <a:rPr lang="es-AR" dirty="0" err="1"/>
              <a:t>datasets</a:t>
            </a:r>
            <a:r>
              <a:rPr lang="es-AR" dirty="0"/>
              <a:t> más chicos o cuando no </a:t>
            </a:r>
            <a:r>
              <a:rPr lang="es-AR" dirty="0" err="1"/>
              <a:t>podés</a:t>
            </a:r>
            <a:r>
              <a:rPr lang="es-AR" dirty="0"/>
              <a:t> usar modelos pesados.</a:t>
            </a:r>
          </a:p>
          <a:p>
            <a:endParaRPr lang="es-AR" dirty="0"/>
          </a:p>
          <a:p>
            <a:r>
              <a:rPr lang="es-AR" dirty="0"/>
              <a:t>📌 </a:t>
            </a:r>
            <a:r>
              <a:rPr lang="es-AR" b="1" dirty="0"/>
              <a:t>Resumen:</a:t>
            </a:r>
            <a:endParaRPr lang="es-AR" dirty="0"/>
          </a:p>
          <a:p>
            <a:r>
              <a:rPr lang="es-AR" b="1" dirty="0"/>
              <a:t>RNN</a:t>
            </a:r>
            <a:r>
              <a:rPr lang="es-AR" dirty="0"/>
              <a:t> → red recurrente básica, buena para secuencias cortas.</a:t>
            </a:r>
          </a:p>
          <a:p>
            <a:r>
              <a:rPr lang="es-AR" b="1" dirty="0"/>
              <a:t>LSTM</a:t>
            </a:r>
            <a:r>
              <a:rPr lang="es-AR" dirty="0"/>
              <a:t> → RNN mejorada con memoria larga, evita pérdida de contexto.</a:t>
            </a:r>
          </a:p>
          <a:p>
            <a:r>
              <a:rPr lang="es-AR" dirty="0"/>
              <a:t>Ambas procesan texto </a:t>
            </a:r>
            <a:r>
              <a:rPr lang="es-AR" b="1" dirty="0"/>
              <a:t>en orden</a:t>
            </a:r>
            <a:r>
              <a:rPr lang="es-AR" dirty="0"/>
              <a:t>, a diferencia de los Transformers que procesan todo en paralelo.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1D9B50-53EC-33AF-A7C5-39099D300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547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2688-04D9-129E-EBBE-C5E8EF07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6B2CB7-DB7E-5CD2-CFA8-151D3AEE0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AE3A2F-F9A1-5D5F-D27A-E33DB2D5A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441C35-DB6A-0BB0-3DA8-A51A1A267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924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346C-B9CD-A7B7-B2BF-2978E45B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C5F21D-E7E0-414B-9F49-7A99BE5C4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FAACEF-B1C0-63A9-0FF6-3DBA5DBDE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16CE00-D2DA-93DF-14CC-C30F32A19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0102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76ACE-6A72-6A13-E980-461ED0F5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BD43B4-4103-6084-1AB2-9D74FF6C0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38A840-66A4-6B67-606B-9622710B2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Ventajas de Transformers</a:t>
            </a:r>
          </a:p>
          <a:p>
            <a:r>
              <a:rPr lang="es-AR" dirty="0"/>
              <a:t>Capturan dependencias largas fácilmente.</a:t>
            </a:r>
          </a:p>
          <a:p>
            <a:r>
              <a:rPr lang="es-AR" dirty="0"/>
              <a:t>Procesan texto en paralelo (mucho más rápido que RNN/LSTM).</a:t>
            </a:r>
          </a:p>
          <a:p>
            <a:r>
              <a:rPr lang="es-AR" dirty="0"/>
              <a:t>Escalan muy bien con más datos y más parámetros → de ahí nacen los </a:t>
            </a:r>
            <a:r>
              <a:rPr lang="es-AR" b="1" dirty="0" err="1"/>
              <a:t>LLMs</a:t>
            </a:r>
            <a:r>
              <a:rPr lang="es-AR" dirty="0"/>
              <a:t>.</a:t>
            </a:r>
          </a:p>
          <a:p>
            <a:endParaRPr lang="es-AR" dirty="0"/>
          </a:p>
          <a:p>
            <a:r>
              <a:rPr lang="es-AR" b="1" dirty="0"/>
              <a:t>Ejemplos de modelos basados en Transformers</a:t>
            </a:r>
          </a:p>
          <a:p>
            <a:r>
              <a:rPr lang="es-AR" b="1" dirty="0"/>
              <a:t>BERT</a:t>
            </a:r>
            <a:r>
              <a:rPr lang="es-AR" dirty="0"/>
              <a:t> → se usa para </a:t>
            </a:r>
            <a:r>
              <a:rPr lang="es-AR" i="1" dirty="0"/>
              <a:t>entender texto</a:t>
            </a:r>
            <a:r>
              <a:rPr lang="es-AR" dirty="0"/>
              <a:t> (clasificación, NER, búsqueda).</a:t>
            </a:r>
          </a:p>
          <a:p>
            <a:r>
              <a:rPr lang="es-AR" b="1" dirty="0"/>
              <a:t>GPT</a:t>
            </a:r>
            <a:r>
              <a:rPr lang="es-AR" dirty="0"/>
              <a:t> → se usa para </a:t>
            </a:r>
            <a:r>
              <a:rPr lang="es-AR" i="1" dirty="0"/>
              <a:t>generar texto</a:t>
            </a:r>
            <a:r>
              <a:rPr lang="es-AR" dirty="0"/>
              <a:t>.</a:t>
            </a:r>
          </a:p>
          <a:p>
            <a:r>
              <a:rPr lang="es-AR" b="1" dirty="0"/>
              <a:t>T5</a:t>
            </a:r>
            <a:r>
              <a:rPr lang="es-AR" dirty="0"/>
              <a:t> → convierte todo a una tarea de traducción (texto a texto).</a:t>
            </a:r>
          </a:p>
          <a:p>
            <a:r>
              <a:rPr lang="es-AR" b="1" dirty="0" err="1"/>
              <a:t>LLaMA</a:t>
            </a:r>
            <a:r>
              <a:rPr lang="es-AR" b="1" dirty="0"/>
              <a:t>, Falcon, Mistral</a:t>
            </a:r>
            <a:r>
              <a:rPr lang="es-AR" dirty="0"/>
              <a:t> → </a:t>
            </a:r>
            <a:r>
              <a:rPr lang="es-AR" dirty="0" err="1"/>
              <a:t>LLMs</a:t>
            </a:r>
            <a:r>
              <a:rPr lang="es-AR" dirty="0"/>
              <a:t> open-</a:t>
            </a:r>
            <a:r>
              <a:rPr lang="es-AR" dirty="0" err="1"/>
              <a:t>source</a:t>
            </a:r>
            <a:r>
              <a:rPr lang="es-AR" dirty="0"/>
              <a:t> basados en </a:t>
            </a:r>
            <a:r>
              <a:rPr lang="es-AR" dirty="0" err="1"/>
              <a:t>transformers</a:t>
            </a:r>
            <a:r>
              <a:rPr lang="es-AR" dirty="0"/>
              <a:t>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9C0213-F6CA-2EB6-069A-9BA32DB70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4654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🔹 ¿Qué es NER?</a:t>
            </a:r>
          </a:p>
          <a:p>
            <a:r>
              <a:rPr lang="es-AR" dirty="0"/>
              <a:t>Es el proceso de </a:t>
            </a:r>
            <a:r>
              <a:rPr lang="es-AR" b="1" dirty="0"/>
              <a:t>encontrar y clasificar entidades</a:t>
            </a:r>
            <a:r>
              <a:rPr lang="es-AR" dirty="0"/>
              <a:t> dentro de un texto en categorías predefinidas, como:</a:t>
            </a:r>
          </a:p>
          <a:p>
            <a:r>
              <a:rPr lang="es-AR" b="1" dirty="0"/>
              <a:t>Personas</a:t>
            </a:r>
            <a:r>
              <a:rPr lang="es-AR" dirty="0"/>
              <a:t> (</a:t>
            </a:r>
            <a:r>
              <a:rPr lang="es-AR" dirty="0" err="1"/>
              <a:t>ej</a:t>
            </a:r>
            <a:r>
              <a:rPr lang="es-AR" dirty="0"/>
              <a:t>: “Lionel Messi”)</a:t>
            </a:r>
          </a:p>
          <a:p>
            <a:r>
              <a:rPr lang="es-AR" b="1" dirty="0"/>
              <a:t>Organizaciones</a:t>
            </a:r>
            <a:r>
              <a:rPr lang="es-AR" dirty="0"/>
              <a:t> (</a:t>
            </a:r>
            <a:r>
              <a:rPr lang="es-AR" dirty="0" err="1"/>
              <a:t>ej</a:t>
            </a:r>
            <a:r>
              <a:rPr lang="es-AR" dirty="0"/>
              <a:t>: “ONU”, “Google”)</a:t>
            </a:r>
          </a:p>
          <a:p>
            <a:r>
              <a:rPr lang="es-AR" b="1" dirty="0"/>
              <a:t>Lugares</a:t>
            </a:r>
            <a:r>
              <a:rPr lang="es-AR" dirty="0"/>
              <a:t> (</a:t>
            </a:r>
            <a:r>
              <a:rPr lang="es-AR" dirty="0" err="1"/>
              <a:t>ej</a:t>
            </a:r>
            <a:r>
              <a:rPr lang="es-AR" dirty="0"/>
              <a:t>: “Buenos Aires”, “Andes”)</a:t>
            </a:r>
          </a:p>
          <a:p>
            <a:r>
              <a:rPr lang="es-AR" b="1" dirty="0"/>
              <a:t>Fechas / tiempos</a:t>
            </a:r>
            <a:r>
              <a:rPr lang="es-AR" dirty="0"/>
              <a:t> (</a:t>
            </a:r>
            <a:r>
              <a:rPr lang="es-AR" dirty="0" err="1"/>
              <a:t>ej</a:t>
            </a:r>
            <a:r>
              <a:rPr lang="es-AR" dirty="0"/>
              <a:t>: “20 de agosto de 2024”)</a:t>
            </a:r>
          </a:p>
          <a:p>
            <a:r>
              <a:rPr lang="es-AR" b="1" dirty="0"/>
              <a:t>Cantidades / dinero</a:t>
            </a:r>
            <a:r>
              <a:rPr lang="es-AR" dirty="0"/>
              <a:t> (</a:t>
            </a:r>
            <a:r>
              <a:rPr lang="es-AR" dirty="0" err="1"/>
              <a:t>ej</a:t>
            </a:r>
            <a:r>
              <a:rPr lang="es-AR" dirty="0"/>
              <a:t>: “100 dólares”)</a:t>
            </a:r>
          </a:p>
          <a:p>
            <a:r>
              <a:rPr lang="es-AR" b="1" dirty="0"/>
              <a:t>Otros tipos específicos</a:t>
            </a:r>
            <a:r>
              <a:rPr lang="es-AR" dirty="0"/>
              <a:t> (según la aplicación: genes, productos, patentes, etc.)</a:t>
            </a:r>
          </a:p>
          <a:p>
            <a:endParaRPr lang="es-AR" dirty="0"/>
          </a:p>
          <a:p>
            <a:r>
              <a:rPr lang="es-AR" b="1" dirty="0"/>
              <a:t>🔹 Ejemplo</a:t>
            </a:r>
          </a:p>
          <a:p>
            <a:r>
              <a:rPr lang="es-AR" dirty="0"/>
              <a:t>Texto:</a:t>
            </a:r>
          </a:p>
          <a:p>
            <a:r>
              <a:rPr lang="es-AR" i="1" dirty="0"/>
              <a:t>“Apple abrió una nueva oficina en Buenos Aires en 2023 con 200 empleados.”</a:t>
            </a:r>
            <a:endParaRPr lang="es-AR" dirty="0"/>
          </a:p>
          <a:p>
            <a:r>
              <a:rPr lang="es-AR" dirty="0"/>
              <a:t>👉 Salida de un modelo NER:</a:t>
            </a:r>
          </a:p>
          <a:p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Apple</a:t>
            </a:r>
            <a:r>
              <a:rPr lang="es-AR" dirty="0"/>
              <a:t> → </a:t>
            </a:r>
            <a:r>
              <a:rPr lang="es-AR" b="1" dirty="0"/>
              <a:t>ORGANIZATION</a:t>
            </a:r>
            <a:endParaRPr lang="es-AR" dirty="0"/>
          </a:p>
          <a:p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Buenos Aires</a:t>
            </a:r>
            <a:r>
              <a:rPr lang="es-AR" dirty="0"/>
              <a:t> → </a:t>
            </a:r>
            <a:r>
              <a:rPr lang="es-AR" b="1" dirty="0"/>
              <a:t>LOCATION</a:t>
            </a:r>
            <a:endParaRPr lang="es-AR" dirty="0"/>
          </a:p>
          <a:p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2023</a:t>
            </a:r>
            <a:r>
              <a:rPr lang="es-AR" dirty="0"/>
              <a:t> → </a:t>
            </a:r>
            <a:r>
              <a:rPr lang="es-AR" b="1" dirty="0"/>
              <a:t>DATE</a:t>
            </a:r>
            <a:endParaRPr lang="es-AR" dirty="0"/>
          </a:p>
          <a:p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</a:t>
            </a:r>
            <a:r>
              <a:rPr lang="es-AR" dirty="0"/>
              <a:t> → </a:t>
            </a:r>
            <a:r>
              <a:rPr lang="es-AR" b="1" dirty="0"/>
              <a:t>NUMBER</a:t>
            </a:r>
            <a:endParaRPr lang="es-AR" dirty="0"/>
          </a:p>
          <a:p>
            <a:endParaRPr lang="es-AR" dirty="0"/>
          </a:p>
          <a:p>
            <a:r>
              <a:rPr lang="es-AR" b="1" dirty="0"/>
              <a:t>🔹 ¿Por qué es útil?</a:t>
            </a:r>
          </a:p>
          <a:p>
            <a:r>
              <a:rPr lang="es-AR" b="1" dirty="0"/>
              <a:t>Análisis de textos legales</a:t>
            </a:r>
            <a:r>
              <a:rPr lang="es-AR" dirty="0"/>
              <a:t> → detectar nombres de empresas, contratos, fechas.</a:t>
            </a:r>
          </a:p>
          <a:p>
            <a:r>
              <a:rPr lang="es-AR" b="1" dirty="0"/>
              <a:t>Medicina</a:t>
            </a:r>
            <a:r>
              <a:rPr lang="es-AR" dirty="0"/>
              <a:t> → extraer enfermedades, medicamentos, síntomas.</a:t>
            </a:r>
          </a:p>
          <a:p>
            <a:r>
              <a:rPr lang="es-AR" b="1" dirty="0"/>
              <a:t>Periodismo</a:t>
            </a:r>
            <a:r>
              <a:rPr lang="es-AR" dirty="0"/>
              <a:t> → detectar personas y lugares en noticias.</a:t>
            </a:r>
          </a:p>
          <a:p>
            <a:r>
              <a:rPr lang="es-AR" b="1" dirty="0"/>
              <a:t>Motores de búsqueda</a:t>
            </a:r>
            <a:r>
              <a:rPr lang="es-AR" dirty="0"/>
              <a:t> → mejorar consultas (“hoteles en Madrid” → reconocer </a:t>
            </a:r>
            <a:r>
              <a:rPr lang="es-AR" b="1" dirty="0"/>
              <a:t>LOCATION</a:t>
            </a:r>
            <a:r>
              <a:rPr lang="es-AR" dirty="0"/>
              <a:t>).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6258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TF-IDF</a:t>
            </a:r>
            <a:r>
              <a:rPr lang="es-AR" dirty="0"/>
              <a:t> es una de las técnicas más usadas para representar texto en </a:t>
            </a:r>
            <a:r>
              <a:rPr lang="es-AR" b="1" dirty="0"/>
              <a:t>vectores numéricos</a:t>
            </a:r>
            <a:r>
              <a:rPr lang="es-AR" dirty="0"/>
              <a:t>, especialmente en NLP clásico. Parecido a un </a:t>
            </a:r>
            <a:r>
              <a:rPr lang="es-AR" dirty="0" err="1"/>
              <a:t>embedding</a:t>
            </a:r>
            <a:r>
              <a:rPr lang="es-AR" dirty="0"/>
              <a:t> pero no lo 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7594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RAG = “</a:t>
            </a:r>
            <a:r>
              <a:rPr lang="es-AR" dirty="0" err="1"/>
              <a:t>Retrieval-Augmented</a:t>
            </a:r>
            <a:r>
              <a:rPr lang="es-AR" dirty="0"/>
              <a:t> </a:t>
            </a:r>
            <a:r>
              <a:rPr lang="es-AR" dirty="0" err="1"/>
              <a:t>Generation</a:t>
            </a:r>
            <a:r>
              <a:rPr lang="es-AR" dirty="0"/>
              <a:t>” ~ “Generación de Texto Aumentada mediante Recuperación de Información”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4491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🔹 Sesgos en los modelos</a:t>
            </a:r>
          </a:p>
          <a:p>
            <a:r>
              <a:rPr lang="es-AR" dirty="0"/>
              <a:t>Los modelos de NLP aprenden de los </a:t>
            </a:r>
            <a:r>
              <a:rPr lang="es-AR" b="1" dirty="0"/>
              <a:t>datos de entrenamiento</a:t>
            </a:r>
            <a:r>
              <a:rPr lang="es-AR" dirty="0"/>
              <a:t>.</a:t>
            </a:r>
          </a:p>
          <a:p>
            <a:r>
              <a:rPr lang="es-AR" dirty="0"/>
              <a:t>Si esos datos contienen </a:t>
            </a:r>
            <a:r>
              <a:rPr lang="es-AR" b="1" dirty="0"/>
              <a:t>estereotipos o prejuicios</a:t>
            </a:r>
            <a:r>
              <a:rPr lang="es-AR" dirty="0"/>
              <a:t>, el modelo los reproduce.</a:t>
            </a:r>
          </a:p>
          <a:p>
            <a:r>
              <a:rPr lang="es-AR" dirty="0"/>
              <a:t>Ejemplo: si en el </a:t>
            </a:r>
            <a:r>
              <a:rPr lang="es-AR" dirty="0" err="1"/>
              <a:t>dataset</a:t>
            </a:r>
            <a:r>
              <a:rPr lang="es-AR" dirty="0"/>
              <a:t> aparece mucho que “enfermera = mujer” y “ingeniero = hombre”, el modelo puede asociar roles de forma sesgada.</a:t>
            </a:r>
          </a:p>
          <a:p>
            <a:r>
              <a:rPr lang="es-AR" b="1" dirty="0"/>
              <a:t>Riesgo:</a:t>
            </a:r>
            <a:r>
              <a:rPr lang="es-AR" dirty="0"/>
              <a:t> discriminar en aplicaciones sensibles (contratación, justicia, crédito).</a:t>
            </a:r>
          </a:p>
          <a:p>
            <a:r>
              <a:rPr lang="es-AR" b="1" dirty="0"/>
              <a:t>Cómo mitigarlo:</a:t>
            </a:r>
            <a:r>
              <a:rPr lang="es-AR" dirty="0"/>
              <a:t> balancear </a:t>
            </a:r>
            <a:r>
              <a:rPr lang="es-AR" dirty="0" err="1"/>
              <a:t>datasets</a:t>
            </a:r>
            <a:r>
              <a:rPr lang="es-AR" dirty="0"/>
              <a:t>, usar técnicas de “</a:t>
            </a:r>
            <a:r>
              <a:rPr lang="es-AR" dirty="0" err="1"/>
              <a:t>debiasing</a:t>
            </a:r>
            <a:r>
              <a:rPr lang="es-AR" dirty="0"/>
              <a:t>”, auditar resultados.</a:t>
            </a:r>
          </a:p>
          <a:p>
            <a:endParaRPr lang="es-AR" dirty="0"/>
          </a:p>
          <a:p>
            <a:endParaRPr lang="es-AR" dirty="0"/>
          </a:p>
          <a:p>
            <a:r>
              <a:rPr lang="es-AR" b="1" dirty="0"/>
              <a:t>🔹 Privacidad de datos</a:t>
            </a:r>
          </a:p>
          <a:p>
            <a:r>
              <a:rPr lang="es-AR" dirty="0"/>
              <a:t>Los </a:t>
            </a:r>
            <a:r>
              <a:rPr lang="es-AR" dirty="0" err="1"/>
              <a:t>LLMs</a:t>
            </a:r>
            <a:r>
              <a:rPr lang="es-AR" dirty="0"/>
              <a:t> pueden memorizar información sensible de sus datos de entrenamiento (</a:t>
            </a:r>
            <a:r>
              <a:rPr lang="es-AR" dirty="0" err="1"/>
              <a:t>ej</a:t>
            </a:r>
            <a:r>
              <a:rPr lang="es-AR" dirty="0"/>
              <a:t>: mails, nombres, direcciones).</a:t>
            </a:r>
          </a:p>
          <a:p>
            <a:r>
              <a:rPr lang="es-AR" dirty="0"/>
              <a:t>Si no se filtra, podrían “devolver” información privada a un usuario.</a:t>
            </a:r>
          </a:p>
          <a:p>
            <a:r>
              <a:rPr lang="es-AR" b="1" dirty="0"/>
              <a:t>Ejemplo:</a:t>
            </a:r>
            <a:r>
              <a:rPr lang="es-AR" dirty="0"/>
              <a:t> un modelo entrenado con historiales médicos mal anonimizados podría generar datos confidenciales.</a:t>
            </a:r>
          </a:p>
          <a:p>
            <a:r>
              <a:rPr lang="es-AR" b="1" dirty="0"/>
              <a:t>Cómo mitigarlo:</a:t>
            </a:r>
            <a:r>
              <a:rPr lang="es-AR" dirty="0"/>
              <a:t> </a:t>
            </a:r>
            <a:r>
              <a:rPr lang="es-AR" dirty="0" err="1"/>
              <a:t>anonimización</a:t>
            </a:r>
            <a:r>
              <a:rPr lang="es-AR" dirty="0"/>
              <a:t>, limitar uso de datos sensibles, aplicar regulaciones (ej. GDPR en Europa, Ley de Protección de Datos en Argentina).</a:t>
            </a:r>
          </a:p>
          <a:p>
            <a:endParaRPr lang="es-AR" dirty="0"/>
          </a:p>
          <a:p>
            <a:endParaRPr lang="es-AR" dirty="0"/>
          </a:p>
          <a:p>
            <a:r>
              <a:rPr lang="es-AR" b="1" dirty="0"/>
              <a:t>🔹 Alucinaciones en </a:t>
            </a:r>
            <a:r>
              <a:rPr lang="es-AR" b="1" dirty="0" err="1"/>
              <a:t>LLMs</a:t>
            </a:r>
            <a:endParaRPr lang="es-AR" b="1" dirty="0"/>
          </a:p>
          <a:p>
            <a:r>
              <a:rPr lang="es-AR" dirty="0"/>
              <a:t>Los </a:t>
            </a:r>
            <a:r>
              <a:rPr lang="es-AR" dirty="0" err="1"/>
              <a:t>LLMs</a:t>
            </a:r>
            <a:r>
              <a:rPr lang="es-AR" dirty="0"/>
              <a:t> (como GPT, </a:t>
            </a:r>
            <a:r>
              <a:rPr lang="es-AR" dirty="0" err="1"/>
              <a:t>LLaMA</a:t>
            </a:r>
            <a:r>
              <a:rPr lang="es-AR" dirty="0"/>
              <a:t>, etc.) </a:t>
            </a:r>
            <a:r>
              <a:rPr lang="es-AR" b="1" dirty="0"/>
              <a:t>no buscan la verdad</a:t>
            </a:r>
            <a:r>
              <a:rPr lang="es-AR" dirty="0"/>
              <a:t>, generan texto </a:t>
            </a:r>
            <a:r>
              <a:rPr lang="es-AR" b="1" dirty="0"/>
              <a:t>probabilísticamente</a:t>
            </a:r>
            <a:r>
              <a:rPr lang="es-AR" dirty="0"/>
              <a:t>.</a:t>
            </a:r>
          </a:p>
          <a:p>
            <a:r>
              <a:rPr lang="es-AR" dirty="0"/>
              <a:t>A veces inventan hechos o referencias falsas con mucha seguridad (</a:t>
            </a:r>
            <a:r>
              <a:rPr lang="es-AR" dirty="0" err="1"/>
              <a:t>ej</a:t>
            </a:r>
            <a:r>
              <a:rPr lang="es-AR" dirty="0"/>
              <a:t>: citar </a:t>
            </a:r>
            <a:r>
              <a:rPr lang="es-AR" dirty="0" err="1"/>
              <a:t>papers</a:t>
            </a:r>
            <a:r>
              <a:rPr lang="es-AR" dirty="0"/>
              <a:t> que no existen).</a:t>
            </a:r>
          </a:p>
          <a:p>
            <a:r>
              <a:rPr lang="es-AR" dirty="0"/>
              <a:t>Esto se llama </a:t>
            </a:r>
            <a:r>
              <a:rPr lang="es-AR" b="1" dirty="0"/>
              <a:t>alucinación</a:t>
            </a:r>
            <a:r>
              <a:rPr lang="es-AR" dirty="0"/>
              <a:t>.</a:t>
            </a:r>
          </a:p>
          <a:p>
            <a:r>
              <a:rPr lang="es-AR" b="1" dirty="0"/>
              <a:t>Ejemplo:</a:t>
            </a:r>
            <a:r>
              <a:rPr lang="es-AR" dirty="0"/>
              <a:t> preguntarle a un LLM “¿quién ganó el mundial de 2026?” hoy → se lo inventa.</a:t>
            </a:r>
          </a:p>
          <a:p>
            <a:r>
              <a:rPr lang="es-AR" b="1" dirty="0"/>
              <a:t>Cómo mitigarlo:</a:t>
            </a:r>
            <a:r>
              <a:rPr lang="es-AR" dirty="0"/>
              <a:t> usar RAG (</a:t>
            </a:r>
            <a:r>
              <a:rPr lang="es-AR" dirty="0" err="1"/>
              <a:t>retrieval</a:t>
            </a:r>
            <a:r>
              <a:rPr lang="es-AR" dirty="0"/>
              <a:t>) para basarse en fuentes reales, verificar con sistemas externos.</a:t>
            </a:r>
          </a:p>
          <a:p>
            <a:endParaRPr lang="es-AR" dirty="0"/>
          </a:p>
          <a:p>
            <a:endParaRPr lang="es-AR" dirty="0"/>
          </a:p>
          <a:p>
            <a:r>
              <a:rPr lang="es-AR" b="1" dirty="0"/>
              <a:t>🔹 Uso responsable de IA</a:t>
            </a:r>
          </a:p>
          <a:p>
            <a:r>
              <a:rPr lang="es-AR" dirty="0"/>
              <a:t>La IA es poderosa, pero debe usarse con </a:t>
            </a:r>
            <a:r>
              <a:rPr lang="es-AR" b="1" dirty="0"/>
              <a:t>ética</a:t>
            </a:r>
            <a:r>
              <a:rPr lang="es-AR" dirty="0"/>
              <a:t>.</a:t>
            </a:r>
          </a:p>
          <a:p>
            <a:r>
              <a:rPr lang="es-AR" b="1" dirty="0"/>
              <a:t>Preguntas clave:</a:t>
            </a:r>
            <a:endParaRPr lang="es-AR" dirty="0"/>
          </a:p>
          <a:p>
            <a:pPr lvl="1"/>
            <a:r>
              <a:rPr lang="es-AR" dirty="0"/>
              <a:t>¿Quién se hace responsable de los errores del modelo?</a:t>
            </a:r>
          </a:p>
          <a:p>
            <a:pPr lvl="1"/>
            <a:r>
              <a:rPr lang="es-AR" dirty="0"/>
              <a:t>¿Se informa al usuario que está interactuando con IA?</a:t>
            </a:r>
          </a:p>
          <a:p>
            <a:pPr lvl="1"/>
            <a:r>
              <a:rPr lang="es-AR" dirty="0"/>
              <a:t>¿Se audita la IA para evitar daños?</a:t>
            </a:r>
          </a:p>
          <a:p>
            <a:r>
              <a:rPr lang="es-AR" dirty="0"/>
              <a:t>Buenas prácticas:</a:t>
            </a:r>
          </a:p>
          <a:p>
            <a:pPr lvl="1"/>
            <a:r>
              <a:rPr lang="es-AR" dirty="0"/>
              <a:t>Transparencia (explicar cómo funciona).</a:t>
            </a:r>
          </a:p>
          <a:p>
            <a:pPr lvl="1"/>
            <a:r>
              <a:rPr lang="es-AR" dirty="0"/>
              <a:t>Rendición de cuentas (trazabilidad de datos).</a:t>
            </a:r>
          </a:p>
          <a:p>
            <a:pPr lvl="1"/>
            <a:r>
              <a:rPr lang="es-AR" dirty="0"/>
              <a:t>Supervisión humana en decisiones críticas (medicina, justicia).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8169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54035-A78F-A14B-A0B9-A798C403BA38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215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forconi/UTNIA2025/blob/2318e7aa4bbd411c714cacf882aa6a47f3aca860/NLP_Conceptos.ipyn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AR" sz="4200">
                <a:solidFill>
                  <a:srgbClr val="FFFFFF"/>
                </a:solidFill>
              </a:rPr>
              <a:t>Procesamiento de Lenguaje Natural (NLP)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De pipelines clásicos a RAG y agentes</a:t>
            </a: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AR" sz="3500">
                <a:solidFill>
                  <a:srgbClr val="FFFFFF"/>
                </a:solidFill>
              </a:rPr>
              <a:t>Objetivos de la clase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C77B96-F965-F629-C8F0-26CBEE74B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9012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¿Qué es NLP?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844FA5C-533D-32BD-5611-88CE5AEB6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5113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Ejemplos cotidianos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E2AD35-32A1-CAC3-4011-E6423D143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9771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Breve historia del NLP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0C4906-73B4-BC4D-E845-666DCCBC9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2174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E990E-254A-5B31-C23F-CE976EA3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10B84-07AB-32A6-8CE4-D0DEBEC7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lang="es-AR" b="1" dirty="0" err="1"/>
              <a:t>Naive</a:t>
            </a:r>
            <a:r>
              <a:rPr lang="es-AR" b="1" dirty="0"/>
              <a:t> Bayes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A98A0-905B-37A5-3228-D9271B905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AR" sz="2200"/>
              <a:t>Es un </a:t>
            </a:r>
            <a:r>
              <a:rPr lang="es-AR" sz="2200" b="1"/>
              <a:t>clasificador probabilístico</a:t>
            </a:r>
            <a:r>
              <a:rPr lang="es-AR" sz="2200"/>
              <a:t> basado en el </a:t>
            </a:r>
            <a:r>
              <a:rPr lang="es-AR" sz="2200" b="1"/>
              <a:t>Teorema de Bayes</a:t>
            </a:r>
            <a:r>
              <a:rPr lang="es-AR" sz="22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2200"/>
              <a:t>La idea: dado un texto, calcula la </a:t>
            </a:r>
            <a:r>
              <a:rPr lang="es-AR" sz="2200" b="1"/>
              <a:t>probabilidad de que pertenezca a cada clase</a:t>
            </a:r>
            <a:r>
              <a:rPr lang="es-AR" sz="2200"/>
              <a:t> (ej. spam/no spam).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2200"/>
              <a:t>Se llama </a:t>
            </a:r>
            <a:r>
              <a:rPr lang="es-AR" sz="2200" i="1" err="1"/>
              <a:t>Naive</a:t>
            </a:r>
            <a:r>
              <a:rPr lang="es-AR" sz="2200"/>
              <a:t> (“ingenuo”) porque </a:t>
            </a:r>
            <a:r>
              <a:rPr lang="es-AR" sz="2200" b="1"/>
              <a:t>asume que todas las palabras son independientes entre sí</a:t>
            </a:r>
            <a:r>
              <a:rPr lang="es-AR" sz="2200"/>
              <a:t>, lo cual no es cierto, pero funciona sorprendentemente bien en muchos casos.</a:t>
            </a:r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ultimate guide to Naïve Bayes">
            <a:extLst>
              <a:ext uri="{FF2B5EF4-FFF2-40B4-BE49-F238E27FC236}">
                <a16:creationId xmlns:a16="http://schemas.microsoft.com/office/drawing/2014/main" id="{9258C43B-06FE-6DD4-6C31-F621E70D3F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4"/>
          <a:stretch>
            <a:fillRect/>
          </a:stretch>
        </p:blipFill>
        <p:spPr bwMode="auto">
          <a:xfrm>
            <a:off x="5066503" y="1658287"/>
            <a:ext cx="3744675" cy="159770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hevron 3">
            <a:hlinkClick r:id="" action="ppaction://noaction"/>
            <a:extLst>
              <a:ext uri="{FF2B5EF4-FFF2-40B4-BE49-F238E27FC236}">
                <a16:creationId xmlns:a16="http://schemas.microsoft.com/office/drawing/2014/main" id="{54C204F8-7240-AF9C-EEF7-9BF91A12AE36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73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56A74-CF44-0C8B-13DA-A5166B18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0C430-8776-55BC-0E01-E94E0AD3D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es-AR" sz="3500" b="1"/>
              <a:t>SVM (Support Vector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0C70-B093-A6BA-F9BC-FAC49212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AR" sz="1700"/>
              <a:t>Es un </a:t>
            </a:r>
            <a:r>
              <a:rPr lang="es-AR" sz="1700" b="1"/>
              <a:t>clasificador geométrico</a:t>
            </a:r>
            <a:r>
              <a:rPr lang="es-AR" sz="1700"/>
              <a:t>.</a:t>
            </a:r>
          </a:p>
          <a:p>
            <a:pPr marL="0" indent="0">
              <a:buNone/>
            </a:pPr>
            <a:r>
              <a:rPr lang="es-AR" sz="1700"/>
              <a:t>Imaginá que representás cada texto como un vector (ej. con TF-IDF).</a:t>
            </a:r>
          </a:p>
          <a:p>
            <a:pPr marL="0" indent="0">
              <a:buNone/>
            </a:pPr>
            <a:r>
              <a:rPr lang="es-AR" sz="1700"/>
              <a:t>SVM busca el </a:t>
            </a:r>
            <a:r>
              <a:rPr lang="es-AR" sz="1700" b="1"/>
              <a:t>hiperplano que mejor separa las clases</a:t>
            </a:r>
            <a:r>
              <a:rPr lang="es-AR" sz="1700"/>
              <a:t> en ese espacio vectorial.</a:t>
            </a:r>
          </a:p>
          <a:p>
            <a:pPr marL="0" indent="0">
              <a:buNone/>
            </a:pPr>
            <a:r>
              <a:rPr lang="es-AR" sz="1700"/>
              <a:t>Se queda con la frontera que maximiza la distancia (“margen”) entre ejemplos positivos y negativos.</a:t>
            </a:r>
          </a:p>
        </p:txBody>
      </p:sp>
      <p:pic>
        <p:nvPicPr>
          <p:cNvPr id="2052" name="Picture 4" descr="Support Vector Machine (SVM).">
            <a:extLst>
              <a:ext uri="{FF2B5EF4-FFF2-40B4-BE49-F238E27FC236}">
                <a16:creationId xmlns:a16="http://schemas.microsoft.com/office/drawing/2014/main" id="{A5E94A9D-FB41-BB87-6D9D-DD4F31372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2" r="6843"/>
          <a:stretch>
            <a:fillRect/>
          </a:stretch>
        </p:blipFill>
        <p:spPr bwMode="auto">
          <a:xfrm>
            <a:off x="4706471" y="1994389"/>
            <a:ext cx="3971364" cy="285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hevron 3">
            <a:hlinkClick r:id="" action="ppaction://noaction"/>
            <a:extLst>
              <a:ext uri="{FF2B5EF4-FFF2-40B4-BE49-F238E27FC236}">
                <a16:creationId xmlns:a16="http://schemas.microsoft.com/office/drawing/2014/main" id="{D83070D6-9CCD-6E85-3E95-A791FD9F47D2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34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50B6C-2264-083A-766E-1F167442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9B90F-D059-0B30-EAE1-974DCDDC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es-AR" sz="3500" b="1"/>
              <a:t>RNN (Recurrent Neural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EC86E-936A-603F-407F-609E63C76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AR" sz="1700" dirty="0"/>
              <a:t>Una </a:t>
            </a:r>
            <a:r>
              <a:rPr lang="es-AR" sz="1700" b="1" dirty="0"/>
              <a:t>RNN</a:t>
            </a:r>
            <a:r>
              <a:rPr lang="es-AR" sz="1700" dirty="0"/>
              <a:t> procesa los datos </a:t>
            </a:r>
            <a:r>
              <a:rPr lang="es-AR" sz="1700" b="1" dirty="0"/>
              <a:t>uno a uno</a:t>
            </a:r>
            <a:r>
              <a:rPr lang="es-AR" sz="1700" dirty="0"/>
              <a:t> en secuencia (palabra por palabra, carácter por carácter).</a:t>
            </a:r>
          </a:p>
          <a:p>
            <a:pPr marL="0" indent="0">
              <a:buNone/>
            </a:pPr>
            <a:r>
              <a:rPr lang="es-AR" sz="1700" dirty="0"/>
              <a:t>Tiene una “</a:t>
            </a:r>
            <a:r>
              <a:rPr lang="es-AR" sz="1700" b="1" dirty="0"/>
              <a:t>memoria interna</a:t>
            </a:r>
            <a:r>
              <a:rPr lang="es-AR" sz="1700" dirty="0"/>
              <a:t>” (estado oculto, </a:t>
            </a:r>
            <a:r>
              <a:rPr lang="es-AR" sz="1700" i="1" dirty="0" err="1"/>
              <a:t>hidden</a:t>
            </a:r>
            <a:r>
              <a:rPr lang="es-AR" sz="1700" i="1" dirty="0"/>
              <a:t> </a:t>
            </a:r>
            <a:r>
              <a:rPr lang="es-AR" sz="1700" i="1" dirty="0" err="1"/>
              <a:t>state</a:t>
            </a:r>
            <a:r>
              <a:rPr lang="es-AR" sz="1700" dirty="0"/>
              <a:t>) que se va actualizando con cada paso y transporta información del pasado.</a:t>
            </a:r>
          </a:p>
          <a:p>
            <a:pPr marL="0" indent="0">
              <a:buNone/>
            </a:pPr>
            <a:endParaRPr lang="es-AR" sz="1700" dirty="0"/>
          </a:p>
        </p:txBody>
      </p:sp>
      <p:pic>
        <p:nvPicPr>
          <p:cNvPr id="4098" name="Picture 2" descr="Architecture of Recurrent Neural Networks">
            <a:extLst>
              <a:ext uri="{FF2B5EF4-FFF2-40B4-BE49-F238E27FC236}">
                <a16:creationId xmlns:a16="http://schemas.microsoft.com/office/drawing/2014/main" id="{F1A0A50D-BE35-46FE-9EEC-AA5E761D9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71"/>
          <a:stretch>
            <a:fillRect/>
          </a:stretch>
        </p:blipFill>
        <p:spPr bwMode="auto">
          <a:xfrm>
            <a:off x="4381237" y="4061013"/>
            <a:ext cx="4734637" cy="233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hevron 3">
            <a:hlinkClick r:id="" action="ppaction://noaction"/>
            <a:extLst>
              <a:ext uri="{FF2B5EF4-FFF2-40B4-BE49-F238E27FC236}">
                <a16:creationId xmlns:a16="http://schemas.microsoft.com/office/drawing/2014/main" id="{DABF20C0-3560-D456-88AF-9425DF2A4B86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E7E585-3537-CD9C-AD66-44E18F4B3BB3}"/>
              </a:ext>
            </a:extLst>
          </p:cNvPr>
          <p:cNvSpPr txBox="1">
            <a:spLocks/>
          </p:cNvSpPr>
          <p:nvPr/>
        </p:nvSpPr>
        <p:spPr>
          <a:xfrm>
            <a:off x="5158646" y="1750239"/>
            <a:ext cx="3719703" cy="1387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800" dirty="0"/>
              <a:t>Si la red está leyendo: </a:t>
            </a:r>
            <a:r>
              <a:rPr lang="es-AR" sz="1800" i="1" dirty="0"/>
              <a:t>“El perro está…”</a:t>
            </a:r>
            <a:r>
              <a:rPr lang="es-AR" sz="1800" dirty="0"/>
              <a:t>, cuando llegue a </a:t>
            </a:r>
            <a:r>
              <a:rPr lang="es-AR" sz="1800" i="1" dirty="0"/>
              <a:t>“ladrando”</a:t>
            </a:r>
            <a:r>
              <a:rPr lang="es-AR" sz="1800" dirty="0"/>
              <a:t>, ya tiene memoria de que antes había </a:t>
            </a:r>
            <a:r>
              <a:rPr lang="es-AR" sz="1800" i="1" dirty="0"/>
              <a:t>“perro”</a:t>
            </a:r>
            <a:r>
              <a:rPr lang="es-AR" sz="1800" dirty="0"/>
              <a:t>.</a:t>
            </a:r>
          </a:p>
          <a:p>
            <a:pPr marL="0" indent="0">
              <a:buFont typeface="Arial"/>
              <a:buNone/>
            </a:pPr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371675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4DA1C-2BF0-E870-5458-7B7A6110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EE215-D7BC-7F73-7859-EECE9991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118945"/>
          </a:xfrm>
        </p:spPr>
        <p:txBody>
          <a:bodyPr anchor="b">
            <a:normAutofit fontScale="90000"/>
          </a:bodyPr>
          <a:lstStyle/>
          <a:p>
            <a:r>
              <a:rPr lang="es-AR" sz="3500" b="1" dirty="0"/>
              <a:t>LSTM (</a:t>
            </a:r>
            <a:r>
              <a:rPr lang="es-AR" sz="3500" b="1" i="1" dirty="0"/>
              <a:t>Long Short-</a:t>
            </a:r>
            <a:r>
              <a:rPr lang="es-AR" sz="3500" b="1" i="1" dirty="0" err="1"/>
              <a:t>Term</a:t>
            </a:r>
            <a:r>
              <a:rPr lang="es-AR" sz="3500" b="1" i="1" dirty="0"/>
              <a:t> </a:t>
            </a:r>
            <a:r>
              <a:rPr lang="es-AR" sz="3500" b="1" i="1" dirty="0" err="1"/>
              <a:t>Memory</a:t>
            </a:r>
            <a:r>
              <a:rPr lang="es-AR" sz="3500" b="1" dirty="0"/>
              <a:t>)</a:t>
            </a:r>
          </a:p>
        </p:txBody>
      </p:sp>
      <p:pic>
        <p:nvPicPr>
          <p:cNvPr id="5124" name="Picture 4" descr="A Long short-term memory (LSTM) unit architecture.">
            <a:extLst>
              <a:ext uri="{FF2B5EF4-FFF2-40B4-BE49-F238E27FC236}">
                <a16:creationId xmlns:a16="http://schemas.microsoft.com/office/drawing/2014/main" id="{8E8EA2F1-C1BC-E334-F492-40C4825D9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097" y="2254163"/>
            <a:ext cx="2907124" cy="191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E792E-28E1-6771-3D45-FAD71EE63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89" y="1721224"/>
            <a:ext cx="4939552" cy="444649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AR" sz="1600" dirty="0"/>
              <a:t>Es una variante de las RNN que soluciona el problema de la </a:t>
            </a:r>
            <a:r>
              <a:rPr lang="es-AR" sz="1600" b="1" dirty="0"/>
              <a:t>memoria a largo plazo</a:t>
            </a:r>
            <a:r>
              <a:rPr lang="es-AR" sz="16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dirty="0"/>
              <a:t>Introduce </a:t>
            </a:r>
            <a:r>
              <a:rPr lang="es-AR" sz="1600" b="1" dirty="0"/>
              <a:t>celdas de memoria</a:t>
            </a:r>
            <a:r>
              <a:rPr lang="es-AR" sz="1600" dirty="0"/>
              <a:t> y </a:t>
            </a:r>
            <a:r>
              <a:rPr lang="es-AR" sz="1600" b="1" dirty="0"/>
              <a:t>puertas (gates)</a:t>
            </a:r>
            <a:r>
              <a:rPr lang="es-AR" sz="1600" dirty="0"/>
              <a:t> que deciden:</a:t>
            </a:r>
          </a:p>
          <a:p>
            <a:pPr lvl="1">
              <a:lnSpc>
                <a:spcPct val="90000"/>
              </a:lnSpc>
            </a:pPr>
            <a:r>
              <a:rPr lang="es-AR" sz="1600" dirty="0"/>
              <a:t>Cuánta información nueva entra.</a:t>
            </a:r>
          </a:p>
          <a:p>
            <a:pPr lvl="1">
              <a:lnSpc>
                <a:spcPct val="90000"/>
              </a:lnSpc>
            </a:pPr>
            <a:r>
              <a:rPr lang="es-AR" sz="1600" dirty="0"/>
              <a:t>Qué se olvida.</a:t>
            </a:r>
          </a:p>
          <a:p>
            <a:pPr lvl="1">
              <a:lnSpc>
                <a:spcPct val="90000"/>
              </a:lnSpc>
            </a:pPr>
            <a:r>
              <a:rPr lang="es-AR" sz="1600" dirty="0"/>
              <a:t>Qué se pasa a la siguiente capa.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u="sng" dirty="0"/>
              <a:t>Arquitectura de una LSTM: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b="1" dirty="0" err="1"/>
              <a:t>Forget</a:t>
            </a:r>
            <a:r>
              <a:rPr lang="es-AR" sz="1600" b="1" dirty="0"/>
              <a:t> gate</a:t>
            </a:r>
            <a:r>
              <a:rPr lang="es-AR" sz="1600" dirty="0"/>
              <a:t> → decide qué descartar.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b="1" dirty="0"/>
              <a:t>Input gate</a:t>
            </a:r>
            <a:r>
              <a:rPr lang="es-AR" sz="1600" dirty="0"/>
              <a:t> → decide qué nueva </a:t>
            </a:r>
            <a:r>
              <a:rPr lang="es-AR" sz="1600" dirty="0" err="1"/>
              <a:t>info</a:t>
            </a:r>
            <a:r>
              <a:rPr lang="es-AR" sz="1600" dirty="0"/>
              <a:t> guardar.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b="1" dirty="0"/>
              <a:t>Output gate</a:t>
            </a:r>
            <a:r>
              <a:rPr lang="es-AR" sz="1600" dirty="0"/>
              <a:t> → decide qué enviar a la siguiente capa.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600" u="sng" dirty="0"/>
              <a:t>Resultado:</a:t>
            </a:r>
            <a:r>
              <a:rPr lang="es-AR" sz="1600" dirty="0"/>
              <a:t> puede recordar dependencias más largas (ej. “</a:t>
            </a:r>
            <a:r>
              <a:rPr lang="es-AR" sz="1600" i="1" dirty="0"/>
              <a:t>No me gusta el café aunque sí me gusta el té</a:t>
            </a:r>
            <a:r>
              <a:rPr lang="es-AR" sz="1600" dirty="0"/>
              <a:t>”).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hevron 3">
            <a:hlinkClick r:id="" action="ppaction://noaction"/>
            <a:extLst>
              <a:ext uri="{FF2B5EF4-FFF2-40B4-BE49-F238E27FC236}">
                <a16:creationId xmlns:a16="http://schemas.microsoft.com/office/drawing/2014/main" id="{5E0697F4-6786-618B-EE4A-EE9D0A5A9E2F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55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F01D6-625F-A7C2-F0DB-8A11C62C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A972-9527-6E4D-B70A-28A67ED3B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200" b="1" i="1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7A927-2D41-DC17-FB87-2B74B73BE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AR" sz="2000" dirty="0"/>
              <a:t>Es un </a:t>
            </a:r>
            <a:r>
              <a:rPr lang="es-AR" sz="2000" b="1" dirty="0"/>
              <a:t>modelo de </a:t>
            </a:r>
            <a:r>
              <a:rPr lang="es-AR" sz="2000" b="1" dirty="0" err="1"/>
              <a:t>deep</a:t>
            </a:r>
            <a:r>
              <a:rPr lang="es-AR" sz="2000" b="1" dirty="0"/>
              <a:t> </a:t>
            </a:r>
            <a:r>
              <a:rPr lang="es-AR" sz="2000" b="1" dirty="0" err="1"/>
              <a:t>learning</a:t>
            </a:r>
            <a:r>
              <a:rPr lang="es-AR" sz="2000" dirty="0"/>
              <a:t> diseñado para procesar </a:t>
            </a:r>
            <a:r>
              <a:rPr lang="es-AR" sz="2000" b="1" dirty="0"/>
              <a:t>secuencias de texto</a:t>
            </a:r>
            <a:r>
              <a:rPr lang="es-AR" sz="2000" dirty="0"/>
              <a:t> de forma </a:t>
            </a:r>
            <a:r>
              <a:rPr lang="es-AR" sz="2000" b="1" dirty="0"/>
              <a:t>paralela</a:t>
            </a:r>
            <a:r>
              <a:rPr lang="es-AR" sz="2000" dirty="0"/>
              <a:t>, usando un mecanismo llamado </a:t>
            </a:r>
            <a:r>
              <a:rPr lang="es-AR" sz="2000" b="1" dirty="0"/>
              <a:t>atención (</a:t>
            </a:r>
            <a:r>
              <a:rPr lang="es-AR" sz="2000" b="1" dirty="0" err="1"/>
              <a:t>attention</a:t>
            </a:r>
            <a:r>
              <a:rPr lang="es-AR" sz="2000" b="1" dirty="0"/>
              <a:t>)</a:t>
            </a:r>
            <a:r>
              <a:rPr lang="es-AR" sz="2000" dirty="0"/>
              <a:t>.</a:t>
            </a:r>
            <a:br>
              <a:rPr lang="es-AR" sz="2000" dirty="0"/>
            </a:br>
            <a:r>
              <a:rPr lang="es-AR" sz="2000" dirty="0"/>
              <a:t>Fue presentado en el </a:t>
            </a:r>
            <a:r>
              <a:rPr lang="es-AR" sz="2000" dirty="0" err="1"/>
              <a:t>paper</a:t>
            </a:r>
            <a:r>
              <a:rPr lang="es-AR" sz="2000" dirty="0"/>
              <a:t> de Google </a:t>
            </a:r>
            <a:r>
              <a:rPr lang="es-AR" sz="2000" i="1" dirty="0"/>
              <a:t>“</a:t>
            </a:r>
            <a:r>
              <a:rPr lang="es-AR" sz="2000" i="1" dirty="0" err="1"/>
              <a:t>Attention</a:t>
            </a:r>
            <a:r>
              <a:rPr lang="es-AR" sz="2000" i="1" dirty="0"/>
              <a:t> </a:t>
            </a:r>
            <a:r>
              <a:rPr lang="es-AR" sz="2000" i="1" dirty="0" err="1"/>
              <a:t>is</a:t>
            </a:r>
            <a:r>
              <a:rPr lang="es-AR" sz="2000" i="1" dirty="0"/>
              <a:t> </a:t>
            </a:r>
            <a:r>
              <a:rPr lang="es-AR" sz="2000" i="1" dirty="0" err="1"/>
              <a:t>All</a:t>
            </a:r>
            <a:r>
              <a:rPr lang="es-AR" sz="2000" i="1" dirty="0"/>
              <a:t> </a:t>
            </a:r>
            <a:r>
              <a:rPr lang="es-AR" sz="2000" i="1" dirty="0" err="1"/>
              <a:t>You</a:t>
            </a:r>
            <a:r>
              <a:rPr lang="es-AR" sz="2000" i="1" dirty="0"/>
              <a:t> </a:t>
            </a:r>
            <a:r>
              <a:rPr lang="es-AR" sz="2000" i="1" dirty="0" err="1"/>
              <a:t>Need</a:t>
            </a:r>
            <a:r>
              <a:rPr lang="es-AR" sz="2000" i="1" dirty="0"/>
              <a:t>”</a:t>
            </a:r>
            <a:r>
              <a:rPr lang="es-AR" sz="2000" dirty="0"/>
              <a:t> (2017).</a:t>
            </a:r>
          </a:p>
          <a:p>
            <a:pPr marL="0" indent="0">
              <a:buNone/>
            </a:pPr>
            <a:r>
              <a:rPr lang="es-AR" sz="2000" b="1" dirty="0"/>
              <a:t>¿Qué lo diferencia de RNN/LSTM?</a:t>
            </a:r>
          </a:p>
          <a:p>
            <a:pPr marL="0" indent="0">
              <a:buNone/>
            </a:pPr>
            <a:r>
              <a:rPr lang="es-AR" sz="2000" b="1" dirty="0"/>
              <a:t>RNN/LSTM</a:t>
            </a:r>
            <a:r>
              <a:rPr lang="es-AR" sz="2000" dirty="0"/>
              <a:t> procesan palabra por palabra, de izquierda a derecha → secuencial → </a:t>
            </a:r>
            <a:r>
              <a:rPr lang="es-AR" sz="2000" b="1" dirty="0"/>
              <a:t>lento</a:t>
            </a:r>
            <a:r>
              <a:rPr lang="es-AR" sz="2000" dirty="0"/>
              <a:t> y con problemas de memoria a largo plazo.</a:t>
            </a:r>
          </a:p>
          <a:p>
            <a:pPr marL="0" indent="0">
              <a:buNone/>
            </a:pPr>
            <a:r>
              <a:rPr lang="es-AR" sz="2000" b="1" dirty="0" err="1"/>
              <a:t>Transformer</a:t>
            </a:r>
            <a:r>
              <a:rPr lang="es-AR" sz="2000" dirty="0"/>
              <a:t> procesa </a:t>
            </a:r>
            <a:r>
              <a:rPr lang="es-AR" sz="2000" b="1" dirty="0"/>
              <a:t>toda la secuencia a la vez</a:t>
            </a:r>
            <a:r>
              <a:rPr lang="es-AR" sz="2000" dirty="0"/>
              <a:t> → </a:t>
            </a:r>
            <a:r>
              <a:rPr lang="es-AR" sz="2000" b="1" dirty="0" err="1"/>
              <a:t>paralelizable</a:t>
            </a:r>
            <a:r>
              <a:rPr lang="es-AR" sz="2000" dirty="0"/>
              <a:t> y capaz de capturar dependencias </a:t>
            </a:r>
            <a:r>
              <a:rPr lang="es-AR" sz="2000" b="1" dirty="0"/>
              <a:t>largas</a:t>
            </a:r>
            <a:r>
              <a:rPr lang="es-AR" sz="2000" dirty="0"/>
              <a:t> de manera más eficiente.</a:t>
            </a:r>
          </a:p>
          <a:p>
            <a:pPr marL="0" indent="0">
              <a:buNone/>
            </a:pPr>
            <a:endParaRPr lang="es-AR" sz="1700" dirty="0"/>
          </a:p>
        </p:txBody>
      </p:sp>
      <p:sp>
        <p:nvSpPr>
          <p:cNvPr id="4" name="Chevron 3">
            <a:hlinkClick r:id="" action="ppaction://noaction"/>
            <a:extLst>
              <a:ext uri="{FF2B5EF4-FFF2-40B4-BE49-F238E27FC236}">
                <a16:creationId xmlns:a16="http://schemas.microsoft.com/office/drawing/2014/main" id="{5A5E1A21-5FE2-9289-BEE4-0874E0D548AE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65CCF55-E3ED-F82A-2451-E5DF8E195B11}"/>
              </a:ext>
            </a:extLst>
          </p:cNvPr>
          <p:cNvSpPr/>
          <p:nvPr/>
        </p:nvSpPr>
        <p:spPr>
          <a:xfrm>
            <a:off x="8006836" y="234893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13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0F362-0F26-7365-818E-6C6BE5F1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B9389-5FFF-F24B-8581-8E7C77F2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200" b="1" i="1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80D3-7CCC-7687-9899-3F2B3F10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AR" sz="1700" b="1"/>
              <a:t>Concepto clave: Atención</a:t>
            </a:r>
          </a:p>
          <a:p>
            <a:pPr marL="0" indent="0">
              <a:buNone/>
            </a:pPr>
            <a:r>
              <a:rPr lang="es-AR" sz="1700"/>
              <a:t>La </a:t>
            </a:r>
            <a:r>
              <a:rPr lang="es-AR" sz="1700" b="1"/>
              <a:t>atención</a:t>
            </a:r>
            <a:r>
              <a:rPr lang="es-AR" sz="1700"/>
              <a:t> permite que cada palabra de la secuencia mire a todas las demás y decida cuáles son importantes.</a:t>
            </a:r>
          </a:p>
          <a:p>
            <a:pPr marL="0" indent="0">
              <a:buNone/>
            </a:pPr>
            <a:endParaRPr lang="es-AR" sz="1700"/>
          </a:p>
          <a:p>
            <a:pPr marL="0" indent="0">
              <a:buNone/>
            </a:pPr>
            <a:r>
              <a:rPr lang="es-AR" sz="1700"/>
              <a:t>Ejemplo:</a:t>
            </a:r>
            <a:br>
              <a:rPr lang="es-AR" sz="1700"/>
            </a:br>
            <a:r>
              <a:rPr lang="es-AR" sz="1700"/>
              <a:t>Frase: </a:t>
            </a:r>
            <a:r>
              <a:rPr lang="es-AR" sz="1700" i="1"/>
              <a:t>“El gato que estaba en la casa negra salió corriendo”</a:t>
            </a:r>
            <a:endParaRPr lang="es-AR" sz="1700"/>
          </a:p>
          <a:p>
            <a:pPr marL="0" indent="0">
              <a:buNone/>
            </a:pPr>
            <a:r>
              <a:rPr lang="es-AR" sz="1700"/>
              <a:t>Para predecir “salió”, el modelo puede mirar a “gato” (el sujeto) aunque esté lejos en la secuencia.</a:t>
            </a:r>
          </a:p>
          <a:p>
            <a:pPr marL="0" indent="0">
              <a:buNone/>
            </a:pPr>
            <a:r>
              <a:rPr lang="es-AR" sz="1700"/>
              <a:t>Esto se logra con el mecanismo de </a:t>
            </a:r>
            <a:r>
              <a:rPr lang="es-AR" sz="1700" b="1"/>
              <a:t>Self-Attention</a:t>
            </a:r>
            <a:r>
              <a:rPr lang="es-AR" sz="1700"/>
              <a:t>.</a:t>
            </a:r>
          </a:p>
          <a:p>
            <a:pPr marL="0" indent="0">
              <a:buNone/>
            </a:pPr>
            <a:endParaRPr lang="es-AR" sz="1700"/>
          </a:p>
        </p:txBody>
      </p:sp>
      <p:sp>
        <p:nvSpPr>
          <p:cNvPr id="4" name="Chevron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6348CB6-EDD2-ACC5-0DA5-4B8F78854F6F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DEA5799-1996-EFD8-139B-C80C5E7479BF}"/>
              </a:ext>
            </a:extLst>
          </p:cNvPr>
          <p:cNvSpPr/>
          <p:nvPr/>
        </p:nvSpPr>
        <p:spPr>
          <a:xfrm>
            <a:off x="8006836" y="234893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44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3C46F-82B2-CDFC-812B-A27E02F1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8" name="Rectangle 820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0" name="Rectangle 820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2" name="Rectangle 820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9" name="Freeform: Shape 820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11" name="Rectangle 821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6F11B-93BA-1910-6E29-3CF3E54E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200" b="1" i="1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C1B8-B91B-E8EB-EDF2-EFA4EF99A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AR" sz="1300" b="1"/>
              <a:t>Arquitectura del Transformer</a:t>
            </a:r>
          </a:p>
          <a:p>
            <a:pPr>
              <a:lnSpc>
                <a:spcPct val="90000"/>
              </a:lnSpc>
            </a:pPr>
            <a:r>
              <a:rPr lang="es-AR" sz="1300" b="1"/>
              <a:t>Embeddings</a:t>
            </a:r>
            <a:r>
              <a:rPr lang="es-AR" sz="1300"/>
              <a:t>: convierte palabras en vectores.</a:t>
            </a:r>
          </a:p>
          <a:p>
            <a:pPr>
              <a:lnSpc>
                <a:spcPct val="90000"/>
              </a:lnSpc>
            </a:pPr>
            <a:r>
              <a:rPr lang="es-AR" sz="1300" b="1"/>
              <a:t>Positional Encoding</a:t>
            </a:r>
            <a:r>
              <a:rPr lang="es-AR" sz="1300"/>
              <a:t>: agrega información del orden (porque no procesa secuencialmente como RNN).</a:t>
            </a:r>
          </a:p>
          <a:p>
            <a:pPr>
              <a:lnSpc>
                <a:spcPct val="90000"/>
              </a:lnSpc>
            </a:pPr>
            <a:r>
              <a:rPr lang="es-AR" sz="1300" b="1"/>
              <a:t>Capas de Atención (Self-Attention)</a:t>
            </a:r>
            <a:r>
              <a:rPr lang="es-AR" sz="1300"/>
              <a:t>: cada palabra se relaciona con todas las demás.</a:t>
            </a:r>
          </a:p>
          <a:p>
            <a:pPr>
              <a:lnSpc>
                <a:spcPct val="90000"/>
              </a:lnSpc>
            </a:pPr>
            <a:r>
              <a:rPr lang="es-AR" sz="1300" b="1"/>
              <a:t>Feed Forward Networks</a:t>
            </a:r>
            <a:r>
              <a:rPr lang="es-AR" sz="1300"/>
              <a:t>: procesan la información transformada.</a:t>
            </a:r>
          </a:p>
          <a:p>
            <a:pPr>
              <a:lnSpc>
                <a:spcPct val="90000"/>
              </a:lnSpc>
            </a:pPr>
            <a:r>
              <a:rPr lang="es-AR" sz="1300" b="1"/>
              <a:t>Stack de capas</a:t>
            </a:r>
            <a:r>
              <a:rPr lang="es-AR" sz="1300"/>
              <a:t>: se repiten varias veces para aprender representaciones profundas.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AR" sz="1300"/>
              <a:t>Dos grandes bloques:</a:t>
            </a:r>
          </a:p>
          <a:p>
            <a:pPr>
              <a:lnSpc>
                <a:spcPct val="90000"/>
              </a:lnSpc>
            </a:pPr>
            <a:r>
              <a:rPr lang="es-AR" sz="1300" b="1"/>
              <a:t>Encoder</a:t>
            </a:r>
            <a:r>
              <a:rPr lang="es-AR" sz="1300"/>
              <a:t> → usado en BERT (entender texto).</a:t>
            </a:r>
          </a:p>
          <a:p>
            <a:pPr>
              <a:lnSpc>
                <a:spcPct val="90000"/>
              </a:lnSpc>
            </a:pPr>
            <a:r>
              <a:rPr lang="es-AR" sz="1300" b="1"/>
              <a:t>Decoder</a:t>
            </a:r>
            <a:r>
              <a:rPr lang="es-AR" sz="1300"/>
              <a:t> → usado en GPT (generar texto).</a:t>
            </a:r>
          </a:p>
        </p:txBody>
      </p:sp>
      <p:pic>
        <p:nvPicPr>
          <p:cNvPr id="8196" name="Picture 4" descr="figure 1">
            <a:extLst>
              <a:ext uri="{FF2B5EF4-FFF2-40B4-BE49-F238E27FC236}">
                <a16:creationId xmlns:a16="http://schemas.microsoft.com/office/drawing/2014/main" id="{DB22E015-1FC0-DE0B-0F1D-90ECE2BC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2126" y="2180717"/>
            <a:ext cx="2711832" cy="250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hevron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FEF98E1-A0BB-B045-0E10-C06E63C63D38}"/>
              </a:ext>
            </a:extLst>
          </p:cNvPr>
          <p:cNvSpPr/>
          <p:nvPr/>
        </p:nvSpPr>
        <p:spPr>
          <a:xfrm rot="10800000">
            <a:off x="369116" y="234892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6" name="Chevron 5">
            <a:hlinkClick r:id="" action="ppaction://noaction"/>
            <a:extLst>
              <a:ext uri="{FF2B5EF4-FFF2-40B4-BE49-F238E27FC236}">
                <a16:creationId xmlns:a16="http://schemas.microsoft.com/office/drawing/2014/main" id="{E6D4F865-3D33-1E6A-18D4-71220AD4E3FA}"/>
              </a:ext>
            </a:extLst>
          </p:cNvPr>
          <p:cNvSpPr/>
          <p:nvPr/>
        </p:nvSpPr>
        <p:spPr>
          <a:xfrm>
            <a:off x="8006836" y="234893"/>
            <a:ext cx="201335" cy="285225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40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AR" sz="2200">
                <a:solidFill>
                  <a:srgbClr val="FFFFFF"/>
                </a:solidFill>
              </a:rPr>
              <a:t>Representaciones de texto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9F63D-41D7-8695-DFE9-5FA971C49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45604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AR" sz="3200">
                <a:solidFill>
                  <a:srgbClr val="FFFFFF"/>
                </a:solidFill>
              </a:rPr>
              <a:t>Aplicaciones actuales de NLP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A1C4C1-43AC-60DC-08B1-6F219A66DE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3208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500">
                <a:solidFill>
                  <a:srgbClr val="FFFFFF"/>
                </a:solidFill>
              </a:rPr>
              <a:t>Pipeline clásico de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8798" y="734274"/>
            <a:ext cx="4916510" cy="183951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AR" sz="1700" dirty="0"/>
          </a:p>
          <a:p>
            <a:r>
              <a:rPr lang="es-AR" sz="1700" dirty="0"/>
              <a:t>Preprocesamiento: </a:t>
            </a:r>
            <a:r>
              <a:rPr lang="es-AR" sz="1700" dirty="0" err="1"/>
              <a:t>tokenización</a:t>
            </a:r>
            <a:r>
              <a:rPr lang="es-AR" sz="1700" dirty="0"/>
              <a:t>, lematización</a:t>
            </a:r>
          </a:p>
          <a:p>
            <a:r>
              <a:rPr lang="es-AR" sz="1700" dirty="0"/>
              <a:t>Clasificación de sentimientos: </a:t>
            </a:r>
            <a:r>
              <a:rPr lang="es-AR" sz="1700" dirty="0" err="1"/>
              <a:t>Naive</a:t>
            </a:r>
            <a:r>
              <a:rPr lang="es-AR" sz="1700" dirty="0"/>
              <a:t> Bayes, SVM</a:t>
            </a:r>
          </a:p>
          <a:p>
            <a:r>
              <a:rPr lang="es-AR" sz="1700" dirty="0"/>
              <a:t>Predicción: sentimiento, categoría, etc.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78FF6A-D2FA-C88F-FA10-D171FAF357E1}"/>
              </a:ext>
            </a:extLst>
          </p:cNvPr>
          <p:cNvSpPr/>
          <p:nvPr/>
        </p:nvSpPr>
        <p:spPr>
          <a:xfrm>
            <a:off x="6549110" y="6201531"/>
            <a:ext cx="173387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/>
              </a:rPr>
              <a:t>Link al notebook</a:t>
            </a:r>
            <a:endParaRPr lang="es-MX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¿Qué es RAG?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D17D32-C78B-D1FF-E44B-1F8752A34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7951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 dirty="0">
                <a:solidFill>
                  <a:srgbClr val="FFFFFF"/>
                </a:solidFill>
              </a:rPr>
              <a:t>¿Qué es un agente?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9EAD4D-1FC6-92EC-309B-0798366B2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43043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185B2-B680-F709-0002-E4CA224A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54E37-E973-4F9F-0FE9-8545BBB6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AR" sz="3500" dirty="0">
                <a:solidFill>
                  <a:srgbClr val="FFFFFF"/>
                </a:solidFill>
              </a:rPr>
              <a:t>Comparativa</a:t>
            </a:r>
          </a:p>
        </p:txBody>
      </p:sp>
      <p:pic>
        <p:nvPicPr>
          <p:cNvPr id="6" name="Picture 1" descr="nlp_comparison.png">
            <a:extLst>
              <a:ext uri="{FF2B5EF4-FFF2-40B4-BE49-F238E27FC236}">
                <a16:creationId xmlns:a16="http://schemas.microsoft.com/office/drawing/2014/main" id="{4BBCFA99-7859-3B4A-77C5-1F95B45D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5" t="15173" r="71508" b="26823"/>
          <a:stretch>
            <a:fillRect/>
          </a:stretch>
        </p:blipFill>
        <p:spPr>
          <a:xfrm>
            <a:off x="474064" y="3496620"/>
            <a:ext cx="2187388" cy="2785284"/>
          </a:xfrm>
          <a:prstGeom prst="rect">
            <a:avLst/>
          </a:prstGeom>
        </p:spPr>
      </p:pic>
      <p:pic>
        <p:nvPicPr>
          <p:cNvPr id="7" name="Picture 1" descr="nlp_comparison.png">
            <a:extLst>
              <a:ext uri="{FF2B5EF4-FFF2-40B4-BE49-F238E27FC236}">
                <a16:creationId xmlns:a16="http://schemas.microsoft.com/office/drawing/2014/main" id="{34B1EC5B-5D62-03C6-0B71-E9B33C6EBD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44" t="14650" r="5479" b="27345"/>
          <a:stretch>
            <a:fillRect/>
          </a:stretch>
        </p:blipFill>
        <p:spPr>
          <a:xfrm>
            <a:off x="6526627" y="3496620"/>
            <a:ext cx="2187388" cy="2785284"/>
          </a:xfrm>
          <a:prstGeom prst="rect">
            <a:avLst/>
          </a:prstGeom>
        </p:spPr>
      </p:pic>
      <p:pic>
        <p:nvPicPr>
          <p:cNvPr id="8" name="Picture 1" descr="nlp_comparison.png">
            <a:extLst>
              <a:ext uri="{FF2B5EF4-FFF2-40B4-BE49-F238E27FC236}">
                <a16:creationId xmlns:a16="http://schemas.microsoft.com/office/drawing/2014/main" id="{BBB2B934-AC4F-8065-4E15-018B8DD2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00" t="14650" r="37623" b="27345"/>
          <a:stretch>
            <a:fillRect/>
          </a:stretch>
        </p:blipFill>
        <p:spPr>
          <a:xfrm>
            <a:off x="3478305" y="3496620"/>
            <a:ext cx="2187388" cy="2785284"/>
          </a:xfrm>
          <a:prstGeom prst="rect">
            <a:avLst/>
          </a:pr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F3AF42D-764D-54AA-2ACF-06F40F9A2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87381"/>
              </p:ext>
            </p:extLst>
          </p:nvPr>
        </p:nvGraphicFramePr>
        <p:xfrm>
          <a:off x="474064" y="1652539"/>
          <a:ext cx="8195871" cy="1543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752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Riesgos y ética en NLP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360188-D630-2E2D-E86F-B3CC1285D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24097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86635"/>
            <a:ext cx="2949388" cy="636494"/>
          </a:xfrm>
        </p:spPr>
        <p:txBody>
          <a:bodyPr anchor="b">
            <a:normAutofit/>
          </a:bodyPr>
          <a:lstStyle/>
          <a:p>
            <a:pPr algn="r"/>
            <a:r>
              <a:rPr lang="es-AR" sz="3500" dirty="0">
                <a:solidFill>
                  <a:srgbClr val="FFFFFF"/>
                </a:solidFill>
              </a:rPr>
              <a:t>Futuro del NLP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10719E-AE6B-9EDF-2AA4-549047CF0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9542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AR" sz="3200">
                <a:solidFill>
                  <a:srgbClr val="FFFFFF"/>
                </a:solidFill>
              </a:rPr>
              <a:t>Recursos para seguir aprendiendo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AR" sz="1700"/>
              <a:t>NLTK y spaCy (preprocesamiento)</a:t>
            </a:r>
          </a:p>
          <a:p>
            <a:r>
              <a:rPr lang="es-AR" sz="1700"/>
              <a:t>scikit-learn (ML clásico)</a:t>
            </a:r>
          </a:p>
          <a:p>
            <a:r>
              <a:rPr lang="es-AR" sz="1700"/>
              <a:t>Hugging Face Transformers</a:t>
            </a:r>
          </a:p>
          <a:p>
            <a:r>
              <a:rPr lang="es-AR" sz="1700"/>
              <a:t>LangChain y LlamaIndex (RAG y agentes)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AR" sz="3500" dirty="0">
                <a:solidFill>
                  <a:srgbClr val="FFFFFF"/>
                </a:solidFill>
              </a:rPr>
              <a:t>Resumen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5D33D6-9528-192B-C5E2-E0B5C4B7D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44669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2036</Words>
  <Application>Microsoft Macintosh PowerPoint</Application>
  <PresentationFormat>Presentación en pantalla (4:3)</PresentationFormat>
  <Paragraphs>237</Paragraphs>
  <Slides>22</Slides>
  <Notes>13</Notes>
  <HiddenSlides>7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Procesamiento de Lenguaje Natural (NLP)</vt:lpstr>
      <vt:lpstr>Objetivos de la clase</vt:lpstr>
      <vt:lpstr>¿Qué es NLP?</vt:lpstr>
      <vt:lpstr>Ejemplos cotidianos</vt:lpstr>
      <vt:lpstr>Breve historia del NLP</vt:lpstr>
      <vt:lpstr>Naive Bayes</vt:lpstr>
      <vt:lpstr>SVM (Support Vector Machine)</vt:lpstr>
      <vt:lpstr>RNN (Recurrent Neural Network)</vt:lpstr>
      <vt:lpstr>LSTM (Long Short-Term Memory)</vt:lpstr>
      <vt:lpstr>Transformer</vt:lpstr>
      <vt:lpstr>Transformer</vt:lpstr>
      <vt:lpstr>Transformer</vt:lpstr>
      <vt:lpstr>Representaciones de texto</vt:lpstr>
      <vt:lpstr>Aplicaciones actuales de NLP</vt:lpstr>
      <vt:lpstr>Pipeline clásico de NLP</vt:lpstr>
      <vt:lpstr>¿Qué es RAG?</vt:lpstr>
      <vt:lpstr>¿Qué es un agente?</vt:lpstr>
      <vt:lpstr>Comparativa</vt:lpstr>
      <vt:lpstr>Riesgos y ética en NLP</vt:lpstr>
      <vt:lpstr>Futuro del NLP</vt:lpstr>
      <vt:lpstr>Recursos para seguir aprendiendo</vt:lpstr>
      <vt:lpstr>Resumen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Forconi Geronimo</cp:lastModifiedBy>
  <cp:revision>11</cp:revision>
  <dcterms:created xsi:type="dcterms:W3CDTF">2013-01-27T09:14:16Z</dcterms:created>
  <dcterms:modified xsi:type="dcterms:W3CDTF">2025-08-28T09:37:29Z</dcterms:modified>
  <cp:category/>
</cp:coreProperties>
</file>