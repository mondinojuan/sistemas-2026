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2" r:id="rId6"/>
    <p:sldMasterId id="2147483676" r:id="rId7"/>
    <p:sldMasterId id="214748369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90" roundtripDataSignature="AMtx7mhoQRVNvgBYYosUgbBpYdfz6bKV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E5EC63-1752-49F2-B231-F8F02AE82CE7}">
  <a:tblStyle styleId="{A0E5EC63-1752-49F2-B231-F8F02AE82CE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84" Type="http://schemas.openxmlformats.org/officeDocument/2006/relationships/slide" Target="slides/slide75.xml"/><Relationship Id="rId83" Type="http://schemas.openxmlformats.org/officeDocument/2006/relationships/slide" Target="slides/slide74.xml"/><Relationship Id="rId42" Type="http://schemas.openxmlformats.org/officeDocument/2006/relationships/slide" Target="slides/slide33.xml"/><Relationship Id="rId86" Type="http://schemas.openxmlformats.org/officeDocument/2006/relationships/slide" Target="slides/slide77.xml"/><Relationship Id="rId41" Type="http://schemas.openxmlformats.org/officeDocument/2006/relationships/slide" Target="slides/slide32.xml"/><Relationship Id="rId85" Type="http://schemas.openxmlformats.org/officeDocument/2006/relationships/slide" Target="slides/slide76.xml"/><Relationship Id="rId44" Type="http://schemas.openxmlformats.org/officeDocument/2006/relationships/slide" Target="slides/slide35.xml"/><Relationship Id="rId88" Type="http://schemas.openxmlformats.org/officeDocument/2006/relationships/slide" Target="slides/slide79.xml"/><Relationship Id="rId43" Type="http://schemas.openxmlformats.org/officeDocument/2006/relationships/slide" Target="slides/slide34.xml"/><Relationship Id="rId87" Type="http://schemas.openxmlformats.org/officeDocument/2006/relationships/slide" Target="slides/slide78.xml"/><Relationship Id="rId46" Type="http://schemas.openxmlformats.org/officeDocument/2006/relationships/slide" Target="slides/slide37.xml"/><Relationship Id="rId45" Type="http://schemas.openxmlformats.org/officeDocument/2006/relationships/slide" Target="slides/slide36.xml"/><Relationship Id="rId89" Type="http://schemas.openxmlformats.org/officeDocument/2006/relationships/slide" Target="slides/slide80.xml"/><Relationship Id="rId80" Type="http://schemas.openxmlformats.org/officeDocument/2006/relationships/slide" Target="slides/slide71.xml"/><Relationship Id="rId82" Type="http://schemas.openxmlformats.org/officeDocument/2006/relationships/slide" Target="slides/slide73.xml"/><Relationship Id="rId81" Type="http://schemas.openxmlformats.org/officeDocument/2006/relationships/slide" Target="slides/slide72.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64.xml"/><Relationship Id="rId72" Type="http://schemas.openxmlformats.org/officeDocument/2006/relationships/slide" Target="slides/slide63.xml"/><Relationship Id="rId31" Type="http://schemas.openxmlformats.org/officeDocument/2006/relationships/slide" Target="slides/slide22.xml"/><Relationship Id="rId75" Type="http://schemas.openxmlformats.org/officeDocument/2006/relationships/slide" Target="slides/slide66.xml"/><Relationship Id="rId30" Type="http://schemas.openxmlformats.org/officeDocument/2006/relationships/slide" Target="slides/slide21.xml"/><Relationship Id="rId74" Type="http://schemas.openxmlformats.org/officeDocument/2006/relationships/slide" Target="slides/slide65.xml"/><Relationship Id="rId33" Type="http://schemas.openxmlformats.org/officeDocument/2006/relationships/slide" Target="slides/slide24.xml"/><Relationship Id="rId77" Type="http://schemas.openxmlformats.org/officeDocument/2006/relationships/slide" Target="slides/slide68.xml"/><Relationship Id="rId32" Type="http://schemas.openxmlformats.org/officeDocument/2006/relationships/slide" Target="slides/slide23.xml"/><Relationship Id="rId76" Type="http://schemas.openxmlformats.org/officeDocument/2006/relationships/slide" Target="slides/slide67.xml"/><Relationship Id="rId35" Type="http://schemas.openxmlformats.org/officeDocument/2006/relationships/slide" Target="slides/slide26.xml"/><Relationship Id="rId79" Type="http://schemas.openxmlformats.org/officeDocument/2006/relationships/slide" Target="slides/slide70.xml"/><Relationship Id="rId34" Type="http://schemas.openxmlformats.org/officeDocument/2006/relationships/slide" Target="slides/slide25.xml"/><Relationship Id="rId78" Type="http://schemas.openxmlformats.org/officeDocument/2006/relationships/slide" Target="slides/slide69.xml"/><Relationship Id="rId71" Type="http://schemas.openxmlformats.org/officeDocument/2006/relationships/slide" Target="slides/slide62.xml"/><Relationship Id="rId70" Type="http://schemas.openxmlformats.org/officeDocument/2006/relationships/slide" Target="slides/slide61.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4" Type="http://schemas.openxmlformats.org/officeDocument/2006/relationships/slide" Target="slides/slide55.xml"/><Relationship Id="rId63" Type="http://schemas.openxmlformats.org/officeDocument/2006/relationships/slide" Target="slides/slide54.xml"/><Relationship Id="rId22" Type="http://schemas.openxmlformats.org/officeDocument/2006/relationships/slide" Target="slides/slide13.xml"/><Relationship Id="rId66" Type="http://schemas.openxmlformats.org/officeDocument/2006/relationships/slide" Target="slides/slide57.xml"/><Relationship Id="rId21" Type="http://schemas.openxmlformats.org/officeDocument/2006/relationships/slide" Target="slides/slide12.xml"/><Relationship Id="rId65" Type="http://schemas.openxmlformats.org/officeDocument/2006/relationships/slide" Target="slides/slide56.xml"/><Relationship Id="rId24" Type="http://schemas.openxmlformats.org/officeDocument/2006/relationships/slide" Target="slides/slide15.xml"/><Relationship Id="rId68" Type="http://schemas.openxmlformats.org/officeDocument/2006/relationships/slide" Target="slides/slide59.xml"/><Relationship Id="rId23" Type="http://schemas.openxmlformats.org/officeDocument/2006/relationships/slide" Target="slides/slide14.xml"/><Relationship Id="rId67" Type="http://schemas.openxmlformats.org/officeDocument/2006/relationships/slide" Target="slides/slide58.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69" Type="http://schemas.openxmlformats.org/officeDocument/2006/relationships/slide" Target="slides/slide60.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90" Type="http://customschemas.google.com/relationships/presentationmetadata" Target="metadata"/><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1"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0" sz="36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 name="Google Shape;65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0" name="Google Shape;67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 name="Google Shape;69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4" name="Google Shape;72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7" name="Google Shape;74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 name="Google Shape;77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7" name="Google Shape;77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7" name="Google Shape;78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5" name="Google Shape;955;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1" name="Google Shape;961;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0" name="Google Shape;980;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0" name="Google Shape;100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 name="Google Shape;105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0" name="Google Shape;110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0" name="Google Shape;1110;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9" name="Google Shape;1119;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6" name="Google Shape;1126;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3" name="Google Shape;1163;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3" name="Google Shape;1173;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2" name="Google Shape;118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6" name="Google Shape;120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2" name="Google Shape;121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1" name="Google Shape;1221;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1" name="Google Shape;1281;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7" name="Google Shape;1327;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3" name="Google Shape;1333;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3" name="Google Shape;1363;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3" name="Google Shape;1413;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3" name="Google Shape;1463;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9" name="Google Shape;1469;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9" name="Google Shape;1479;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3" name="Google Shape;1513;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9" name="Google Shape;1519;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7" name="Google Shape;1537;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5" name="Google Shape;1545;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1" name="Google Shape;1561;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7" name="Google Shape;1567;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73" name="Google Shape;1573;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4" name="Google Shape;1574;p6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600"/>
              <a:buFont typeface="Arial"/>
              <a:buNone/>
            </a:pPr>
            <a:fld id="{00000000-1234-1234-1234-123412341234}" type="slidenum">
              <a:rPr b="1" i="0" lang="en-US" sz="3600" u="none">
                <a:solidFill>
                  <a:srgbClr val="000000"/>
                </a:solidFill>
                <a:latin typeface="Arial"/>
                <a:ea typeface="Arial"/>
                <a:cs typeface="Arial"/>
                <a:sym typeface="Arial"/>
              </a:rPr>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97" name="Google Shape;1597;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8" name="Google Shape;1598;p6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600"/>
              <a:buFont typeface="Arial"/>
              <a:buNone/>
            </a:pPr>
            <a:fld id="{00000000-1234-1234-1234-123412341234}" type="slidenum">
              <a:rPr b="1" i="0" lang="en-US" sz="3600" u="none">
                <a:solidFill>
                  <a:srgbClr val="000000"/>
                </a:solidFill>
                <a:latin typeface="Arial"/>
                <a:ea typeface="Arial"/>
                <a:cs typeface="Arial"/>
                <a:sym typeface="Arial"/>
              </a:rPr>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4" name="Google Shape;1604;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3" name="Google Shape;1613;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7" name="Shape 1617"/>
        <p:cNvGrpSpPr/>
        <p:nvPr/>
      </p:nvGrpSpPr>
      <p:grpSpPr>
        <a:xfrm>
          <a:off x="0" y="0"/>
          <a:ext cx="0" cy="0"/>
          <a:chOff x="0" y="0"/>
          <a:chExt cx="0" cy="0"/>
        </a:xfrm>
      </p:grpSpPr>
      <p:sp>
        <p:nvSpPr>
          <p:cNvPr id="1618" name="Google Shape;1618;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9" name="Google Shape;1619;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5" name="Google Shape;1625;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1" name="Google Shape;163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7" name="Google Shape;1637;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3" name="Google Shape;1663;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7" name="Google Shape;1687;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1" name="Google Shape;1711;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4" name="Google Shape;1724;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3" name="Google Shape;1733;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 name="Shape 19"/>
        <p:cNvGrpSpPr/>
        <p:nvPr/>
      </p:nvGrpSpPr>
      <p:grpSpPr>
        <a:xfrm>
          <a:off x="0" y="0"/>
          <a:ext cx="0" cy="0"/>
          <a:chOff x="0" y="0"/>
          <a:chExt cx="0" cy="0"/>
        </a:xfrm>
      </p:grpSpPr>
      <p:sp>
        <p:nvSpPr>
          <p:cNvPr id="20" name="Google Shape;20;p8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8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rgbClr val="666699"/>
              </a:buClr>
              <a:buSzPts val="2400"/>
              <a:buFont typeface="Arial"/>
              <a:buNone/>
              <a:defRPr/>
            </a:lvl1pPr>
            <a:lvl2pPr lvl="1" algn="ctr">
              <a:spcBef>
                <a:spcPts val="480"/>
              </a:spcBef>
              <a:spcAft>
                <a:spcPts val="0"/>
              </a:spcAft>
              <a:buClr>
                <a:srgbClr val="666699"/>
              </a:buClr>
              <a:buSzPts val="2400"/>
              <a:buFont typeface="Arial"/>
              <a:buNone/>
              <a:defRPr/>
            </a:lvl2pPr>
            <a:lvl3pPr lvl="2" algn="ctr">
              <a:spcBef>
                <a:spcPts val="480"/>
              </a:spcBef>
              <a:spcAft>
                <a:spcPts val="0"/>
              </a:spcAft>
              <a:buClr>
                <a:srgbClr val="666699"/>
              </a:buClr>
              <a:buSzPts val="2400"/>
              <a:buFont typeface="Arial"/>
              <a:buNone/>
              <a:defRPr/>
            </a:lvl3pPr>
            <a:lvl4pPr lvl="3" algn="ctr">
              <a:spcBef>
                <a:spcPts val="480"/>
              </a:spcBef>
              <a:spcAft>
                <a:spcPts val="0"/>
              </a:spcAft>
              <a:buClr>
                <a:srgbClr val="666699"/>
              </a:buClr>
              <a:buSzPts val="2400"/>
              <a:buFont typeface="Arial"/>
              <a:buNone/>
              <a:defRPr/>
            </a:lvl4pPr>
            <a:lvl5pPr lvl="4" algn="ctr">
              <a:spcBef>
                <a:spcPts val="480"/>
              </a:spcBef>
              <a:spcAft>
                <a:spcPts val="0"/>
              </a:spcAft>
              <a:buClr>
                <a:srgbClr val="666699"/>
              </a:buClr>
              <a:buSzPts val="2400"/>
              <a:buFont typeface="Arial"/>
              <a:buNone/>
              <a:defRPr/>
            </a:lvl5pPr>
            <a:lvl6pPr lvl="5" algn="ctr">
              <a:spcBef>
                <a:spcPts val="480"/>
              </a:spcBef>
              <a:spcAft>
                <a:spcPts val="0"/>
              </a:spcAft>
              <a:buClr>
                <a:srgbClr val="666699"/>
              </a:buClr>
              <a:buSzPts val="2400"/>
              <a:buFont typeface="Arial"/>
              <a:buNone/>
              <a:defRPr/>
            </a:lvl6pPr>
            <a:lvl7pPr lvl="6" algn="ctr">
              <a:spcBef>
                <a:spcPts val="480"/>
              </a:spcBef>
              <a:spcAft>
                <a:spcPts val="0"/>
              </a:spcAft>
              <a:buClr>
                <a:srgbClr val="666699"/>
              </a:buClr>
              <a:buSzPts val="2400"/>
              <a:buFont typeface="Arial"/>
              <a:buNone/>
              <a:defRPr/>
            </a:lvl7pPr>
            <a:lvl8pPr lvl="7" algn="ctr">
              <a:spcBef>
                <a:spcPts val="480"/>
              </a:spcBef>
              <a:spcAft>
                <a:spcPts val="0"/>
              </a:spcAft>
              <a:buClr>
                <a:srgbClr val="666699"/>
              </a:buClr>
              <a:buSzPts val="2400"/>
              <a:buFont typeface="Arial"/>
              <a:buNone/>
              <a:defRPr/>
            </a:lvl8pPr>
            <a:lvl9pPr lvl="8" algn="ctr">
              <a:spcBef>
                <a:spcPts val="480"/>
              </a:spcBef>
              <a:spcAft>
                <a:spcPts val="0"/>
              </a:spcAft>
              <a:buClr>
                <a:srgbClr val="666699"/>
              </a:buClr>
              <a:buSzPts val="2400"/>
              <a:buFont typeface="Arial"/>
              <a:buNone/>
              <a:defRPr/>
            </a:lvl9pPr>
          </a:lstStyle>
          <a:p/>
        </p:txBody>
      </p:sp>
      <p:sp>
        <p:nvSpPr>
          <p:cNvPr id="22" name="Google Shape;22;p8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8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8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8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28" name="Google Shape;28;p8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8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abla" type="tbl">
  <p:cSld name="TABLE">
    <p:spTree>
      <p:nvGrpSpPr>
        <p:cNvPr id="31" name="Shape 31"/>
        <p:cNvGrpSpPr/>
        <p:nvPr/>
      </p:nvGrpSpPr>
      <p:grpSpPr>
        <a:xfrm>
          <a:off x="0" y="0"/>
          <a:ext cx="0" cy="0"/>
          <a:chOff x="0" y="0"/>
          <a:chExt cx="0" cy="0"/>
        </a:xfrm>
      </p:grpSpPr>
      <p:sp>
        <p:nvSpPr>
          <p:cNvPr id="32" name="Google Shape;32;p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9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9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objeto y 2 objetos" type="objAndTwoObj">
  <p:cSld name="OBJECT_AND_TWO_OBJECTS">
    <p:spTree>
      <p:nvGrpSpPr>
        <p:cNvPr id="36" name="Shape 36"/>
        <p:cNvGrpSpPr/>
        <p:nvPr/>
      </p:nvGrpSpPr>
      <p:grpSpPr>
        <a:xfrm>
          <a:off x="0" y="0"/>
          <a:ext cx="0" cy="0"/>
          <a:chOff x="0" y="0"/>
          <a:chExt cx="0" cy="0"/>
        </a:xfrm>
      </p:grpSpPr>
      <p:sp>
        <p:nvSpPr>
          <p:cNvPr id="37" name="Google Shape;37;p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9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39" name="Google Shape;39;p91"/>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40" name="Google Shape;40;p91"/>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41" name="Google Shape;41;p9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9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44" name="Shape 44"/>
        <p:cNvGrpSpPr/>
        <p:nvPr/>
      </p:nvGrpSpPr>
      <p:grpSpPr>
        <a:xfrm>
          <a:off x="0" y="0"/>
          <a:ext cx="0" cy="0"/>
          <a:chOff x="0" y="0"/>
          <a:chExt cx="0" cy="0"/>
        </a:xfrm>
      </p:grpSpPr>
      <p:sp>
        <p:nvSpPr>
          <p:cNvPr id="45" name="Google Shape;45;p9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9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9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8" name="Shape 48"/>
        <p:cNvGrpSpPr/>
        <p:nvPr/>
      </p:nvGrpSpPr>
      <p:grpSpPr>
        <a:xfrm>
          <a:off x="0" y="0"/>
          <a:ext cx="0" cy="0"/>
          <a:chOff x="0" y="0"/>
          <a:chExt cx="0" cy="0"/>
        </a:xfrm>
      </p:grpSpPr>
      <p:sp>
        <p:nvSpPr>
          <p:cNvPr id="49" name="Google Shape;49;p9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9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666699"/>
              </a:buClr>
              <a:buSzPts val="2800"/>
              <a:buFont typeface="Arial"/>
              <a:buChar char="•"/>
              <a:defRPr sz="2800"/>
            </a:lvl1pPr>
            <a:lvl2pPr indent="-381000" lvl="1" marL="914400" algn="l">
              <a:spcBef>
                <a:spcPts val="480"/>
              </a:spcBef>
              <a:spcAft>
                <a:spcPts val="0"/>
              </a:spcAft>
              <a:buClr>
                <a:srgbClr val="666699"/>
              </a:buClr>
              <a:buSzPts val="2400"/>
              <a:buFont typeface="Arial"/>
              <a:buChar char="–"/>
              <a:defRPr sz="2400"/>
            </a:lvl2pPr>
            <a:lvl3pPr indent="-355600" lvl="2" marL="1371600" algn="l">
              <a:spcBef>
                <a:spcPts val="400"/>
              </a:spcBef>
              <a:spcAft>
                <a:spcPts val="0"/>
              </a:spcAft>
              <a:buClr>
                <a:srgbClr val="666699"/>
              </a:buClr>
              <a:buSzPts val="2000"/>
              <a:buFont typeface="Arial"/>
              <a:buChar char="•"/>
              <a:defRPr sz="2000"/>
            </a:lvl3pPr>
            <a:lvl4pPr indent="-342900" lvl="3" marL="1828800" algn="l">
              <a:spcBef>
                <a:spcPts val="360"/>
              </a:spcBef>
              <a:spcAft>
                <a:spcPts val="0"/>
              </a:spcAft>
              <a:buClr>
                <a:srgbClr val="666699"/>
              </a:buClr>
              <a:buSzPts val="1800"/>
              <a:buFont typeface="Arial"/>
              <a:buChar char="–"/>
              <a:defRPr sz="1800"/>
            </a:lvl4pPr>
            <a:lvl5pPr indent="-342900" lvl="4" marL="2286000" algn="l">
              <a:spcBef>
                <a:spcPts val="360"/>
              </a:spcBef>
              <a:spcAft>
                <a:spcPts val="0"/>
              </a:spcAft>
              <a:buClr>
                <a:srgbClr val="666699"/>
              </a:buClr>
              <a:buSzPts val="1800"/>
              <a:buFont typeface="Arial"/>
              <a:buChar char="»"/>
              <a:defRPr sz="1800"/>
            </a:lvl5pPr>
            <a:lvl6pPr indent="-342900" lvl="5" marL="2743200" algn="l">
              <a:spcBef>
                <a:spcPts val="360"/>
              </a:spcBef>
              <a:spcAft>
                <a:spcPts val="0"/>
              </a:spcAft>
              <a:buClr>
                <a:srgbClr val="666699"/>
              </a:buClr>
              <a:buSzPts val="1800"/>
              <a:buFont typeface="Arial"/>
              <a:buChar char="»"/>
              <a:defRPr sz="1800"/>
            </a:lvl6pPr>
            <a:lvl7pPr indent="-342900" lvl="6" marL="3200400" algn="l">
              <a:spcBef>
                <a:spcPts val="360"/>
              </a:spcBef>
              <a:spcAft>
                <a:spcPts val="0"/>
              </a:spcAft>
              <a:buClr>
                <a:srgbClr val="666699"/>
              </a:buClr>
              <a:buSzPts val="1800"/>
              <a:buFont typeface="Arial"/>
              <a:buChar char="»"/>
              <a:defRPr sz="1800"/>
            </a:lvl7pPr>
            <a:lvl8pPr indent="-342900" lvl="7" marL="3657600" algn="l">
              <a:spcBef>
                <a:spcPts val="360"/>
              </a:spcBef>
              <a:spcAft>
                <a:spcPts val="0"/>
              </a:spcAft>
              <a:buClr>
                <a:srgbClr val="666699"/>
              </a:buClr>
              <a:buSzPts val="1800"/>
              <a:buFont typeface="Arial"/>
              <a:buChar char="»"/>
              <a:defRPr sz="1800"/>
            </a:lvl8pPr>
            <a:lvl9pPr indent="-342900" lvl="8" marL="4114800" algn="l">
              <a:spcBef>
                <a:spcPts val="360"/>
              </a:spcBef>
              <a:spcAft>
                <a:spcPts val="0"/>
              </a:spcAft>
              <a:buClr>
                <a:srgbClr val="666699"/>
              </a:buClr>
              <a:buSzPts val="1800"/>
              <a:buFont typeface="Arial"/>
              <a:buChar char="»"/>
              <a:defRPr sz="1800"/>
            </a:lvl9pPr>
          </a:lstStyle>
          <a:p/>
        </p:txBody>
      </p:sp>
      <p:sp>
        <p:nvSpPr>
          <p:cNvPr id="51" name="Google Shape;51;p9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666699"/>
              </a:buClr>
              <a:buSzPts val="2800"/>
              <a:buFont typeface="Arial"/>
              <a:buChar char="•"/>
              <a:defRPr sz="2800"/>
            </a:lvl1pPr>
            <a:lvl2pPr indent="-381000" lvl="1" marL="914400" algn="l">
              <a:spcBef>
                <a:spcPts val="480"/>
              </a:spcBef>
              <a:spcAft>
                <a:spcPts val="0"/>
              </a:spcAft>
              <a:buClr>
                <a:srgbClr val="666699"/>
              </a:buClr>
              <a:buSzPts val="2400"/>
              <a:buFont typeface="Arial"/>
              <a:buChar char="–"/>
              <a:defRPr sz="2400"/>
            </a:lvl2pPr>
            <a:lvl3pPr indent="-355600" lvl="2" marL="1371600" algn="l">
              <a:spcBef>
                <a:spcPts val="400"/>
              </a:spcBef>
              <a:spcAft>
                <a:spcPts val="0"/>
              </a:spcAft>
              <a:buClr>
                <a:srgbClr val="666699"/>
              </a:buClr>
              <a:buSzPts val="2000"/>
              <a:buFont typeface="Arial"/>
              <a:buChar char="•"/>
              <a:defRPr sz="2000"/>
            </a:lvl3pPr>
            <a:lvl4pPr indent="-342900" lvl="3" marL="1828800" algn="l">
              <a:spcBef>
                <a:spcPts val="360"/>
              </a:spcBef>
              <a:spcAft>
                <a:spcPts val="0"/>
              </a:spcAft>
              <a:buClr>
                <a:srgbClr val="666699"/>
              </a:buClr>
              <a:buSzPts val="1800"/>
              <a:buFont typeface="Arial"/>
              <a:buChar char="–"/>
              <a:defRPr sz="1800"/>
            </a:lvl4pPr>
            <a:lvl5pPr indent="-342900" lvl="4" marL="2286000" algn="l">
              <a:spcBef>
                <a:spcPts val="360"/>
              </a:spcBef>
              <a:spcAft>
                <a:spcPts val="0"/>
              </a:spcAft>
              <a:buClr>
                <a:srgbClr val="666699"/>
              </a:buClr>
              <a:buSzPts val="1800"/>
              <a:buFont typeface="Arial"/>
              <a:buChar char="»"/>
              <a:defRPr sz="1800"/>
            </a:lvl5pPr>
            <a:lvl6pPr indent="-342900" lvl="5" marL="2743200" algn="l">
              <a:spcBef>
                <a:spcPts val="360"/>
              </a:spcBef>
              <a:spcAft>
                <a:spcPts val="0"/>
              </a:spcAft>
              <a:buClr>
                <a:srgbClr val="666699"/>
              </a:buClr>
              <a:buSzPts val="1800"/>
              <a:buFont typeface="Arial"/>
              <a:buChar char="»"/>
              <a:defRPr sz="1800"/>
            </a:lvl6pPr>
            <a:lvl7pPr indent="-342900" lvl="6" marL="3200400" algn="l">
              <a:spcBef>
                <a:spcPts val="360"/>
              </a:spcBef>
              <a:spcAft>
                <a:spcPts val="0"/>
              </a:spcAft>
              <a:buClr>
                <a:srgbClr val="666699"/>
              </a:buClr>
              <a:buSzPts val="1800"/>
              <a:buFont typeface="Arial"/>
              <a:buChar char="»"/>
              <a:defRPr sz="1800"/>
            </a:lvl7pPr>
            <a:lvl8pPr indent="-342900" lvl="7" marL="3657600" algn="l">
              <a:spcBef>
                <a:spcPts val="360"/>
              </a:spcBef>
              <a:spcAft>
                <a:spcPts val="0"/>
              </a:spcAft>
              <a:buClr>
                <a:srgbClr val="666699"/>
              </a:buClr>
              <a:buSzPts val="1800"/>
              <a:buFont typeface="Arial"/>
              <a:buChar char="»"/>
              <a:defRPr sz="1800"/>
            </a:lvl8pPr>
            <a:lvl9pPr indent="-342900" lvl="8" marL="4114800" algn="l">
              <a:spcBef>
                <a:spcPts val="360"/>
              </a:spcBef>
              <a:spcAft>
                <a:spcPts val="0"/>
              </a:spcAft>
              <a:buClr>
                <a:srgbClr val="666699"/>
              </a:buClr>
              <a:buSzPts val="1800"/>
              <a:buFont typeface="Arial"/>
              <a:buChar char="»"/>
              <a:defRPr sz="1800"/>
            </a:lvl9pPr>
          </a:lstStyle>
          <a:p/>
        </p:txBody>
      </p:sp>
      <p:sp>
        <p:nvSpPr>
          <p:cNvPr id="52" name="Google Shape;52;p9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55" name="Shape 55"/>
        <p:cNvGrpSpPr/>
        <p:nvPr/>
      </p:nvGrpSpPr>
      <p:grpSpPr>
        <a:xfrm>
          <a:off x="0" y="0"/>
          <a:ext cx="0" cy="0"/>
          <a:chOff x="0" y="0"/>
          <a:chExt cx="0" cy="0"/>
        </a:xfrm>
      </p:grpSpPr>
      <p:sp>
        <p:nvSpPr>
          <p:cNvPr id="56" name="Google Shape;56;p9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9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58" name="Google Shape;58;p9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1" name="Shape 61"/>
        <p:cNvGrpSpPr/>
        <p:nvPr/>
      </p:nvGrpSpPr>
      <p:grpSpPr>
        <a:xfrm>
          <a:off x="0" y="0"/>
          <a:ext cx="0" cy="0"/>
          <a:chOff x="0" y="0"/>
          <a:chExt cx="0" cy="0"/>
        </a:xfrm>
      </p:grpSpPr>
      <p:sp>
        <p:nvSpPr>
          <p:cNvPr id="62" name="Google Shape;62;p9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95"/>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64" name="Google Shape;64;p9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7" name="Shape 67"/>
        <p:cNvGrpSpPr/>
        <p:nvPr/>
      </p:nvGrpSpPr>
      <p:grpSpPr>
        <a:xfrm>
          <a:off x="0" y="0"/>
          <a:ext cx="0" cy="0"/>
          <a:chOff x="0" y="0"/>
          <a:chExt cx="0" cy="0"/>
        </a:xfrm>
      </p:grpSpPr>
      <p:sp>
        <p:nvSpPr>
          <p:cNvPr id="68" name="Google Shape;68;p9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96"/>
          <p:cNvSpPr/>
          <p:nvPr>
            <p:ph idx="2" type="pic"/>
          </p:nvPr>
        </p:nvSpPr>
        <p:spPr>
          <a:xfrm>
            <a:off x="1792288" y="612775"/>
            <a:ext cx="5486400" cy="4114800"/>
          </a:xfrm>
          <a:prstGeom prst="rect">
            <a:avLst/>
          </a:prstGeom>
          <a:noFill/>
          <a:ln>
            <a:noFill/>
          </a:ln>
        </p:spPr>
      </p:sp>
      <p:sp>
        <p:nvSpPr>
          <p:cNvPr id="70" name="Google Shape;70;p9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666699"/>
              </a:buClr>
              <a:buSzPts val="1400"/>
              <a:buFont typeface="Arial"/>
              <a:buNone/>
              <a:defRPr sz="1400"/>
            </a:lvl1pPr>
            <a:lvl2pPr indent="-228600" lvl="1" marL="914400" algn="l">
              <a:spcBef>
                <a:spcPts val="240"/>
              </a:spcBef>
              <a:spcAft>
                <a:spcPts val="0"/>
              </a:spcAft>
              <a:buClr>
                <a:srgbClr val="666699"/>
              </a:buClr>
              <a:buSzPts val="1200"/>
              <a:buFont typeface="Arial"/>
              <a:buNone/>
              <a:defRPr sz="1200"/>
            </a:lvl2pPr>
            <a:lvl3pPr indent="-228600" lvl="2" marL="1371600" algn="l">
              <a:spcBef>
                <a:spcPts val="200"/>
              </a:spcBef>
              <a:spcAft>
                <a:spcPts val="0"/>
              </a:spcAft>
              <a:buClr>
                <a:srgbClr val="666699"/>
              </a:buClr>
              <a:buSzPts val="1000"/>
              <a:buFont typeface="Arial"/>
              <a:buNone/>
              <a:defRPr sz="1000"/>
            </a:lvl3pPr>
            <a:lvl4pPr indent="-228600" lvl="3" marL="1828800" algn="l">
              <a:spcBef>
                <a:spcPts val="180"/>
              </a:spcBef>
              <a:spcAft>
                <a:spcPts val="0"/>
              </a:spcAft>
              <a:buClr>
                <a:srgbClr val="666699"/>
              </a:buClr>
              <a:buSzPts val="900"/>
              <a:buFont typeface="Arial"/>
              <a:buNone/>
              <a:defRPr sz="900"/>
            </a:lvl4pPr>
            <a:lvl5pPr indent="-228600" lvl="4" marL="2286000" algn="l">
              <a:spcBef>
                <a:spcPts val="180"/>
              </a:spcBef>
              <a:spcAft>
                <a:spcPts val="0"/>
              </a:spcAft>
              <a:buClr>
                <a:srgbClr val="666699"/>
              </a:buClr>
              <a:buSzPts val="900"/>
              <a:buFont typeface="Arial"/>
              <a:buNone/>
              <a:defRPr sz="900"/>
            </a:lvl5pPr>
            <a:lvl6pPr indent="-228600" lvl="5" marL="2743200" algn="l">
              <a:spcBef>
                <a:spcPts val="180"/>
              </a:spcBef>
              <a:spcAft>
                <a:spcPts val="0"/>
              </a:spcAft>
              <a:buClr>
                <a:srgbClr val="666699"/>
              </a:buClr>
              <a:buSzPts val="900"/>
              <a:buFont typeface="Arial"/>
              <a:buNone/>
              <a:defRPr sz="900"/>
            </a:lvl6pPr>
            <a:lvl7pPr indent="-228600" lvl="6" marL="3200400" algn="l">
              <a:spcBef>
                <a:spcPts val="180"/>
              </a:spcBef>
              <a:spcAft>
                <a:spcPts val="0"/>
              </a:spcAft>
              <a:buClr>
                <a:srgbClr val="666699"/>
              </a:buClr>
              <a:buSzPts val="900"/>
              <a:buFont typeface="Arial"/>
              <a:buNone/>
              <a:defRPr sz="900"/>
            </a:lvl7pPr>
            <a:lvl8pPr indent="-228600" lvl="7" marL="3657600" algn="l">
              <a:spcBef>
                <a:spcPts val="180"/>
              </a:spcBef>
              <a:spcAft>
                <a:spcPts val="0"/>
              </a:spcAft>
              <a:buClr>
                <a:srgbClr val="666699"/>
              </a:buClr>
              <a:buSzPts val="900"/>
              <a:buFont typeface="Arial"/>
              <a:buNone/>
              <a:defRPr sz="900"/>
            </a:lvl8pPr>
            <a:lvl9pPr indent="-228600" lvl="8" marL="4114800" algn="l">
              <a:spcBef>
                <a:spcPts val="180"/>
              </a:spcBef>
              <a:spcAft>
                <a:spcPts val="0"/>
              </a:spcAft>
              <a:buClr>
                <a:srgbClr val="666699"/>
              </a:buClr>
              <a:buSzPts val="900"/>
              <a:buFont typeface="Arial"/>
              <a:buNone/>
              <a:defRPr sz="900"/>
            </a:lvl9pPr>
          </a:lstStyle>
          <a:p/>
        </p:txBody>
      </p:sp>
      <p:sp>
        <p:nvSpPr>
          <p:cNvPr id="71" name="Google Shape;71;p9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9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9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4" name="Shape 74"/>
        <p:cNvGrpSpPr/>
        <p:nvPr/>
      </p:nvGrpSpPr>
      <p:grpSpPr>
        <a:xfrm>
          <a:off x="0" y="0"/>
          <a:ext cx="0" cy="0"/>
          <a:chOff x="0" y="0"/>
          <a:chExt cx="0" cy="0"/>
        </a:xfrm>
      </p:grpSpPr>
      <p:sp>
        <p:nvSpPr>
          <p:cNvPr id="75" name="Google Shape;75;p9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9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rgbClr val="666699"/>
              </a:buClr>
              <a:buSzPts val="3200"/>
              <a:buFont typeface="Arial"/>
              <a:buChar char="•"/>
              <a:defRPr sz="3200"/>
            </a:lvl1pPr>
            <a:lvl2pPr indent="-406400" lvl="1" marL="914400" algn="l">
              <a:spcBef>
                <a:spcPts val="560"/>
              </a:spcBef>
              <a:spcAft>
                <a:spcPts val="0"/>
              </a:spcAft>
              <a:buClr>
                <a:srgbClr val="666699"/>
              </a:buClr>
              <a:buSzPts val="2800"/>
              <a:buFont typeface="Arial"/>
              <a:buChar char="–"/>
              <a:defRPr sz="2800"/>
            </a:lvl2pPr>
            <a:lvl3pPr indent="-381000" lvl="2" marL="1371600" algn="l">
              <a:spcBef>
                <a:spcPts val="480"/>
              </a:spcBef>
              <a:spcAft>
                <a:spcPts val="0"/>
              </a:spcAft>
              <a:buClr>
                <a:srgbClr val="666699"/>
              </a:buClr>
              <a:buSzPts val="2400"/>
              <a:buFont typeface="Arial"/>
              <a:buChar char="•"/>
              <a:defRPr sz="2400"/>
            </a:lvl3pPr>
            <a:lvl4pPr indent="-355600" lvl="3" marL="1828800" algn="l">
              <a:spcBef>
                <a:spcPts val="400"/>
              </a:spcBef>
              <a:spcAft>
                <a:spcPts val="0"/>
              </a:spcAft>
              <a:buClr>
                <a:srgbClr val="666699"/>
              </a:buClr>
              <a:buSzPts val="2000"/>
              <a:buFont typeface="Arial"/>
              <a:buChar char="–"/>
              <a:defRPr sz="2000"/>
            </a:lvl4pPr>
            <a:lvl5pPr indent="-355600" lvl="4" marL="2286000" algn="l">
              <a:spcBef>
                <a:spcPts val="400"/>
              </a:spcBef>
              <a:spcAft>
                <a:spcPts val="0"/>
              </a:spcAft>
              <a:buClr>
                <a:srgbClr val="666699"/>
              </a:buClr>
              <a:buSzPts val="2000"/>
              <a:buFont typeface="Arial"/>
              <a:buChar char="»"/>
              <a:defRPr sz="2000"/>
            </a:lvl5pPr>
            <a:lvl6pPr indent="-355600" lvl="5" marL="2743200" algn="l">
              <a:spcBef>
                <a:spcPts val="400"/>
              </a:spcBef>
              <a:spcAft>
                <a:spcPts val="0"/>
              </a:spcAft>
              <a:buClr>
                <a:srgbClr val="666699"/>
              </a:buClr>
              <a:buSzPts val="2000"/>
              <a:buFont typeface="Arial"/>
              <a:buChar char="»"/>
              <a:defRPr sz="2000"/>
            </a:lvl6pPr>
            <a:lvl7pPr indent="-355600" lvl="6" marL="3200400" algn="l">
              <a:spcBef>
                <a:spcPts val="400"/>
              </a:spcBef>
              <a:spcAft>
                <a:spcPts val="0"/>
              </a:spcAft>
              <a:buClr>
                <a:srgbClr val="666699"/>
              </a:buClr>
              <a:buSzPts val="2000"/>
              <a:buFont typeface="Arial"/>
              <a:buChar char="»"/>
              <a:defRPr sz="2000"/>
            </a:lvl7pPr>
            <a:lvl8pPr indent="-355600" lvl="7" marL="3657600" algn="l">
              <a:spcBef>
                <a:spcPts val="400"/>
              </a:spcBef>
              <a:spcAft>
                <a:spcPts val="0"/>
              </a:spcAft>
              <a:buClr>
                <a:srgbClr val="666699"/>
              </a:buClr>
              <a:buSzPts val="2000"/>
              <a:buFont typeface="Arial"/>
              <a:buChar char="»"/>
              <a:defRPr sz="2000"/>
            </a:lvl8pPr>
            <a:lvl9pPr indent="-355600" lvl="8" marL="4114800" algn="l">
              <a:spcBef>
                <a:spcPts val="400"/>
              </a:spcBef>
              <a:spcAft>
                <a:spcPts val="0"/>
              </a:spcAft>
              <a:buClr>
                <a:srgbClr val="666699"/>
              </a:buClr>
              <a:buSzPts val="2000"/>
              <a:buFont typeface="Arial"/>
              <a:buChar char="»"/>
              <a:defRPr sz="2000"/>
            </a:lvl9pPr>
          </a:lstStyle>
          <a:p/>
        </p:txBody>
      </p:sp>
      <p:sp>
        <p:nvSpPr>
          <p:cNvPr id="77" name="Google Shape;77;p9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666699"/>
              </a:buClr>
              <a:buSzPts val="1400"/>
              <a:buFont typeface="Arial"/>
              <a:buNone/>
              <a:defRPr sz="1400"/>
            </a:lvl1pPr>
            <a:lvl2pPr indent="-228600" lvl="1" marL="914400" algn="l">
              <a:spcBef>
                <a:spcPts val="240"/>
              </a:spcBef>
              <a:spcAft>
                <a:spcPts val="0"/>
              </a:spcAft>
              <a:buClr>
                <a:srgbClr val="666699"/>
              </a:buClr>
              <a:buSzPts val="1200"/>
              <a:buFont typeface="Arial"/>
              <a:buNone/>
              <a:defRPr sz="1200"/>
            </a:lvl2pPr>
            <a:lvl3pPr indent="-228600" lvl="2" marL="1371600" algn="l">
              <a:spcBef>
                <a:spcPts val="200"/>
              </a:spcBef>
              <a:spcAft>
                <a:spcPts val="0"/>
              </a:spcAft>
              <a:buClr>
                <a:srgbClr val="666699"/>
              </a:buClr>
              <a:buSzPts val="1000"/>
              <a:buFont typeface="Arial"/>
              <a:buNone/>
              <a:defRPr sz="1000"/>
            </a:lvl3pPr>
            <a:lvl4pPr indent="-228600" lvl="3" marL="1828800" algn="l">
              <a:spcBef>
                <a:spcPts val="180"/>
              </a:spcBef>
              <a:spcAft>
                <a:spcPts val="0"/>
              </a:spcAft>
              <a:buClr>
                <a:srgbClr val="666699"/>
              </a:buClr>
              <a:buSzPts val="900"/>
              <a:buFont typeface="Arial"/>
              <a:buNone/>
              <a:defRPr sz="900"/>
            </a:lvl4pPr>
            <a:lvl5pPr indent="-228600" lvl="4" marL="2286000" algn="l">
              <a:spcBef>
                <a:spcPts val="180"/>
              </a:spcBef>
              <a:spcAft>
                <a:spcPts val="0"/>
              </a:spcAft>
              <a:buClr>
                <a:srgbClr val="666699"/>
              </a:buClr>
              <a:buSzPts val="900"/>
              <a:buFont typeface="Arial"/>
              <a:buNone/>
              <a:defRPr sz="900"/>
            </a:lvl5pPr>
            <a:lvl6pPr indent="-228600" lvl="5" marL="2743200" algn="l">
              <a:spcBef>
                <a:spcPts val="180"/>
              </a:spcBef>
              <a:spcAft>
                <a:spcPts val="0"/>
              </a:spcAft>
              <a:buClr>
                <a:srgbClr val="666699"/>
              </a:buClr>
              <a:buSzPts val="900"/>
              <a:buFont typeface="Arial"/>
              <a:buNone/>
              <a:defRPr sz="900"/>
            </a:lvl6pPr>
            <a:lvl7pPr indent="-228600" lvl="6" marL="3200400" algn="l">
              <a:spcBef>
                <a:spcPts val="180"/>
              </a:spcBef>
              <a:spcAft>
                <a:spcPts val="0"/>
              </a:spcAft>
              <a:buClr>
                <a:srgbClr val="666699"/>
              </a:buClr>
              <a:buSzPts val="900"/>
              <a:buFont typeface="Arial"/>
              <a:buNone/>
              <a:defRPr sz="900"/>
            </a:lvl7pPr>
            <a:lvl8pPr indent="-228600" lvl="7" marL="3657600" algn="l">
              <a:spcBef>
                <a:spcPts val="180"/>
              </a:spcBef>
              <a:spcAft>
                <a:spcPts val="0"/>
              </a:spcAft>
              <a:buClr>
                <a:srgbClr val="666699"/>
              </a:buClr>
              <a:buSzPts val="900"/>
              <a:buFont typeface="Arial"/>
              <a:buNone/>
              <a:defRPr sz="900"/>
            </a:lvl8pPr>
            <a:lvl9pPr indent="-228600" lvl="8" marL="4114800" algn="l">
              <a:spcBef>
                <a:spcPts val="180"/>
              </a:spcBef>
              <a:spcAft>
                <a:spcPts val="0"/>
              </a:spcAft>
              <a:buClr>
                <a:srgbClr val="666699"/>
              </a:buClr>
              <a:buSzPts val="900"/>
              <a:buFont typeface="Arial"/>
              <a:buNone/>
              <a:defRPr sz="900"/>
            </a:lvl9pPr>
          </a:lstStyle>
          <a:p/>
        </p:txBody>
      </p:sp>
      <p:sp>
        <p:nvSpPr>
          <p:cNvPr id="78" name="Google Shape;78;p9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9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9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81" name="Shape 81"/>
        <p:cNvGrpSpPr/>
        <p:nvPr/>
      </p:nvGrpSpPr>
      <p:grpSpPr>
        <a:xfrm>
          <a:off x="0" y="0"/>
          <a:ext cx="0" cy="0"/>
          <a:chOff x="0" y="0"/>
          <a:chExt cx="0" cy="0"/>
        </a:xfrm>
      </p:grpSpPr>
      <p:sp>
        <p:nvSpPr>
          <p:cNvPr id="82" name="Google Shape;82;p9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3" name="Google Shape;83;p9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9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9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86" name="Shape 86"/>
        <p:cNvGrpSpPr/>
        <p:nvPr/>
      </p:nvGrpSpPr>
      <p:grpSpPr>
        <a:xfrm>
          <a:off x="0" y="0"/>
          <a:ext cx="0" cy="0"/>
          <a:chOff x="0" y="0"/>
          <a:chExt cx="0" cy="0"/>
        </a:xfrm>
      </p:grpSpPr>
      <p:sp>
        <p:nvSpPr>
          <p:cNvPr id="87" name="Google Shape;87;p9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9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666699"/>
              </a:buClr>
              <a:buSzPts val="2400"/>
              <a:buFont typeface="Arial"/>
              <a:buNone/>
              <a:defRPr b="1" sz="2400"/>
            </a:lvl1pPr>
            <a:lvl2pPr indent="-228600" lvl="1" marL="914400" algn="l">
              <a:spcBef>
                <a:spcPts val="400"/>
              </a:spcBef>
              <a:spcAft>
                <a:spcPts val="0"/>
              </a:spcAft>
              <a:buClr>
                <a:srgbClr val="666699"/>
              </a:buClr>
              <a:buSzPts val="2000"/>
              <a:buFont typeface="Arial"/>
              <a:buNone/>
              <a:defRPr b="1" sz="2000"/>
            </a:lvl2pPr>
            <a:lvl3pPr indent="-228600" lvl="2" marL="1371600" algn="l">
              <a:spcBef>
                <a:spcPts val="360"/>
              </a:spcBef>
              <a:spcAft>
                <a:spcPts val="0"/>
              </a:spcAft>
              <a:buClr>
                <a:srgbClr val="666699"/>
              </a:buClr>
              <a:buSzPts val="1800"/>
              <a:buFont typeface="Arial"/>
              <a:buNone/>
              <a:defRPr b="1" sz="1800"/>
            </a:lvl3pPr>
            <a:lvl4pPr indent="-228600" lvl="3" marL="1828800" algn="l">
              <a:spcBef>
                <a:spcPts val="320"/>
              </a:spcBef>
              <a:spcAft>
                <a:spcPts val="0"/>
              </a:spcAft>
              <a:buClr>
                <a:srgbClr val="666699"/>
              </a:buClr>
              <a:buSzPts val="1600"/>
              <a:buFont typeface="Arial"/>
              <a:buNone/>
              <a:defRPr b="1" sz="1600"/>
            </a:lvl4pPr>
            <a:lvl5pPr indent="-228600" lvl="4" marL="2286000" algn="l">
              <a:spcBef>
                <a:spcPts val="320"/>
              </a:spcBef>
              <a:spcAft>
                <a:spcPts val="0"/>
              </a:spcAft>
              <a:buClr>
                <a:srgbClr val="666699"/>
              </a:buClr>
              <a:buSzPts val="1600"/>
              <a:buFont typeface="Arial"/>
              <a:buNone/>
              <a:defRPr b="1" sz="1600"/>
            </a:lvl5pPr>
            <a:lvl6pPr indent="-228600" lvl="5" marL="2743200" algn="l">
              <a:spcBef>
                <a:spcPts val="320"/>
              </a:spcBef>
              <a:spcAft>
                <a:spcPts val="0"/>
              </a:spcAft>
              <a:buClr>
                <a:srgbClr val="666699"/>
              </a:buClr>
              <a:buSzPts val="1600"/>
              <a:buFont typeface="Arial"/>
              <a:buNone/>
              <a:defRPr b="1" sz="1600"/>
            </a:lvl6pPr>
            <a:lvl7pPr indent="-228600" lvl="6" marL="3200400" algn="l">
              <a:spcBef>
                <a:spcPts val="320"/>
              </a:spcBef>
              <a:spcAft>
                <a:spcPts val="0"/>
              </a:spcAft>
              <a:buClr>
                <a:srgbClr val="666699"/>
              </a:buClr>
              <a:buSzPts val="1600"/>
              <a:buFont typeface="Arial"/>
              <a:buNone/>
              <a:defRPr b="1" sz="1600"/>
            </a:lvl7pPr>
            <a:lvl8pPr indent="-228600" lvl="7" marL="3657600" algn="l">
              <a:spcBef>
                <a:spcPts val="320"/>
              </a:spcBef>
              <a:spcAft>
                <a:spcPts val="0"/>
              </a:spcAft>
              <a:buClr>
                <a:srgbClr val="666699"/>
              </a:buClr>
              <a:buSzPts val="1600"/>
              <a:buFont typeface="Arial"/>
              <a:buNone/>
              <a:defRPr b="1" sz="1600"/>
            </a:lvl8pPr>
            <a:lvl9pPr indent="-228600" lvl="8" marL="4114800" algn="l">
              <a:spcBef>
                <a:spcPts val="320"/>
              </a:spcBef>
              <a:spcAft>
                <a:spcPts val="0"/>
              </a:spcAft>
              <a:buClr>
                <a:srgbClr val="666699"/>
              </a:buClr>
              <a:buSzPts val="1600"/>
              <a:buFont typeface="Arial"/>
              <a:buNone/>
              <a:defRPr b="1" sz="1600"/>
            </a:lvl9pPr>
          </a:lstStyle>
          <a:p/>
        </p:txBody>
      </p:sp>
      <p:sp>
        <p:nvSpPr>
          <p:cNvPr id="89" name="Google Shape;89;p9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666699"/>
              </a:buClr>
              <a:buSzPts val="2400"/>
              <a:buFont typeface="Arial"/>
              <a:buChar char="•"/>
              <a:defRPr sz="2400"/>
            </a:lvl1pPr>
            <a:lvl2pPr indent="-355600" lvl="1" marL="914400" algn="l">
              <a:spcBef>
                <a:spcPts val="400"/>
              </a:spcBef>
              <a:spcAft>
                <a:spcPts val="0"/>
              </a:spcAft>
              <a:buClr>
                <a:srgbClr val="666699"/>
              </a:buClr>
              <a:buSzPts val="2000"/>
              <a:buFont typeface="Arial"/>
              <a:buChar char="–"/>
              <a:defRPr sz="2000"/>
            </a:lvl2pPr>
            <a:lvl3pPr indent="-342900" lvl="2" marL="1371600" algn="l">
              <a:spcBef>
                <a:spcPts val="360"/>
              </a:spcBef>
              <a:spcAft>
                <a:spcPts val="0"/>
              </a:spcAft>
              <a:buClr>
                <a:srgbClr val="666699"/>
              </a:buClr>
              <a:buSzPts val="1800"/>
              <a:buFont typeface="Arial"/>
              <a:buChar char="•"/>
              <a:defRPr sz="1800"/>
            </a:lvl3pPr>
            <a:lvl4pPr indent="-330200" lvl="3" marL="1828800" algn="l">
              <a:spcBef>
                <a:spcPts val="320"/>
              </a:spcBef>
              <a:spcAft>
                <a:spcPts val="0"/>
              </a:spcAft>
              <a:buClr>
                <a:srgbClr val="666699"/>
              </a:buClr>
              <a:buSzPts val="1600"/>
              <a:buFont typeface="Arial"/>
              <a:buChar char="–"/>
              <a:defRPr sz="1600"/>
            </a:lvl4pPr>
            <a:lvl5pPr indent="-330200" lvl="4" marL="2286000" algn="l">
              <a:spcBef>
                <a:spcPts val="320"/>
              </a:spcBef>
              <a:spcAft>
                <a:spcPts val="0"/>
              </a:spcAft>
              <a:buClr>
                <a:srgbClr val="666699"/>
              </a:buClr>
              <a:buSzPts val="1600"/>
              <a:buFont typeface="Arial"/>
              <a:buChar char="»"/>
              <a:defRPr sz="1600"/>
            </a:lvl5pPr>
            <a:lvl6pPr indent="-330200" lvl="5" marL="2743200" algn="l">
              <a:spcBef>
                <a:spcPts val="320"/>
              </a:spcBef>
              <a:spcAft>
                <a:spcPts val="0"/>
              </a:spcAft>
              <a:buClr>
                <a:srgbClr val="666699"/>
              </a:buClr>
              <a:buSzPts val="1600"/>
              <a:buFont typeface="Arial"/>
              <a:buChar char="»"/>
              <a:defRPr sz="1600"/>
            </a:lvl6pPr>
            <a:lvl7pPr indent="-330200" lvl="6" marL="3200400" algn="l">
              <a:spcBef>
                <a:spcPts val="320"/>
              </a:spcBef>
              <a:spcAft>
                <a:spcPts val="0"/>
              </a:spcAft>
              <a:buClr>
                <a:srgbClr val="666699"/>
              </a:buClr>
              <a:buSzPts val="1600"/>
              <a:buFont typeface="Arial"/>
              <a:buChar char="»"/>
              <a:defRPr sz="1600"/>
            </a:lvl7pPr>
            <a:lvl8pPr indent="-330200" lvl="7" marL="3657600" algn="l">
              <a:spcBef>
                <a:spcPts val="320"/>
              </a:spcBef>
              <a:spcAft>
                <a:spcPts val="0"/>
              </a:spcAft>
              <a:buClr>
                <a:srgbClr val="666699"/>
              </a:buClr>
              <a:buSzPts val="1600"/>
              <a:buFont typeface="Arial"/>
              <a:buChar char="»"/>
              <a:defRPr sz="1600"/>
            </a:lvl8pPr>
            <a:lvl9pPr indent="-330200" lvl="8" marL="4114800" algn="l">
              <a:spcBef>
                <a:spcPts val="320"/>
              </a:spcBef>
              <a:spcAft>
                <a:spcPts val="0"/>
              </a:spcAft>
              <a:buClr>
                <a:srgbClr val="666699"/>
              </a:buClr>
              <a:buSzPts val="1600"/>
              <a:buFont typeface="Arial"/>
              <a:buChar char="»"/>
              <a:defRPr sz="1600"/>
            </a:lvl9pPr>
          </a:lstStyle>
          <a:p/>
        </p:txBody>
      </p:sp>
      <p:sp>
        <p:nvSpPr>
          <p:cNvPr id="90" name="Google Shape;90;p9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666699"/>
              </a:buClr>
              <a:buSzPts val="2400"/>
              <a:buFont typeface="Arial"/>
              <a:buNone/>
              <a:defRPr b="1" sz="2400"/>
            </a:lvl1pPr>
            <a:lvl2pPr indent="-228600" lvl="1" marL="914400" algn="l">
              <a:spcBef>
                <a:spcPts val="400"/>
              </a:spcBef>
              <a:spcAft>
                <a:spcPts val="0"/>
              </a:spcAft>
              <a:buClr>
                <a:srgbClr val="666699"/>
              </a:buClr>
              <a:buSzPts val="2000"/>
              <a:buFont typeface="Arial"/>
              <a:buNone/>
              <a:defRPr b="1" sz="2000"/>
            </a:lvl2pPr>
            <a:lvl3pPr indent="-228600" lvl="2" marL="1371600" algn="l">
              <a:spcBef>
                <a:spcPts val="360"/>
              </a:spcBef>
              <a:spcAft>
                <a:spcPts val="0"/>
              </a:spcAft>
              <a:buClr>
                <a:srgbClr val="666699"/>
              </a:buClr>
              <a:buSzPts val="1800"/>
              <a:buFont typeface="Arial"/>
              <a:buNone/>
              <a:defRPr b="1" sz="1800"/>
            </a:lvl3pPr>
            <a:lvl4pPr indent="-228600" lvl="3" marL="1828800" algn="l">
              <a:spcBef>
                <a:spcPts val="320"/>
              </a:spcBef>
              <a:spcAft>
                <a:spcPts val="0"/>
              </a:spcAft>
              <a:buClr>
                <a:srgbClr val="666699"/>
              </a:buClr>
              <a:buSzPts val="1600"/>
              <a:buFont typeface="Arial"/>
              <a:buNone/>
              <a:defRPr b="1" sz="1600"/>
            </a:lvl4pPr>
            <a:lvl5pPr indent="-228600" lvl="4" marL="2286000" algn="l">
              <a:spcBef>
                <a:spcPts val="320"/>
              </a:spcBef>
              <a:spcAft>
                <a:spcPts val="0"/>
              </a:spcAft>
              <a:buClr>
                <a:srgbClr val="666699"/>
              </a:buClr>
              <a:buSzPts val="1600"/>
              <a:buFont typeface="Arial"/>
              <a:buNone/>
              <a:defRPr b="1" sz="1600"/>
            </a:lvl5pPr>
            <a:lvl6pPr indent="-228600" lvl="5" marL="2743200" algn="l">
              <a:spcBef>
                <a:spcPts val="320"/>
              </a:spcBef>
              <a:spcAft>
                <a:spcPts val="0"/>
              </a:spcAft>
              <a:buClr>
                <a:srgbClr val="666699"/>
              </a:buClr>
              <a:buSzPts val="1600"/>
              <a:buFont typeface="Arial"/>
              <a:buNone/>
              <a:defRPr b="1" sz="1600"/>
            </a:lvl6pPr>
            <a:lvl7pPr indent="-228600" lvl="6" marL="3200400" algn="l">
              <a:spcBef>
                <a:spcPts val="320"/>
              </a:spcBef>
              <a:spcAft>
                <a:spcPts val="0"/>
              </a:spcAft>
              <a:buClr>
                <a:srgbClr val="666699"/>
              </a:buClr>
              <a:buSzPts val="1600"/>
              <a:buFont typeface="Arial"/>
              <a:buNone/>
              <a:defRPr b="1" sz="1600"/>
            </a:lvl7pPr>
            <a:lvl8pPr indent="-228600" lvl="7" marL="3657600" algn="l">
              <a:spcBef>
                <a:spcPts val="320"/>
              </a:spcBef>
              <a:spcAft>
                <a:spcPts val="0"/>
              </a:spcAft>
              <a:buClr>
                <a:srgbClr val="666699"/>
              </a:buClr>
              <a:buSzPts val="1600"/>
              <a:buFont typeface="Arial"/>
              <a:buNone/>
              <a:defRPr b="1" sz="1600"/>
            </a:lvl8pPr>
            <a:lvl9pPr indent="-228600" lvl="8" marL="4114800" algn="l">
              <a:spcBef>
                <a:spcPts val="320"/>
              </a:spcBef>
              <a:spcAft>
                <a:spcPts val="0"/>
              </a:spcAft>
              <a:buClr>
                <a:srgbClr val="666699"/>
              </a:buClr>
              <a:buSzPts val="1600"/>
              <a:buFont typeface="Arial"/>
              <a:buNone/>
              <a:defRPr b="1" sz="1600"/>
            </a:lvl9pPr>
          </a:lstStyle>
          <a:p/>
        </p:txBody>
      </p:sp>
      <p:sp>
        <p:nvSpPr>
          <p:cNvPr id="91" name="Google Shape;91;p9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666699"/>
              </a:buClr>
              <a:buSzPts val="2400"/>
              <a:buFont typeface="Arial"/>
              <a:buChar char="•"/>
              <a:defRPr sz="2400"/>
            </a:lvl1pPr>
            <a:lvl2pPr indent="-355600" lvl="1" marL="914400" algn="l">
              <a:spcBef>
                <a:spcPts val="400"/>
              </a:spcBef>
              <a:spcAft>
                <a:spcPts val="0"/>
              </a:spcAft>
              <a:buClr>
                <a:srgbClr val="666699"/>
              </a:buClr>
              <a:buSzPts val="2000"/>
              <a:buFont typeface="Arial"/>
              <a:buChar char="–"/>
              <a:defRPr sz="2000"/>
            </a:lvl2pPr>
            <a:lvl3pPr indent="-342900" lvl="2" marL="1371600" algn="l">
              <a:spcBef>
                <a:spcPts val="360"/>
              </a:spcBef>
              <a:spcAft>
                <a:spcPts val="0"/>
              </a:spcAft>
              <a:buClr>
                <a:srgbClr val="666699"/>
              </a:buClr>
              <a:buSzPts val="1800"/>
              <a:buFont typeface="Arial"/>
              <a:buChar char="•"/>
              <a:defRPr sz="1800"/>
            </a:lvl3pPr>
            <a:lvl4pPr indent="-330200" lvl="3" marL="1828800" algn="l">
              <a:spcBef>
                <a:spcPts val="320"/>
              </a:spcBef>
              <a:spcAft>
                <a:spcPts val="0"/>
              </a:spcAft>
              <a:buClr>
                <a:srgbClr val="666699"/>
              </a:buClr>
              <a:buSzPts val="1600"/>
              <a:buFont typeface="Arial"/>
              <a:buChar char="–"/>
              <a:defRPr sz="1600"/>
            </a:lvl4pPr>
            <a:lvl5pPr indent="-330200" lvl="4" marL="2286000" algn="l">
              <a:spcBef>
                <a:spcPts val="320"/>
              </a:spcBef>
              <a:spcAft>
                <a:spcPts val="0"/>
              </a:spcAft>
              <a:buClr>
                <a:srgbClr val="666699"/>
              </a:buClr>
              <a:buSzPts val="1600"/>
              <a:buFont typeface="Arial"/>
              <a:buChar char="»"/>
              <a:defRPr sz="1600"/>
            </a:lvl5pPr>
            <a:lvl6pPr indent="-330200" lvl="5" marL="2743200" algn="l">
              <a:spcBef>
                <a:spcPts val="320"/>
              </a:spcBef>
              <a:spcAft>
                <a:spcPts val="0"/>
              </a:spcAft>
              <a:buClr>
                <a:srgbClr val="666699"/>
              </a:buClr>
              <a:buSzPts val="1600"/>
              <a:buFont typeface="Arial"/>
              <a:buChar char="»"/>
              <a:defRPr sz="1600"/>
            </a:lvl6pPr>
            <a:lvl7pPr indent="-330200" lvl="6" marL="3200400" algn="l">
              <a:spcBef>
                <a:spcPts val="320"/>
              </a:spcBef>
              <a:spcAft>
                <a:spcPts val="0"/>
              </a:spcAft>
              <a:buClr>
                <a:srgbClr val="666699"/>
              </a:buClr>
              <a:buSzPts val="1600"/>
              <a:buFont typeface="Arial"/>
              <a:buChar char="»"/>
              <a:defRPr sz="1600"/>
            </a:lvl7pPr>
            <a:lvl8pPr indent="-330200" lvl="7" marL="3657600" algn="l">
              <a:spcBef>
                <a:spcPts val="320"/>
              </a:spcBef>
              <a:spcAft>
                <a:spcPts val="0"/>
              </a:spcAft>
              <a:buClr>
                <a:srgbClr val="666699"/>
              </a:buClr>
              <a:buSzPts val="1600"/>
              <a:buFont typeface="Arial"/>
              <a:buChar char="»"/>
              <a:defRPr sz="1600"/>
            </a:lvl8pPr>
            <a:lvl9pPr indent="-330200" lvl="8" marL="4114800" algn="l">
              <a:spcBef>
                <a:spcPts val="320"/>
              </a:spcBef>
              <a:spcAft>
                <a:spcPts val="0"/>
              </a:spcAft>
              <a:buClr>
                <a:srgbClr val="666699"/>
              </a:buClr>
              <a:buSzPts val="1600"/>
              <a:buFont typeface="Arial"/>
              <a:buChar char="»"/>
              <a:defRPr sz="1600"/>
            </a:lvl9pPr>
          </a:lstStyle>
          <a:p/>
        </p:txBody>
      </p:sp>
      <p:sp>
        <p:nvSpPr>
          <p:cNvPr id="92" name="Google Shape;92;p9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9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9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95" name="Shape 95"/>
        <p:cNvGrpSpPr/>
        <p:nvPr/>
      </p:nvGrpSpPr>
      <p:grpSpPr>
        <a:xfrm>
          <a:off x="0" y="0"/>
          <a:ext cx="0" cy="0"/>
          <a:chOff x="0" y="0"/>
          <a:chExt cx="0" cy="0"/>
        </a:xfrm>
      </p:grpSpPr>
      <p:sp>
        <p:nvSpPr>
          <p:cNvPr id="96" name="Google Shape;96;p10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7" name="Google Shape;97;p10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666699"/>
              </a:buClr>
              <a:buSzPts val="2000"/>
              <a:buFont typeface="Arial"/>
              <a:buNone/>
              <a:defRPr sz="2000"/>
            </a:lvl1pPr>
            <a:lvl2pPr indent="-228600" lvl="1" marL="914400" algn="l">
              <a:spcBef>
                <a:spcPts val="360"/>
              </a:spcBef>
              <a:spcAft>
                <a:spcPts val="0"/>
              </a:spcAft>
              <a:buClr>
                <a:srgbClr val="666699"/>
              </a:buClr>
              <a:buSzPts val="1800"/>
              <a:buFont typeface="Arial"/>
              <a:buNone/>
              <a:defRPr sz="1800"/>
            </a:lvl2pPr>
            <a:lvl3pPr indent="-228600" lvl="2" marL="1371600" algn="l">
              <a:spcBef>
                <a:spcPts val="320"/>
              </a:spcBef>
              <a:spcAft>
                <a:spcPts val="0"/>
              </a:spcAft>
              <a:buClr>
                <a:srgbClr val="666699"/>
              </a:buClr>
              <a:buSzPts val="1600"/>
              <a:buFont typeface="Arial"/>
              <a:buNone/>
              <a:defRPr sz="1600"/>
            </a:lvl3pPr>
            <a:lvl4pPr indent="-228600" lvl="3" marL="1828800" algn="l">
              <a:spcBef>
                <a:spcPts val="280"/>
              </a:spcBef>
              <a:spcAft>
                <a:spcPts val="0"/>
              </a:spcAft>
              <a:buClr>
                <a:srgbClr val="666699"/>
              </a:buClr>
              <a:buSzPts val="1400"/>
              <a:buFont typeface="Arial"/>
              <a:buNone/>
              <a:defRPr sz="1400"/>
            </a:lvl4pPr>
            <a:lvl5pPr indent="-228600" lvl="4" marL="2286000" algn="l">
              <a:spcBef>
                <a:spcPts val="280"/>
              </a:spcBef>
              <a:spcAft>
                <a:spcPts val="0"/>
              </a:spcAft>
              <a:buClr>
                <a:srgbClr val="666699"/>
              </a:buClr>
              <a:buSzPts val="1400"/>
              <a:buFont typeface="Arial"/>
              <a:buNone/>
              <a:defRPr sz="1400"/>
            </a:lvl5pPr>
            <a:lvl6pPr indent="-228600" lvl="5" marL="2743200" algn="l">
              <a:spcBef>
                <a:spcPts val="280"/>
              </a:spcBef>
              <a:spcAft>
                <a:spcPts val="0"/>
              </a:spcAft>
              <a:buClr>
                <a:srgbClr val="666699"/>
              </a:buClr>
              <a:buSzPts val="1400"/>
              <a:buFont typeface="Arial"/>
              <a:buNone/>
              <a:defRPr sz="1400"/>
            </a:lvl6pPr>
            <a:lvl7pPr indent="-228600" lvl="6" marL="3200400" algn="l">
              <a:spcBef>
                <a:spcPts val="280"/>
              </a:spcBef>
              <a:spcAft>
                <a:spcPts val="0"/>
              </a:spcAft>
              <a:buClr>
                <a:srgbClr val="666699"/>
              </a:buClr>
              <a:buSzPts val="1400"/>
              <a:buFont typeface="Arial"/>
              <a:buNone/>
              <a:defRPr sz="1400"/>
            </a:lvl7pPr>
            <a:lvl8pPr indent="-228600" lvl="7" marL="3657600" algn="l">
              <a:spcBef>
                <a:spcPts val="280"/>
              </a:spcBef>
              <a:spcAft>
                <a:spcPts val="0"/>
              </a:spcAft>
              <a:buClr>
                <a:srgbClr val="666699"/>
              </a:buClr>
              <a:buSzPts val="1400"/>
              <a:buFont typeface="Arial"/>
              <a:buNone/>
              <a:defRPr sz="1400"/>
            </a:lvl8pPr>
            <a:lvl9pPr indent="-228600" lvl="8" marL="4114800" algn="l">
              <a:spcBef>
                <a:spcPts val="280"/>
              </a:spcBef>
              <a:spcAft>
                <a:spcPts val="0"/>
              </a:spcAft>
              <a:buClr>
                <a:srgbClr val="666699"/>
              </a:buClr>
              <a:buSzPts val="1400"/>
              <a:buFont typeface="Arial"/>
              <a:buNone/>
              <a:defRPr sz="1400"/>
            </a:lvl9pPr>
          </a:lstStyle>
          <a:p/>
        </p:txBody>
      </p:sp>
      <p:sp>
        <p:nvSpPr>
          <p:cNvPr id="98" name="Google Shape;98;p10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0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0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1pPr>
            <a:lvl2pPr indent="0" lvl="1"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2pPr>
            <a:lvl3pPr indent="0" lvl="2"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3pPr>
            <a:lvl4pPr indent="0" lvl="3"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4pPr>
            <a:lvl5pPr indent="0" lvl="4"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5pPr>
            <a:lvl6pPr indent="0" lvl="5"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6pPr>
            <a:lvl7pPr indent="0" lvl="6"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7pPr>
            <a:lvl8pPr indent="0" lvl="7"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8pPr>
            <a:lvl9pPr indent="0" lvl="8" marL="0" marR="0" algn="r">
              <a:lnSpc>
                <a:spcPct val="100000"/>
              </a:lnSpc>
              <a:spcBef>
                <a:spcPts val="0"/>
              </a:spcBef>
              <a:spcAft>
                <a:spcPts val="0"/>
              </a:spcAft>
              <a:buClr>
                <a:schemeClr val="lt1"/>
              </a:buClr>
              <a:buSzPts val="1400"/>
              <a:buFont typeface="Arial"/>
              <a:buNone/>
              <a:defRPr b="0" i="0" sz="1400" u="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11" name="Shape 111"/>
        <p:cNvGrpSpPr/>
        <p:nvPr/>
      </p:nvGrpSpPr>
      <p:grpSpPr>
        <a:xfrm>
          <a:off x="0" y="0"/>
          <a:ext cx="0" cy="0"/>
          <a:chOff x="0" y="0"/>
          <a:chExt cx="0" cy="0"/>
        </a:xfrm>
      </p:grpSpPr>
      <p:sp>
        <p:nvSpPr>
          <p:cNvPr id="112" name="Google Shape;112;p8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3" name="Google Shape;113;p8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114" name="Google Shape;114;p8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8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8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objeto y 2 objetos" type="objAndTwoObj">
  <p:cSld name="OBJECT_AND_TWO_OBJECTS">
    <p:spTree>
      <p:nvGrpSpPr>
        <p:cNvPr id="117" name="Shape 117"/>
        <p:cNvGrpSpPr/>
        <p:nvPr/>
      </p:nvGrpSpPr>
      <p:grpSpPr>
        <a:xfrm>
          <a:off x="0" y="0"/>
          <a:ext cx="0" cy="0"/>
          <a:chOff x="0" y="0"/>
          <a:chExt cx="0" cy="0"/>
        </a:xfrm>
      </p:grpSpPr>
      <p:sp>
        <p:nvSpPr>
          <p:cNvPr id="118" name="Google Shape;118;p10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9" name="Google Shape;119;p10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120" name="Google Shape;120;p101"/>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121" name="Google Shape;121;p101"/>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122" name="Google Shape;122;p10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0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0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abla" type="tbl">
  <p:cSld name="TABLE">
    <p:spTree>
      <p:nvGrpSpPr>
        <p:cNvPr id="125" name="Shape 125"/>
        <p:cNvGrpSpPr/>
        <p:nvPr/>
      </p:nvGrpSpPr>
      <p:grpSpPr>
        <a:xfrm>
          <a:off x="0" y="0"/>
          <a:ext cx="0" cy="0"/>
          <a:chOff x="0" y="0"/>
          <a:chExt cx="0" cy="0"/>
        </a:xfrm>
      </p:grpSpPr>
      <p:sp>
        <p:nvSpPr>
          <p:cNvPr id="126" name="Google Shape;126;p1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7" name="Google Shape;127;p10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10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0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30" name="Shape 130"/>
        <p:cNvGrpSpPr/>
        <p:nvPr/>
      </p:nvGrpSpPr>
      <p:grpSpPr>
        <a:xfrm>
          <a:off x="0" y="0"/>
          <a:ext cx="0" cy="0"/>
          <a:chOff x="0" y="0"/>
          <a:chExt cx="0" cy="0"/>
        </a:xfrm>
      </p:grpSpPr>
      <p:sp>
        <p:nvSpPr>
          <p:cNvPr id="131" name="Google Shape;131;p10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2" name="Google Shape;132;p10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133" name="Google Shape;133;p10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10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0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36" name="Shape 136"/>
        <p:cNvGrpSpPr/>
        <p:nvPr/>
      </p:nvGrpSpPr>
      <p:grpSpPr>
        <a:xfrm>
          <a:off x="0" y="0"/>
          <a:ext cx="0" cy="0"/>
          <a:chOff x="0" y="0"/>
          <a:chExt cx="0" cy="0"/>
        </a:xfrm>
      </p:grpSpPr>
      <p:sp>
        <p:nvSpPr>
          <p:cNvPr id="137" name="Google Shape;137;p10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8" name="Google Shape;138;p104"/>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139" name="Google Shape;139;p10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10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10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42" name="Shape 142"/>
        <p:cNvGrpSpPr/>
        <p:nvPr/>
      </p:nvGrpSpPr>
      <p:grpSpPr>
        <a:xfrm>
          <a:off x="0" y="0"/>
          <a:ext cx="0" cy="0"/>
          <a:chOff x="0" y="0"/>
          <a:chExt cx="0" cy="0"/>
        </a:xfrm>
      </p:grpSpPr>
      <p:sp>
        <p:nvSpPr>
          <p:cNvPr id="143" name="Google Shape;143;p10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4" name="Google Shape;144;p105"/>
          <p:cNvSpPr/>
          <p:nvPr>
            <p:ph idx="2" type="pic"/>
          </p:nvPr>
        </p:nvSpPr>
        <p:spPr>
          <a:xfrm>
            <a:off x="1792288" y="612775"/>
            <a:ext cx="5486400" cy="4114800"/>
          </a:xfrm>
          <a:prstGeom prst="rect">
            <a:avLst/>
          </a:prstGeom>
          <a:noFill/>
          <a:ln>
            <a:noFill/>
          </a:ln>
        </p:spPr>
      </p:sp>
      <p:sp>
        <p:nvSpPr>
          <p:cNvPr id="145" name="Google Shape;145;p10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666699"/>
              </a:buClr>
              <a:buSzPts val="1400"/>
              <a:buFont typeface="Arial"/>
              <a:buNone/>
              <a:defRPr sz="1400"/>
            </a:lvl1pPr>
            <a:lvl2pPr indent="-228600" lvl="1" marL="914400" algn="l">
              <a:spcBef>
                <a:spcPts val="240"/>
              </a:spcBef>
              <a:spcAft>
                <a:spcPts val="0"/>
              </a:spcAft>
              <a:buClr>
                <a:srgbClr val="666699"/>
              </a:buClr>
              <a:buSzPts val="1200"/>
              <a:buFont typeface="Arial"/>
              <a:buNone/>
              <a:defRPr sz="1200"/>
            </a:lvl2pPr>
            <a:lvl3pPr indent="-228600" lvl="2" marL="1371600" algn="l">
              <a:spcBef>
                <a:spcPts val="200"/>
              </a:spcBef>
              <a:spcAft>
                <a:spcPts val="0"/>
              </a:spcAft>
              <a:buClr>
                <a:srgbClr val="666699"/>
              </a:buClr>
              <a:buSzPts val="1000"/>
              <a:buFont typeface="Arial"/>
              <a:buNone/>
              <a:defRPr sz="1000"/>
            </a:lvl3pPr>
            <a:lvl4pPr indent="-228600" lvl="3" marL="1828800" algn="l">
              <a:spcBef>
                <a:spcPts val="180"/>
              </a:spcBef>
              <a:spcAft>
                <a:spcPts val="0"/>
              </a:spcAft>
              <a:buClr>
                <a:srgbClr val="666699"/>
              </a:buClr>
              <a:buSzPts val="900"/>
              <a:buFont typeface="Arial"/>
              <a:buNone/>
              <a:defRPr sz="900"/>
            </a:lvl4pPr>
            <a:lvl5pPr indent="-228600" lvl="4" marL="2286000" algn="l">
              <a:spcBef>
                <a:spcPts val="180"/>
              </a:spcBef>
              <a:spcAft>
                <a:spcPts val="0"/>
              </a:spcAft>
              <a:buClr>
                <a:srgbClr val="666699"/>
              </a:buClr>
              <a:buSzPts val="900"/>
              <a:buFont typeface="Arial"/>
              <a:buNone/>
              <a:defRPr sz="900"/>
            </a:lvl5pPr>
            <a:lvl6pPr indent="-228600" lvl="5" marL="2743200" algn="l">
              <a:spcBef>
                <a:spcPts val="180"/>
              </a:spcBef>
              <a:spcAft>
                <a:spcPts val="0"/>
              </a:spcAft>
              <a:buClr>
                <a:srgbClr val="666699"/>
              </a:buClr>
              <a:buSzPts val="900"/>
              <a:buFont typeface="Arial"/>
              <a:buNone/>
              <a:defRPr sz="900"/>
            </a:lvl6pPr>
            <a:lvl7pPr indent="-228600" lvl="6" marL="3200400" algn="l">
              <a:spcBef>
                <a:spcPts val="180"/>
              </a:spcBef>
              <a:spcAft>
                <a:spcPts val="0"/>
              </a:spcAft>
              <a:buClr>
                <a:srgbClr val="666699"/>
              </a:buClr>
              <a:buSzPts val="900"/>
              <a:buFont typeface="Arial"/>
              <a:buNone/>
              <a:defRPr sz="900"/>
            </a:lvl7pPr>
            <a:lvl8pPr indent="-228600" lvl="7" marL="3657600" algn="l">
              <a:spcBef>
                <a:spcPts val="180"/>
              </a:spcBef>
              <a:spcAft>
                <a:spcPts val="0"/>
              </a:spcAft>
              <a:buClr>
                <a:srgbClr val="666699"/>
              </a:buClr>
              <a:buSzPts val="900"/>
              <a:buFont typeface="Arial"/>
              <a:buNone/>
              <a:defRPr sz="900"/>
            </a:lvl8pPr>
            <a:lvl9pPr indent="-228600" lvl="8" marL="4114800" algn="l">
              <a:spcBef>
                <a:spcPts val="180"/>
              </a:spcBef>
              <a:spcAft>
                <a:spcPts val="0"/>
              </a:spcAft>
              <a:buClr>
                <a:srgbClr val="666699"/>
              </a:buClr>
              <a:buSzPts val="900"/>
              <a:buFont typeface="Arial"/>
              <a:buNone/>
              <a:defRPr sz="900"/>
            </a:lvl9pPr>
          </a:lstStyle>
          <a:p/>
        </p:txBody>
      </p:sp>
      <p:sp>
        <p:nvSpPr>
          <p:cNvPr id="146" name="Google Shape;146;p10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10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10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149" name="Shape 149"/>
        <p:cNvGrpSpPr/>
        <p:nvPr/>
      </p:nvGrpSpPr>
      <p:grpSpPr>
        <a:xfrm>
          <a:off x="0" y="0"/>
          <a:ext cx="0" cy="0"/>
          <a:chOff x="0" y="0"/>
          <a:chExt cx="0" cy="0"/>
        </a:xfrm>
      </p:grpSpPr>
      <p:sp>
        <p:nvSpPr>
          <p:cNvPr id="150" name="Google Shape;150;p10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1" name="Google Shape;151;p10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rgbClr val="666699"/>
              </a:buClr>
              <a:buSzPts val="3200"/>
              <a:buFont typeface="Arial"/>
              <a:buChar char="•"/>
              <a:defRPr sz="3200"/>
            </a:lvl1pPr>
            <a:lvl2pPr indent="-406400" lvl="1" marL="914400" algn="l">
              <a:spcBef>
                <a:spcPts val="560"/>
              </a:spcBef>
              <a:spcAft>
                <a:spcPts val="0"/>
              </a:spcAft>
              <a:buClr>
                <a:srgbClr val="666699"/>
              </a:buClr>
              <a:buSzPts val="2800"/>
              <a:buFont typeface="Arial"/>
              <a:buChar char="–"/>
              <a:defRPr sz="2800"/>
            </a:lvl2pPr>
            <a:lvl3pPr indent="-381000" lvl="2" marL="1371600" algn="l">
              <a:spcBef>
                <a:spcPts val="480"/>
              </a:spcBef>
              <a:spcAft>
                <a:spcPts val="0"/>
              </a:spcAft>
              <a:buClr>
                <a:srgbClr val="666699"/>
              </a:buClr>
              <a:buSzPts val="2400"/>
              <a:buFont typeface="Arial"/>
              <a:buChar char="•"/>
              <a:defRPr sz="2400"/>
            </a:lvl3pPr>
            <a:lvl4pPr indent="-355600" lvl="3" marL="1828800" algn="l">
              <a:spcBef>
                <a:spcPts val="400"/>
              </a:spcBef>
              <a:spcAft>
                <a:spcPts val="0"/>
              </a:spcAft>
              <a:buClr>
                <a:srgbClr val="666699"/>
              </a:buClr>
              <a:buSzPts val="2000"/>
              <a:buFont typeface="Arial"/>
              <a:buChar char="–"/>
              <a:defRPr sz="2000"/>
            </a:lvl4pPr>
            <a:lvl5pPr indent="-355600" lvl="4" marL="2286000" algn="l">
              <a:spcBef>
                <a:spcPts val="400"/>
              </a:spcBef>
              <a:spcAft>
                <a:spcPts val="0"/>
              </a:spcAft>
              <a:buClr>
                <a:srgbClr val="666699"/>
              </a:buClr>
              <a:buSzPts val="2000"/>
              <a:buFont typeface="Arial"/>
              <a:buChar char="»"/>
              <a:defRPr sz="2000"/>
            </a:lvl5pPr>
            <a:lvl6pPr indent="-355600" lvl="5" marL="2743200" algn="l">
              <a:spcBef>
                <a:spcPts val="400"/>
              </a:spcBef>
              <a:spcAft>
                <a:spcPts val="0"/>
              </a:spcAft>
              <a:buClr>
                <a:srgbClr val="666699"/>
              </a:buClr>
              <a:buSzPts val="2000"/>
              <a:buFont typeface="Arial"/>
              <a:buChar char="»"/>
              <a:defRPr sz="2000"/>
            </a:lvl6pPr>
            <a:lvl7pPr indent="-355600" lvl="6" marL="3200400" algn="l">
              <a:spcBef>
                <a:spcPts val="400"/>
              </a:spcBef>
              <a:spcAft>
                <a:spcPts val="0"/>
              </a:spcAft>
              <a:buClr>
                <a:srgbClr val="666699"/>
              </a:buClr>
              <a:buSzPts val="2000"/>
              <a:buFont typeface="Arial"/>
              <a:buChar char="»"/>
              <a:defRPr sz="2000"/>
            </a:lvl7pPr>
            <a:lvl8pPr indent="-355600" lvl="7" marL="3657600" algn="l">
              <a:spcBef>
                <a:spcPts val="400"/>
              </a:spcBef>
              <a:spcAft>
                <a:spcPts val="0"/>
              </a:spcAft>
              <a:buClr>
                <a:srgbClr val="666699"/>
              </a:buClr>
              <a:buSzPts val="2000"/>
              <a:buFont typeface="Arial"/>
              <a:buChar char="»"/>
              <a:defRPr sz="2000"/>
            </a:lvl8pPr>
            <a:lvl9pPr indent="-355600" lvl="8" marL="4114800" algn="l">
              <a:spcBef>
                <a:spcPts val="400"/>
              </a:spcBef>
              <a:spcAft>
                <a:spcPts val="0"/>
              </a:spcAft>
              <a:buClr>
                <a:srgbClr val="666699"/>
              </a:buClr>
              <a:buSzPts val="2000"/>
              <a:buFont typeface="Arial"/>
              <a:buChar char="»"/>
              <a:defRPr sz="2000"/>
            </a:lvl9pPr>
          </a:lstStyle>
          <a:p/>
        </p:txBody>
      </p:sp>
      <p:sp>
        <p:nvSpPr>
          <p:cNvPr id="152" name="Google Shape;152;p10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666699"/>
              </a:buClr>
              <a:buSzPts val="1400"/>
              <a:buFont typeface="Arial"/>
              <a:buNone/>
              <a:defRPr sz="1400"/>
            </a:lvl1pPr>
            <a:lvl2pPr indent="-228600" lvl="1" marL="914400" algn="l">
              <a:spcBef>
                <a:spcPts val="240"/>
              </a:spcBef>
              <a:spcAft>
                <a:spcPts val="0"/>
              </a:spcAft>
              <a:buClr>
                <a:srgbClr val="666699"/>
              </a:buClr>
              <a:buSzPts val="1200"/>
              <a:buFont typeface="Arial"/>
              <a:buNone/>
              <a:defRPr sz="1200"/>
            </a:lvl2pPr>
            <a:lvl3pPr indent="-228600" lvl="2" marL="1371600" algn="l">
              <a:spcBef>
                <a:spcPts val="200"/>
              </a:spcBef>
              <a:spcAft>
                <a:spcPts val="0"/>
              </a:spcAft>
              <a:buClr>
                <a:srgbClr val="666699"/>
              </a:buClr>
              <a:buSzPts val="1000"/>
              <a:buFont typeface="Arial"/>
              <a:buNone/>
              <a:defRPr sz="1000"/>
            </a:lvl3pPr>
            <a:lvl4pPr indent="-228600" lvl="3" marL="1828800" algn="l">
              <a:spcBef>
                <a:spcPts val="180"/>
              </a:spcBef>
              <a:spcAft>
                <a:spcPts val="0"/>
              </a:spcAft>
              <a:buClr>
                <a:srgbClr val="666699"/>
              </a:buClr>
              <a:buSzPts val="900"/>
              <a:buFont typeface="Arial"/>
              <a:buNone/>
              <a:defRPr sz="900"/>
            </a:lvl4pPr>
            <a:lvl5pPr indent="-228600" lvl="4" marL="2286000" algn="l">
              <a:spcBef>
                <a:spcPts val="180"/>
              </a:spcBef>
              <a:spcAft>
                <a:spcPts val="0"/>
              </a:spcAft>
              <a:buClr>
                <a:srgbClr val="666699"/>
              </a:buClr>
              <a:buSzPts val="900"/>
              <a:buFont typeface="Arial"/>
              <a:buNone/>
              <a:defRPr sz="900"/>
            </a:lvl5pPr>
            <a:lvl6pPr indent="-228600" lvl="5" marL="2743200" algn="l">
              <a:spcBef>
                <a:spcPts val="180"/>
              </a:spcBef>
              <a:spcAft>
                <a:spcPts val="0"/>
              </a:spcAft>
              <a:buClr>
                <a:srgbClr val="666699"/>
              </a:buClr>
              <a:buSzPts val="900"/>
              <a:buFont typeface="Arial"/>
              <a:buNone/>
              <a:defRPr sz="900"/>
            </a:lvl6pPr>
            <a:lvl7pPr indent="-228600" lvl="6" marL="3200400" algn="l">
              <a:spcBef>
                <a:spcPts val="180"/>
              </a:spcBef>
              <a:spcAft>
                <a:spcPts val="0"/>
              </a:spcAft>
              <a:buClr>
                <a:srgbClr val="666699"/>
              </a:buClr>
              <a:buSzPts val="900"/>
              <a:buFont typeface="Arial"/>
              <a:buNone/>
              <a:defRPr sz="900"/>
            </a:lvl7pPr>
            <a:lvl8pPr indent="-228600" lvl="7" marL="3657600" algn="l">
              <a:spcBef>
                <a:spcPts val="180"/>
              </a:spcBef>
              <a:spcAft>
                <a:spcPts val="0"/>
              </a:spcAft>
              <a:buClr>
                <a:srgbClr val="666699"/>
              </a:buClr>
              <a:buSzPts val="900"/>
              <a:buFont typeface="Arial"/>
              <a:buNone/>
              <a:defRPr sz="900"/>
            </a:lvl8pPr>
            <a:lvl9pPr indent="-228600" lvl="8" marL="4114800" algn="l">
              <a:spcBef>
                <a:spcPts val="180"/>
              </a:spcBef>
              <a:spcAft>
                <a:spcPts val="0"/>
              </a:spcAft>
              <a:buClr>
                <a:srgbClr val="666699"/>
              </a:buClr>
              <a:buSzPts val="900"/>
              <a:buFont typeface="Arial"/>
              <a:buNone/>
              <a:defRPr sz="900"/>
            </a:lvl9pPr>
          </a:lstStyle>
          <a:p/>
        </p:txBody>
      </p:sp>
      <p:sp>
        <p:nvSpPr>
          <p:cNvPr id="153" name="Google Shape;153;p10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10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10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6" name="Shape 156"/>
        <p:cNvGrpSpPr/>
        <p:nvPr/>
      </p:nvGrpSpPr>
      <p:grpSpPr>
        <a:xfrm>
          <a:off x="0" y="0"/>
          <a:ext cx="0" cy="0"/>
          <a:chOff x="0" y="0"/>
          <a:chExt cx="0" cy="0"/>
        </a:xfrm>
      </p:grpSpPr>
      <p:sp>
        <p:nvSpPr>
          <p:cNvPr id="157" name="Google Shape;157;p10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10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10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160" name="Shape 160"/>
        <p:cNvGrpSpPr/>
        <p:nvPr/>
      </p:nvGrpSpPr>
      <p:grpSpPr>
        <a:xfrm>
          <a:off x="0" y="0"/>
          <a:ext cx="0" cy="0"/>
          <a:chOff x="0" y="0"/>
          <a:chExt cx="0" cy="0"/>
        </a:xfrm>
      </p:grpSpPr>
      <p:sp>
        <p:nvSpPr>
          <p:cNvPr id="161" name="Google Shape;161;p10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2" name="Google Shape;162;p10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10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10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165" name="Shape 165"/>
        <p:cNvGrpSpPr/>
        <p:nvPr/>
      </p:nvGrpSpPr>
      <p:grpSpPr>
        <a:xfrm>
          <a:off x="0" y="0"/>
          <a:ext cx="0" cy="0"/>
          <a:chOff x="0" y="0"/>
          <a:chExt cx="0" cy="0"/>
        </a:xfrm>
      </p:grpSpPr>
      <p:sp>
        <p:nvSpPr>
          <p:cNvPr id="166" name="Google Shape;166;p10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7" name="Google Shape;167;p10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666699"/>
              </a:buClr>
              <a:buSzPts val="2400"/>
              <a:buFont typeface="Arial"/>
              <a:buNone/>
              <a:defRPr b="1" sz="2400"/>
            </a:lvl1pPr>
            <a:lvl2pPr indent="-228600" lvl="1" marL="914400" algn="l">
              <a:spcBef>
                <a:spcPts val="400"/>
              </a:spcBef>
              <a:spcAft>
                <a:spcPts val="0"/>
              </a:spcAft>
              <a:buClr>
                <a:srgbClr val="666699"/>
              </a:buClr>
              <a:buSzPts val="2000"/>
              <a:buFont typeface="Arial"/>
              <a:buNone/>
              <a:defRPr b="1" sz="2000"/>
            </a:lvl2pPr>
            <a:lvl3pPr indent="-228600" lvl="2" marL="1371600" algn="l">
              <a:spcBef>
                <a:spcPts val="360"/>
              </a:spcBef>
              <a:spcAft>
                <a:spcPts val="0"/>
              </a:spcAft>
              <a:buClr>
                <a:srgbClr val="666699"/>
              </a:buClr>
              <a:buSzPts val="1800"/>
              <a:buFont typeface="Arial"/>
              <a:buNone/>
              <a:defRPr b="1" sz="1800"/>
            </a:lvl3pPr>
            <a:lvl4pPr indent="-228600" lvl="3" marL="1828800" algn="l">
              <a:spcBef>
                <a:spcPts val="320"/>
              </a:spcBef>
              <a:spcAft>
                <a:spcPts val="0"/>
              </a:spcAft>
              <a:buClr>
                <a:srgbClr val="666699"/>
              </a:buClr>
              <a:buSzPts val="1600"/>
              <a:buFont typeface="Arial"/>
              <a:buNone/>
              <a:defRPr b="1" sz="1600"/>
            </a:lvl4pPr>
            <a:lvl5pPr indent="-228600" lvl="4" marL="2286000" algn="l">
              <a:spcBef>
                <a:spcPts val="320"/>
              </a:spcBef>
              <a:spcAft>
                <a:spcPts val="0"/>
              </a:spcAft>
              <a:buClr>
                <a:srgbClr val="666699"/>
              </a:buClr>
              <a:buSzPts val="1600"/>
              <a:buFont typeface="Arial"/>
              <a:buNone/>
              <a:defRPr b="1" sz="1600"/>
            </a:lvl5pPr>
            <a:lvl6pPr indent="-228600" lvl="5" marL="2743200" algn="l">
              <a:spcBef>
                <a:spcPts val="320"/>
              </a:spcBef>
              <a:spcAft>
                <a:spcPts val="0"/>
              </a:spcAft>
              <a:buClr>
                <a:srgbClr val="666699"/>
              </a:buClr>
              <a:buSzPts val="1600"/>
              <a:buFont typeface="Arial"/>
              <a:buNone/>
              <a:defRPr b="1" sz="1600"/>
            </a:lvl6pPr>
            <a:lvl7pPr indent="-228600" lvl="6" marL="3200400" algn="l">
              <a:spcBef>
                <a:spcPts val="320"/>
              </a:spcBef>
              <a:spcAft>
                <a:spcPts val="0"/>
              </a:spcAft>
              <a:buClr>
                <a:srgbClr val="666699"/>
              </a:buClr>
              <a:buSzPts val="1600"/>
              <a:buFont typeface="Arial"/>
              <a:buNone/>
              <a:defRPr b="1" sz="1600"/>
            </a:lvl7pPr>
            <a:lvl8pPr indent="-228600" lvl="7" marL="3657600" algn="l">
              <a:spcBef>
                <a:spcPts val="320"/>
              </a:spcBef>
              <a:spcAft>
                <a:spcPts val="0"/>
              </a:spcAft>
              <a:buClr>
                <a:srgbClr val="666699"/>
              </a:buClr>
              <a:buSzPts val="1600"/>
              <a:buFont typeface="Arial"/>
              <a:buNone/>
              <a:defRPr b="1" sz="1600"/>
            </a:lvl8pPr>
            <a:lvl9pPr indent="-228600" lvl="8" marL="4114800" algn="l">
              <a:spcBef>
                <a:spcPts val="320"/>
              </a:spcBef>
              <a:spcAft>
                <a:spcPts val="0"/>
              </a:spcAft>
              <a:buClr>
                <a:srgbClr val="666699"/>
              </a:buClr>
              <a:buSzPts val="1600"/>
              <a:buFont typeface="Arial"/>
              <a:buNone/>
              <a:defRPr b="1" sz="1600"/>
            </a:lvl9pPr>
          </a:lstStyle>
          <a:p/>
        </p:txBody>
      </p:sp>
      <p:sp>
        <p:nvSpPr>
          <p:cNvPr id="168" name="Google Shape;168;p10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666699"/>
              </a:buClr>
              <a:buSzPts val="2400"/>
              <a:buFont typeface="Arial"/>
              <a:buChar char="•"/>
              <a:defRPr sz="2400"/>
            </a:lvl1pPr>
            <a:lvl2pPr indent="-355600" lvl="1" marL="914400" algn="l">
              <a:spcBef>
                <a:spcPts val="400"/>
              </a:spcBef>
              <a:spcAft>
                <a:spcPts val="0"/>
              </a:spcAft>
              <a:buClr>
                <a:srgbClr val="666699"/>
              </a:buClr>
              <a:buSzPts val="2000"/>
              <a:buFont typeface="Arial"/>
              <a:buChar char="–"/>
              <a:defRPr sz="2000"/>
            </a:lvl2pPr>
            <a:lvl3pPr indent="-342900" lvl="2" marL="1371600" algn="l">
              <a:spcBef>
                <a:spcPts val="360"/>
              </a:spcBef>
              <a:spcAft>
                <a:spcPts val="0"/>
              </a:spcAft>
              <a:buClr>
                <a:srgbClr val="666699"/>
              </a:buClr>
              <a:buSzPts val="1800"/>
              <a:buFont typeface="Arial"/>
              <a:buChar char="•"/>
              <a:defRPr sz="1800"/>
            </a:lvl3pPr>
            <a:lvl4pPr indent="-330200" lvl="3" marL="1828800" algn="l">
              <a:spcBef>
                <a:spcPts val="320"/>
              </a:spcBef>
              <a:spcAft>
                <a:spcPts val="0"/>
              </a:spcAft>
              <a:buClr>
                <a:srgbClr val="666699"/>
              </a:buClr>
              <a:buSzPts val="1600"/>
              <a:buFont typeface="Arial"/>
              <a:buChar char="–"/>
              <a:defRPr sz="1600"/>
            </a:lvl4pPr>
            <a:lvl5pPr indent="-330200" lvl="4" marL="2286000" algn="l">
              <a:spcBef>
                <a:spcPts val="320"/>
              </a:spcBef>
              <a:spcAft>
                <a:spcPts val="0"/>
              </a:spcAft>
              <a:buClr>
                <a:srgbClr val="666699"/>
              </a:buClr>
              <a:buSzPts val="1600"/>
              <a:buFont typeface="Arial"/>
              <a:buChar char="»"/>
              <a:defRPr sz="1600"/>
            </a:lvl5pPr>
            <a:lvl6pPr indent="-330200" lvl="5" marL="2743200" algn="l">
              <a:spcBef>
                <a:spcPts val="320"/>
              </a:spcBef>
              <a:spcAft>
                <a:spcPts val="0"/>
              </a:spcAft>
              <a:buClr>
                <a:srgbClr val="666699"/>
              </a:buClr>
              <a:buSzPts val="1600"/>
              <a:buFont typeface="Arial"/>
              <a:buChar char="»"/>
              <a:defRPr sz="1600"/>
            </a:lvl6pPr>
            <a:lvl7pPr indent="-330200" lvl="6" marL="3200400" algn="l">
              <a:spcBef>
                <a:spcPts val="320"/>
              </a:spcBef>
              <a:spcAft>
                <a:spcPts val="0"/>
              </a:spcAft>
              <a:buClr>
                <a:srgbClr val="666699"/>
              </a:buClr>
              <a:buSzPts val="1600"/>
              <a:buFont typeface="Arial"/>
              <a:buChar char="»"/>
              <a:defRPr sz="1600"/>
            </a:lvl7pPr>
            <a:lvl8pPr indent="-330200" lvl="7" marL="3657600" algn="l">
              <a:spcBef>
                <a:spcPts val="320"/>
              </a:spcBef>
              <a:spcAft>
                <a:spcPts val="0"/>
              </a:spcAft>
              <a:buClr>
                <a:srgbClr val="666699"/>
              </a:buClr>
              <a:buSzPts val="1600"/>
              <a:buFont typeface="Arial"/>
              <a:buChar char="»"/>
              <a:defRPr sz="1600"/>
            </a:lvl8pPr>
            <a:lvl9pPr indent="-330200" lvl="8" marL="4114800" algn="l">
              <a:spcBef>
                <a:spcPts val="320"/>
              </a:spcBef>
              <a:spcAft>
                <a:spcPts val="0"/>
              </a:spcAft>
              <a:buClr>
                <a:srgbClr val="666699"/>
              </a:buClr>
              <a:buSzPts val="1600"/>
              <a:buFont typeface="Arial"/>
              <a:buChar char="»"/>
              <a:defRPr sz="1600"/>
            </a:lvl9pPr>
          </a:lstStyle>
          <a:p/>
        </p:txBody>
      </p:sp>
      <p:sp>
        <p:nvSpPr>
          <p:cNvPr id="169" name="Google Shape;169;p10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666699"/>
              </a:buClr>
              <a:buSzPts val="2400"/>
              <a:buFont typeface="Arial"/>
              <a:buNone/>
              <a:defRPr b="1" sz="2400"/>
            </a:lvl1pPr>
            <a:lvl2pPr indent="-228600" lvl="1" marL="914400" algn="l">
              <a:spcBef>
                <a:spcPts val="400"/>
              </a:spcBef>
              <a:spcAft>
                <a:spcPts val="0"/>
              </a:spcAft>
              <a:buClr>
                <a:srgbClr val="666699"/>
              </a:buClr>
              <a:buSzPts val="2000"/>
              <a:buFont typeface="Arial"/>
              <a:buNone/>
              <a:defRPr b="1" sz="2000"/>
            </a:lvl2pPr>
            <a:lvl3pPr indent="-228600" lvl="2" marL="1371600" algn="l">
              <a:spcBef>
                <a:spcPts val="360"/>
              </a:spcBef>
              <a:spcAft>
                <a:spcPts val="0"/>
              </a:spcAft>
              <a:buClr>
                <a:srgbClr val="666699"/>
              </a:buClr>
              <a:buSzPts val="1800"/>
              <a:buFont typeface="Arial"/>
              <a:buNone/>
              <a:defRPr b="1" sz="1800"/>
            </a:lvl3pPr>
            <a:lvl4pPr indent="-228600" lvl="3" marL="1828800" algn="l">
              <a:spcBef>
                <a:spcPts val="320"/>
              </a:spcBef>
              <a:spcAft>
                <a:spcPts val="0"/>
              </a:spcAft>
              <a:buClr>
                <a:srgbClr val="666699"/>
              </a:buClr>
              <a:buSzPts val="1600"/>
              <a:buFont typeface="Arial"/>
              <a:buNone/>
              <a:defRPr b="1" sz="1600"/>
            </a:lvl4pPr>
            <a:lvl5pPr indent="-228600" lvl="4" marL="2286000" algn="l">
              <a:spcBef>
                <a:spcPts val="320"/>
              </a:spcBef>
              <a:spcAft>
                <a:spcPts val="0"/>
              </a:spcAft>
              <a:buClr>
                <a:srgbClr val="666699"/>
              </a:buClr>
              <a:buSzPts val="1600"/>
              <a:buFont typeface="Arial"/>
              <a:buNone/>
              <a:defRPr b="1" sz="1600"/>
            </a:lvl5pPr>
            <a:lvl6pPr indent="-228600" lvl="5" marL="2743200" algn="l">
              <a:spcBef>
                <a:spcPts val="320"/>
              </a:spcBef>
              <a:spcAft>
                <a:spcPts val="0"/>
              </a:spcAft>
              <a:buClr>
                <a:srgbClr val="666699"/>
              </a:buClr>
              <a:buSzPts val="1600"/>
              <a:buFont typeface="Arial"/>
              <a:buNone/>
              <a:defRPr b="1" sz="1600"/>
            </a:lvl6pPr>
            <a:lvl7pPr indent="-228600" lvl="6" marL="3200400" algn="l">
              <a:spcBef>
                <a:spcPts val="320"/>
              </a:spcBef>
              <a:spcAft>
                <a:spcPts val="0"/>
              </a:spcAft>
              <a:buClr>
                <a:srgbClr val="666699"/>
              </a:buClr>
              <a:buSzPts val="1600"/>
              <a:buFont typeface="Arial"/>
              <a:buNone/>
              <a:defRPr b="1" sz="1600"/>
            </a:lvl7pPr>
            <a:lvl8pPr indent="-228600" lvl="7" marL="3657600" algn="l">
              <a:spcBef>
                <a:spcPts val="320"/>
              </a:spcBef>
              <a:spcAft>
                <a:spcPts val="0"/>
              </a:spcAft>
              <a:buClr>
                <a:srgbClr val="666699"/>
              </a:buClr>
              <a:buSzPts val="1600"/>
              <a:buFont typeface="Arial"/>
              <a:buNone/>
              <a:defRPr b="1" sz="1600"/>
            </a:lvl8pPr>
            <a:lvl9pPr indent="-228600" lvl="8" marL="4114800" algn="l">
              <a:spcBef>
                <a:spcPts val="320"/>
              </a:spcBef>
              <a:spcAft>
                <a:spcPts val="0"/>
              </a:spcAft>
              <a:buClr>
                <a:srgbClr val="666699"/>
              </a:buClr>
              <a:buSzPts val="1600"/>
              <a:buFont typeface="Arial"/>
              <a:buNone/>
              <a:defRPr b="1" sz="1600"/>
            </a:lvl9pPr>
          </a:lstStyle>
          <a:p/>
        </p:txBody>
      </p:sp>
      <p:sp>
        <p:nvSpPr>
          <p:cNvPr id="170" name="Google Shape;170;p10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666699"/>
              </a:buClr>
              <a:buSzPts val="2400"/>
              <a:buFont typeface="Arial"/>
              <a:buChar char="•"/>
              <a:defRPr sz="2400"/>
            </a:lvl1pPr>
            <a:lvl2pPr indent="-355600" lvl="1" marL="914400" algn="l">
              <a:spcBef>
                <a:spcPts val="400"/>
              </a:spcBef>
              <a:spcAft>
                <a:spcPts val="0"/>
              </a:spcAft>
              <a:buClr>
                <a:srgbClr val="666699"/>
              </a:buClr>
              <a:buSzPts val="2000"/>
              <a:buFont typeface="Arial"/>
              <a:buChar char="–"/>
              <a:defRPr sz="2000"/>
            </a:lvl2pPr>
            <a:lvl3pPr indent="-342900" lvl="2" marL="1371600" algn="l">
              <a:spcBef>
                <a:spcPts val="360"/>
              </a:spcBef>
              <a:spcAft>
                <a:spcPts val="0"/>
              </a:spcAft>
              <a:buClr>
                <a:srgbClr val="666699"/>
              </a:buClr>
              <a:buSzPts val="1800"/>
              <a:buFont typeface="Arial"/>
              <a:buChar char="•"/>
              <a:defRPr sz="1800"/>
            </a:lvl3pPr>
            <a:lvl4pPr indent="-330200" lvl="3" marL="1828800" algn="l">
              <a:spcBef>
                <a:spcPts val="320"/>
              </a:spcBef>
              <a:spcAft>
                <a:spcPts val="0"/>
              </a:spcAft>
              <a:buClr>
                <a:srgbClr val="666699"/>
              </a:buClr>
              <a:buSzPts val="1600"/>
              <a:buFont typeface="Arial"/>
              <a:buChar char="–"/>
              <a:defRPr sz="1600"/>
            </a:lvl4pPr>
            <a:lvl5pPr indent="-330200" lvl="4" marL="2286000" algn="l">
              <a:spcBef>
                <a:spcPts val="320"/>
              </a:spcBef>
              <a:spcAft>
                <a:spcPts val="0"/>
              </a:spcAft>
              <a:buClr>
                <a:srgbClr val="666699"/>
              </a:buClr>
              <a:buSzPts val="1600"/>
              <a:buFont typeface="Arial"/>
              <a:buChar char="»"/>
              <a:defRPr sz="1600"/>
            </a:lvl5pPr>
            <a:lvl6pPr indent="-330200" lvl="5" marL="2743200" algn="l">
              <a:spcBef>
                <a:spcPts val="320"/>
              </a:spcBef>
              <a:spcAft>
                <a:spcPts val="0"/>
              </a:spcAft>
              <a:buClr>
                <a:srgbClr val="666699"/>
              </a:buClr>
              <a:buSzPts val="1600"/>
              <a:buFont typeface="Arial"/>
              <a:buChar char="»"/>
              <a:defRPr sz="1600"/>
            </a:lvl6pPr>
            <a:lvl7pPr indent="-330200" lvl="6" marL="3200400" algn="l">
              <a:spcBef>
                <a:spcPts val="320"/>
              </a:spcBef>
              <a:spcAft>
                <a:spcPts val="0"/>
              </a:spcAft>
              <a:buClr>
                <a:srgbClr val="666699"/>
              </a:buClr>
              <a:buSzPts val="1600"/>
              <a:buFont typeface="Arial"/>
              <a:buChar char="»"/>
              <a:defRPr sz="1600"/>
            </a:lvl7pPr>
            <a:lvl8pPr indent="-330200" lvl="7" marL="3657600" algn="l">
              <a:spcBef>
                <a:spcPts val="320"/>
              </a:spcBef>
              <a:spcAft>
                <a:spcPts val="0"/>
              </a:spcAft>
              <a:buClr>
                <a:srgbClr val="666699"/>
              </a:buClr>
              <a:buSzPts val="1600"/>
              <a:buFont typeface="Arial"/>
              <a:buChar char="»"/>
              <a:defRPr sz="1600"/>
            </a:lvl8pPr>
            <a:lvl9pPr indent="-330200" lvl="8" marL="4114800" algn="l">
              <a:spcBef>
                <a:spcPts val="320"/>
              </a:spcBef>
              <a:spcAft>
                <a:spcPts val="0"/>
              </a:spcAft>
              <a:buClr>
                <a:srgbClr val="666699"/>
              </a:buClr>
              <a:buSzPts val="1600"/>
              <a:buFont typeface="Arial"/>
              <a:buChar char="»"/>
              <a:defRPr sz="1600"/>
            </a:lvl9pPr>
          </a:lstStyle>
          <a:p/>
        </p:txBody>
      </p:sp>
      <p:sp>
        <p:nvSpPr>
          <p:cNvPr id="171" name="Google Shape;171;p10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10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10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174" name="Shape 174"/>
        <p:cNvGrpSpPr/>
        <p:nvPr/>
      </p:nvGrpSpPr>
      <p:grpSpPr>
        <a:xfrm>
          <a:off x="0" y="0"/>
          <a:ext cx="0" cy="0"/>
          <a:chOff x="0" y="0"/>
          <a:chExt cx="0" cy="0"/>
        </a:xfrm>
      </p:grpSpPr>
      <p:sp>
        <p:nvSpPr>
          <p:cNvPr id="175" name="Google Shape;175;p1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6" name="Google Shape;176;p11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666699"/>
              </a:buClr>
              <a:buSzPts val="2800"/>
              <a:buFont typeface="Arial"/>
              <a:buChar char="•"/>
              <a:defRPr sz="2800"/>
            </a:lvl1pPr>
            <a:lvl2pPr indent="-381000" lvl="1" marL="914400" algn="l">
              <a:spcBef>
                <a:spcPts val="480"/>
              </a:spcBef>
              <a:spcAft>
                <a:spcPts val="0"/>
              </a:spcAft>
              <a:buClr>
                <a:srgbClr val="666699"/>
              </a:buClr>
              <a:buSzPts val="2400"/>
              <a:buFont typeface="Arial"/>
              <a:buChar char="–"/>
              <a:defRPr sz="2400"/>
            </a:lvl2pPr>
            <a:lvl3pPr indent="-355600" lvl="2" marL="1371600" algn="l">
              <a:spcBef>
                <a:spcPts val="400"/>
              </a:spcBef>
              <a:spcAft>
                <a:spcPts val="0"/>
              </a:spcAft>
              <a:buClr>
                <a:srgbClr val="666699"/>
              </a:buClr>
              <a:buSzPts val="2000"/>
              <a:buFont typeface="Arial"/>
              <a:buChar char="•"/>
              <a:defRPr sz="2000"/>
            </a:lvl3pPr>
            <a:lvl4pPr indent="-342900" lvl="3" marL="1828800" algn="l">
              <a:spcBef>
                <a:spcPts val="360"/>
              </a:spcBef>
              <a:spcAft>
                <a:spcPts val="0"/>
              </a:spcAft>
              <a:buClr>
                <a:srgbClr val="666699"/>
              </a:buClr>
              <a:buSzPts val="1800"/>
              <a:buFont typeface="Arial"/>
              <a:buChar char="–"/>
              <a:defRPr sz="1800"/>
            </a:lvl4pPr>
            <a:lvl5pPr indent="-342900" lvl="4" marL="2286000" algn="l">
              <a:spcBef>
                <a:spcPts val="360"/>
              </a:spcBef>
              <a:spcAft>
                <a:spcPts val="0"/>
              </a:spcAft>
              <a:buClr>
                <a:srgbClr val="666699"/>
              </a:buClr>
              <a:buSzPts val="1800"/>
              <a:buFont typeface="Arial"/>
              <a:buChar char="»"/>
              <a:defRPr sz="1800"/>
            </a:lvl5pPr>
            <a:lvl6pPr indent="-342900" lvl="5" marL="2743200" algn="l">
              <a:spcBef>
                <a:spcPts val="360"/>
              </a:spcBef>
              <a:spcAft>
                <a:spcPts val="0"/>
              </a:spcAft>
              <a:buClr>
                <a:srgbClr val="666699"/>
              </a:buClr>
              <a:buSzPts val="1800"/>
              <a:buFont typeface="Arial"/>
              <a:buChar char="»"/>
              <a:defRPr sz="1800"/>
            </a:lvl6pPr>
            <a:lvl7pPr indent="-342900" lvl="6" marL="3200400" algn="l">
              <a:spcBef>
                <a:spcPts val="360"/>
              </a:spcBef>
              <a:spcAft>
                <a:spcPts val="0"/>
              </a:spcAft>
              <a:buClr>
                <a:srgbClr val="666699"/>
              </a:buClr>
              <a:buSzPts val="1800"/>
              <a:buFont typeface="Arial"/>
              <a:buChar char="»"/>
              <a:defRPr sz="1800"/>
            </a:lvl7pPr>
            <a:lvl8pPr indent="-342900" lvl="7" marL="3657600" algn="l">
              <a:spcBef>
                <a:spcPts val="360"/>
              </a:spcBef>
              <a:spcAft>
                <a:spcPts val="0"/>
              </a:spcAft>
              <a:buClr>
                <a:srgbClr val="666699"/>
              </a:buClr>
              <a:buSzPts val="1800"/>
              <a:buFont typeface="Arial"/>
              <a:buChar char="»"/>
              <a:defRPr sz="1800"/>
            </a:lvl8pPr>
            <a:lvl9pPr indent="-342900" lvl="8" marL="4114800" algn="l">
              <a:spcBef>
                <a:spcPts val="360"/>
              </a:spcBef>
              <a:spcAft>
                <a:spcPts val="0"/>
              </a:spcAft>
              <a:buClr>
                <a:srgbClr val="666699"/>
              </a:buClr>
              <a:buSzPts val="1800"/>
              <a:buFont typeface="Arial"/>
              <a:buChar char="»"/>
              <a:defRPr sz="1800"/>
            </a:lvl9pPr>
          </a:lstStyle>
          <a:p/>
        </p:txBody>
      </p:sp>
      <p:sp>
        <p:nvSpPr>
          <p:cNvPr id="177" name="Google Shape;177;p11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666699"/>
              </a:buClr>
              <a:buSzPts val="2800"/>
              <a:buFont typeface="Arial"/>
              <a:buChar char="•"/>
              <a:defRPr sz="2800"/>
            </a:lvl1pPr>
            <a:lvl2pPr indent="-381000" lvl="1" marL="914400" algn="l">
              <a:spcBef>
                <a:spcPts val="480"/>
              </a:spcBef>
              <a:spcAft>
                <a:spcPts val="0"/>
              </a:spcAft>
              <a:buClr>
                <a:srgbClr val="666699"/>
              </a:buClr>
              <a:buSzPts val="2400"/>
              <a:buFont typeface="Arial"/>
              <a:buChar char="–"/>
              <a:defRPr sz="2400"/>
            </a:lvl2pPr>
            <a:lvl3pPr indent="-355600" lvl="2" marL="1371600" algn="l">
              <a:spcBef>
                <a:spcPts val="400"/>
              </a:spcBef>
              <a:spcAft>
                <a:spcPts val="0"/>
              </a:spcAft>
              <a:buClr>
                <a:srgbClr val="666699"/>
              </a:buClr>
              <a:buSzPts val="2000"/>
              <a:buFont typeface="Arial"/>
              <a:buChar char="•"/>
              <a:defRPr sz="2000"/>
            </a:lvl3pPr>
            <a:lvl4pPr indent="-342900" lvl="3" marL="1828800" algn="l">
              <a:spcBef>
                <a:spcPts val="360"/>
              </a:spcBef>
              <a:spcAft>
                <a:spcPts val="0"/>
              </a:spcAft>
              <a:buClr>
                <a:srgbClr val="666699"/>
              </a:buClr>
              <a:buSzPts val="1800"/>
              <a:buFont typeface="Arial"/>
              <a:buChar char="–"/>
              <a:defRPr sz="1800"/>
            </a:lvl4pPr>
            <a:lvl5pPr indent="-342900" lvl="4" marL="2286000" algn="l">
              <a:spcBef>
                <a:spcPts val="360"/>
              </a:spcBef>
              <a:spcAft>
                <a:spcPts val="0"/>
              </a:spcAft>
              <a:buClr>
                <a:srgbClr val="666699"/>
              </a:buClr>
              <a:buSzPts val="1800"/>
              <a:buFont typeface="Arial"/>
              <a:buChar char="»"/>
              <a:defRPr sz="1800"/>
            </a:lvl5pPr>
            <a:lvl6pPr indent="-342900" lvl="5" marL="2743200" algn="l">
              <a:spcBef>
                <a:spcPts val="360"/>
              </a:spcBef>
              <a:spcAft>
                <a:spcPts val="0"/>
              </a:spcAft>
              <a:buClr>
                <a:srgbClr val="666699"/>
              </a:buClr>
              <a:buSzPts val="1800"/>
              <a:buFont typeface="Arial"/>
              <a:buChar char="»"/>
              <a:defRPr sz="1800"/>
            </a:lvl6pPr>
            <a:lvl7pPr indent="-342900" lvl="6" marL="3200400" algn="l">
              <a:spcBef>
                <a:spcPts val="360"/>
              </a:spcBef>
              <a:spcAft>
                <a:spcPts val="0"/>
              </a:spcAft>
              <a:buClr>
                <a:srgbClr val="666699"/>
              </a:buClr>
              <a:buSzPts val="1800"/>
              <a:buFont typeface="Arial"/>
              <a:buChar char="»"/>
              <a:defRPr sz="1800"/>
            </a:lvl7pPr>
            <a:lvl8pPr indent="-342900" lvl="7" marL="3657600" algn="l">
              <a:spcBef>
                <a:spcPts val="360"/>
              </a:spcBef>
              <a:spcAft>
                <a:spcPts val="0"/>
              </a:spcAft>
              <a:buClr>
                <a:srgbClr val="666699"/>
              </a:buClr>
              <a:buSzPts val="1800"/>
              <a:buFont typeface="Arial"/>
              <a:buChar char="»"/>
              <a:defRPr sz="1800"/>
            </a:lvl8pPr>
            <a:lvl9pPr indent="-342900" lvl="8" marL="4114800" algn="l">
              <a:spcBef>
                <a:spcPts val="360"/>
              </a:spcBef>
              <a:spcAft>
                <a:spcPts val="0"/>
              </a:spcAft>
              <a:buClr>
                <a:srgbClr val="666699"/>
              </a:buClr>
              <a:buSzPts val="1800"/>
              <a:buFont typeface="Arial"/>
              <a:buChar char="»"/>
              <a:defRPr sz="1800"/>
            </a:lvl9pPr>
          </a:lstStyle>
          <a:p/>
        </p:txBody>
      </p:sp>
      <p:sp>
        <p:nvSpPr>
          <p:cNvPr id="178" name="Google Shape;178;p11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11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11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181" name="Shape 181"/>
        <p:cNvGrpSpPr/>
        <p:nvPr/>
      </p:nvGrpSpPr>
      <p:grpSpPr>
        <a:xfrm>
          <a:off x="0" y="0"/>
          <a:ext cx="0" cy="0"/>
          <a:chOff x="0" y="0"/>
          <a:chExt cx="0" cy="0"/>
        </a:xfrm>
      </p:grpSpPr>
      <p:sp>
        <p:nvSpPr>
          <p:cNvPr id="182" name="Google Shape;182;p1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3" name="Google Shape;183;p1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666699"/>
              </a:buClr>
              <a:buSzPts val="2000"/>
              <a:buFont typeface="Arial"/>
              <a:buNone/>
              <a:defRPr sz="2000"/>
            </a:lvl1pPr>
            <a:lvl2pPr indent="-228600" lvl="1" marL="914400" algn="l">
              <a:spcBef>
                <a:spcPts val="360"/>
              </a:spcBef>
              <a:spcAft>
                <a:spcPts val="0"/>
              </a:spcAft>
              <a:buClr>
                <a:srgbClr val="666699"/>
              </a:buClr>
              <a:buSzPts val="1800"/>
              <a:buFont typeface="Arial"/>
              <a:buNone/>
              <a:defRPr sz="1800"/>
            </a:lvl2pPr>
            <a:lvl3pPr indent="-228600" lvl="2" marL="1371600" algn="l">
              <a:spcBef>
                <a:spcPts val="320"/>
              </a:spcBef>
              <a:spcAft>
                <a:spcPts val="0"/>
              </a:spcAft>
              <a:buClr>
                <a:srgbClr val="666699"/>
              </a:buClr>
              <a:buSzPts val="1600"/>
              <a:buFont typeface="Arial"/>
              <a:buNone/>
              <a:defRPr sz="1600"/>
            </a:lvl3pPr>
            <a:lvl4pPr indent="-228600" lvl="3" marL="1828800" algn="l">
              <a:spcBef>
                <a:spcPts val="280"/>
              </a:spcBef>
              <a:spcAft>
                <a:spcPts val="0"/>
              </a:spcAft>
              <a:buClr>
                <a:srgbClr val="666699"/>
              </a:buClr>
              <a:buSzPts val="1400"/>
              <a:buFont typeface="Arial"/>
              <a:buNone/>
              <a:defRPr sz="1400"/>
            </a:lvl4pPr>
            <a:lvl5pPr indent="-228600" lvl="4" marL="2286000" algn="l">
              <a:spcBef>
                <a:spcPts val="280"/>
              </a:spcBef>
              <a:spcAft>
                <a:spcPts val="0"/>
              </a:spcAft>
              <a:buClr>
                <a:srgbClr val="666699"/>
              </a:buClr>
              <a:buSzPts val="1400"/>
              <a:buFont typeface="Arial"/>
              <a:buNone/>
              <a:defRPr sz="1400"/>
            </a:lvl5pPr>
            <a:lvl6pPr indent="-228600" lvl="5" marL="2743200" algn="l">
              <a:spcBef>
                <a:spcPts val="280"/>
              </a:spcBef>
              <a:spcAft>
                <a:spcPts val="0"/>
              </a:spcAft>
              <a:buClr>
                <a:srgbClr val="666699"/>
              </a:buClr>
              <a:buSzPts val="1400"/>
              <a:buFont typeface="Arial"/>
              <a:buNone/>
              <a:defRPr sz="1400"/>
            </a:lvl6pPr>
            <a:lvl7pPr indent="-228600" lvl="6" marL="3200400" algn="l">
              <a:spcBef>
                <a:spcPts val="280"/>
              </a:spcBef>
              <a:spcAft>
                <a:spcPts val="0"/>
              </a:spcAft>
              <a:buClr>
                <a:srgbClr val="666699"/>
              </a:buClr>
              <a:buSzPts val="1400"/>
              <a:buFont typeface="Arial"/>
              <a:buNone/>
              <a:defRPr sz="1400"/>
            </a:lvl7pPr>
            <a:lvl8pPr indent="-228600" lvl="7" marL="3657600" algn="l">
              <a:spcBef>
                <a:spcPts val="280"/>
              </a:spcBef>
              <a:spcAft>
                <a:spcPts val="0"/>
              </a:spcAft>
              <a:buClr>
                <a:srgbClr val="666699"/>
              </a:buClr>
              <a:buSzPts val="1400"/>
              <a:buFont typeface="Arial"/>
              <a:buNone/>
              <a:defRPr sz="1400"/>
            </a:lvl8pPr>
            <a:lvl9pPr indent="-228600" lvl="8" marL="4114800" algn="l">
              <a:spcBef>
                <a:spcPts val="280"/>
              </a:spcBef>
              <a:spcAft>
                <a:spcPts val="0"/>
              </a:spcAft>
              <a:buClr>
                <a:srgbClr val="666699"/>
              </a:buClr>
              <a:buSzPts val="1400"/>
              <a:buFont typeface="Arial"/>
              <a:buNone/>
              <a:defRPr sz="1400"/>
            </a:lvl9pPr>
          </a:lstStyle>
          <a:p/>
        </p:txBody>
      </p:sp>
      <p:sp>
        <p:nvSpPr>
          <p:cNvPr id="184" name="Google Shape;184;p11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11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p11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87" name="Shape 187"/>
        <p:cNvGrpSpPr/>
        <p:nvPr/>
      </p:nvGrpSpPr>
      <p:grpSpPr>
        <a:xfrm>
          <a:off x="0" y="0"/>
          <a:ext cx="0" cy="0"/>
          <a:chOff x="0" y="0"/>
          <a:chExt cx="0" cy="0"/>
        </a:xfrm>
      </p:grpSpPr>
      <p:sp>
        <p:nvSpPr>
          <p:cNvPr id="188" name="Google Shape;188;p1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9" name="Google Shape;189;p1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rgbClr val="666699"/>
              </a:buClr>
              <a:buSzPts val="2400"/>
              <a:buFont typeface="Arial"/>
              <a:buNone/>
              <a:defRPr/>
            </a:lvl1pPr>
            <a:lvl2pPr lvl="1" algn="ctr">
              <a:spcBef>
                <a:spcPts val="480"/>
              </a:spcBef>
              <a:spcAft>
                <a:spcPts val="0"/>
              </a:spcAft>
              <a:buClr>
                <a:srgbClr val="666699"/>
              </a:buClr>
              <a:buSzPts val="2400"/>
              <a:buFont typeface="Arial"/>
              <a:buNone/>
              <a:defRPr/>
            </a:lvl2pPr>
            <a:lvl3pPr lvl="2" algn="ctr">
              <a:spcBef>
                <a:spcPts val="480"/>
              </a:spcBef>
              <a:spcAft>
                <a:spcPts val="0"/>
              </a:spcAft>
              <a:buClr>
                <a:srgbClr val="666699"/>
              </a:buClr>
              <a:buSzPts val="2400"/>
              <a:buFont typeface="Arial"/>
              <a:buNone/>
              <a:defRPr/>
            </a:lvl3pPr>
            <a:lvl4pPr lvl="3" algn="ctr">
              <a:spcBef>
                <a:spcPts val="480"/>
              </a:spcBef>
              <a:spcAft>
                <a:spcPts val="0"/>
              </a:spcAft>
              <a:buClr>
                <a:srgbClr val="666699"/>
              </a:buClr>
              <a:buSzPts val="2400"/>
              <a:buFont typeface="Arial"/>
              <a:buNone/>
              <a:defRPr/>
            </a:lvl4pPr>
            <a:lvl5pPr lvl="4" algn="ctr">
              <a:spcBef>
                <a:spcPts val="480"/>
              </a:spcBef>
              <a:spcAft>
                <a:spcPts val="0"/>
              </a:spcAft>
              <a:buClr>
                <a:srgbClr val="666699"/>
              </a:buClr>
              <a:buSzPts val="2400"/>
              <a:buFont typeface="Arial"/>
              <a:buNone/>
              <a:defRPr/>
            </a:lvl5pPr>
            <a:lvl6pPr lvl="5" algn="ctr">
              <a:spcBef>
                <a:spcPts val="480"/>
              </a:spcBef>
              <a:spcAft>
                <a:spcPts val="0"/>
              </a:spcAft>
              <a:buClr>
                <a:srgbClr val="666699"/>
              </a:buClr>
              <a:buSzPts val="2400"/>
              <a:buFont typeface="Arial"/>
              <a:buNone/>
              <a:defRPr/>
            </a:lvl6pPr>
            <a:lvl7pPr lvl="6" algn="ctr">
              <a:spcBef>
                <a:spcPts val="480"/>
              </a:spcBef>
              <a:spcAft>
                <a:spcPts val="0"/>
              </a:spcAft>
              <a:buClr>
                <a:srgbClr val="666699"/>
              </a:buClr>
              <a:buSzPts val="2400"/>
              <a:buFont typeface="Arial"/>
              <a:buNone/>
              <a:defRPr/>
            </a:lvl7pPr>
            <a:lvl8pPr lvl="7" algn="ctr">
              <a:spcBef>
                <a:spcPts val="480"/>
              </a:spcBef>
              <a:spcAft>
                <a:spcPts val="0"/>
              </a:spcAft>
              <a:buClr>
                <a:srgbClr val="666699"/>
              </a:buClr>
              <a:buSzPts val="2400"/>
              <a:buFont typeface="Arial"/>
              <a:buNone/>
              <a:defRPr/>
            </a:lvl8pPr>
            <a:lvl9pPr lvl="8" algn="ctr">
              <a:spcBef>
                <a:spcPts val="480"/>
              </a:spcBef>
              <a:spcAft>
                <a:spcPts val="0"/>
              </a:spcAft>
              <a:buClr>
                <a:srgbClr val="666699"/>
              </a:buClr>
              <a:buSzPts val="2400"/>
              <a:buFont typeface="Arial"/>
              <a:buNone/>
              <a:defRPr/>
            </a:lvl9pPr>
          </a:lstStyle>
          <a:p/>
        </p:txBody>
      </p:sp>
      <p:sp>
        <p:nvSpPr>
          <p:cNvPr id="190" name="Google Shape;190;p11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11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11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03" name="Shape 203"/>
        <p:cNvGrpSpPr/>
        <p:nvPr/>
      </p:nvGrpSpPr>
      <p:grpSpPr>
        <a:xfrm>
          <a:off x="0" y="0"/>
          <a:ext cx="0" cy="0"/>
          <a:chOff x="0" y="0"/>
          <a:chExt cx="0" cy="0"/>
        </a:xfrm>
      </p:grpSpPr>
      <p:sp>
        <p:nvSpPr>
          <p:cNvPr id="204" name="Google Shape;204;p8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5" name="Google Shape;205;p8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206" name="Google Shape;206;p8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8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8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objeto y 2 objetos" type="objAndTwoObj">
  <p:cSld name="OBJECT_AND_TWO_OBJECTS">
    <p:spTree>
      <p:nvGrpSpPr>
        <p:cNvPr id="209" name="Shape 209"/>
        <p:cNvGrpSpPr/>
        <p:nvPr/>
      </p:nvGrpSpPr>
      <p:grpSpPr>
        <a:xfrm>
          <a:off x="0" y="0"/>
          <a:ext cx="0" cy="0"/>
          <a:chOff x="0" y="0"/>
          <a:chExt cx="0" cy="0"/>
        </a:xfrm>
      </p:grpSpPr>
      <p:sp>
        <p:nvSpPr>
          <p:cNvPr id="210" name="Google Shape;210;p1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1" name="Google Shape;211;p1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212" name="Google Shape;212;p113"/>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213" name="Google Shape;213;p113"/>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214" name="Google Shape;214;p11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11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11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abla" type="tbl">
  <p:cSld name="TABLE">
    <p:spTree>
      <p:nvGrpSpPr>
        <p:cNvPr id="217" name="Shape 217"/>
        <p:cNvGrpSpPr/>
        <p:nvPr/>
      </p:nvGrpSpPr>
      <p:grpSpPr>
        <a:xfrm>
          <a:off x="0" y="0"/>
          <a:ext cx="0" cy="0"/>
          <a:chOff x="0" y="0"/>
          <a:chExt cx="0" cy="0"/>
        </a:xfrm>
      </p:grpSpPr>
      <p:sp>
        <p:nvSpPr>
          <p:cNvPr id="218" name="Google Shape;218;p1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9" name="Google Shape;219;p11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p11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11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222" name="Shape 222"/>
        <p:cNvGrpSpPr/>
        <p:nvPr/>
      </p:nvGrpSpPr>
      <p:grpSpPr>
        <a:xfrm>
          <a:off x="0" y="0"/>
          <a:ext cx="0" cy="0"/>
          <a:chOff x="0" y="0"/>
          <a:chExt cx="0" cy="0"/>
        </a:xfrm>
      </p:grpSpPr>
      <p:sp>
        <p:nvSpPr>
          <p:cNvPr id="223" name="Google Shape;223;p11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4" name="Google Shape;224;p11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225" name="Google Shape;225;p11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6" name="Google Shape;226;p11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11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228" name="Shape 228"/>
        <p:cNvGrpSpPr/>
        <p:nvPr/>
      </p:nvGrpSpPr>
      <p:grpSpPr>
        <a:xfrm>
          <a:off x="0" y="0"/>
          <a:ext cx="0" cy="0"/>
          <a:chOff x="0" y="0"/>
          <a:chExt cx="0" cy="0"/>
        </a:xfrm>
      </p:grpSpPr>
      <p:sp>
        <p:nvSpPr>
          <p:cNvPr id="229" name="Google Shape;229;p1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0" name="Google Shape;230;p116"/>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231" name="Google Shape;231;p11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2" name="Google Shape;232;p11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p11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234" name="Shape 234"/>
        <p:cNvGrpSpPr/>
        <p:nvPr/>
      </p:nvGrpSpPr>
      <p:grpSpPr>
        <a:xfrm>
          <a:off x="0" y="0"/>
          <a:ext cx="0" cy="0"/>
          <a:chOff x="0" y="0"/>
          <a:chExt cx="0" cy="0"/>
        </a:xfrm>
      </p:grpSpPr>
      <p:sp>
        <p:nvSpPr>
          <p:cNvPr id="235" name="Google Shape;235;p1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6" name="Google Shape;236;p117"/>
          <p:cNvSpPr/>
          <p:nvPr>
            <p:ph idx="2" type="pic"/>
          </p:nvPr>
        </p:nvSpPr>
        <p:spPr>
          <a:xfrm>
            <a:off x="1792288" y="612775"/>
            <a:ext cx="5486400" cy="4114800"/>
          </a:xfrm>
          <a:prstGeom prst="rect">
            <a:avLst/>
          </a:prstGeom>
          <a:noFill/>
          <a:ln>
            <a:noFill/>
          </a:ln>
        </p:spPr>
      </p:sp>
      <p:sp>
        <p:nvSpPr>
          <p:cNvPr id="237" name="Google Shape;237;p1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666699"/>
              </a:buClr>
              <a:buSzPts val="1400"/>
              <a:buFont typeface="Arial"/>
              <a:buNone/>
              <a:defRPr sz="1400"/>
            </a:lvl1pPr>
            <a:lvl2pPr indent="-228600" lvl="1" marL="914400" algn="l">
              <a:spcBef>
                <a:spcPts val="240"/>
              </a:spcBef>
              <a:spcAft>
                <a:spcPts val="0"/>
              </a:spcAft>
              <a:buClr>
                <a:srgbClr val="666699"/>
              </a:buClr>
              <a:buSzPts val="1200"/>
              <a:buFont typeface="Arial"/>
              <a:buNone/>
              <a:defRPr sz="1200"/>
            </a:lvl2pPr>
            <a:lvl3pPr indent="-228600" lvl="2" marL="1371600" algn="l">
              <a:spcBef>
                <a:spcPts val="200"/>
              </a:spcBef>
              <a:spcAft>
                <a:spcPts val="0"/>
              </a:spcAft>
              <a:buClr>
                <a:srgbClr val="666699"/>
              </a:buClr>
              <a:buSzPts val="1000"/>
              <a:buFont typeface="Arial"/>
              <a:buNone/>
              <a:defRPr sz="1000"/>
            </a:lvl3pPr>
            <a:lvl4pPr indent="-228600" lvl="3" marL="1828800" algn="l">
              <a:spcBef>
                <a:spcPts val="180"/>
              </a:spcBef>
              <a:spcAft>
                <a:spcPts val="0"/>
              </a:spcAft>
              <a:buClr>
                <a:srgbClr val="666699"/>
              </a:buClr>
              <a:buSzPts val="900"/>
              <a:buFont typeface="Arial"/>
              <a:buNone/>
              <a:defRPr sz="900"/>
            </a:lvl4pPr>
            <a:lvl5pPr indent="-228600" lvl="4" marL="2286000" algn="l">
              <a:spcBef>
                <a:spcPts val="180"/>
              </a:spcBef>
              <a:spcAft>
                <a:spcPts val="0"/>
              </a:spcAft>
              <a:buClr>
                <a:srgbClr val="666699"/>
              </a:buClr>
              <a:buSzPts val="900"/>
              <a:buFont typeface="Arial"/>
              <a:buNone/>
              <a:defRPr sz="900"/>
            </a:lvl5pPr>
            <a:lvl6pPr indent="-228600" lvl="5" marL="2743200" algn="l">
              <a:spcBef>
                <a:spcPts val="180"/>
              </a:spcBef>
              <a:spcAft>
                <a:spcPts val="0"/>
              </a:spcAft>
              <a:buClr>
                <a:srgbClr val="666699"/>
              </a:buClr>
              <a:buSzPts val="900"/>
              <a:buFont typeface="Arial"/>
              <a:buNone/>
              <a:defRPr sz="900"/>
            </a:lvl6pPr>
            <a:lvl7pPr indent="-228600" lvl="6" marL="3200400" algn="l">
              <a:spcBef>
                <a:spcPts val="180"/>
              </a:spcBef>
              <a:spcAft>
                <a:spcPts val="0"/>
              </a:spcAft>
              <a:buClr>
                <a:srgbClr val="666699"/>
              </a:buClr>
              <a:buSzPts val="900"/>
              <a:buFont typeface="Arial"/>
              <a:buNone/>
              <a:defRPr sz="900"/>
            </a:lvl7pPr>
            <a:lvl8pPr indent="-228600" lvl="7" marL="3657600" algn="l">
              <a:spcBef>
                <a:spcPts val="180"/>
              </a:spcBef>
              <a:spcAft>
                <a:spcPts val="0"/>
              </a:spcAft>
              <a:buClr>
                <a:srgbClr val="666699"/>
              </a:buClr>
              <a:buSzPts val="900"/>
              <a:buFont typeface="Arial"/>
              <a:buNone/>
              <a:defRPr sz="900"/>
            </a:lvl8pPr>
            <a:lvl9pPr indent="-228600" lvl="8" marL="4114800" algn="l">
              <a:spcBef>
                <a:spcPts val="180"/>
              </a:spcBef>
              <a:spcAft>
                <a:spcPts val="0"/>
              </a:spcAft>
              <a:buClr>
                <a:srgbClr val="666699"/>
              </a:buClr>
              <a:buSzPts val="900"/>
              <a:buFont typeface="Arial"/>
              <a:buNone/>
              <a:defRPr sz="900"/>
            </a:lvl9pPr>
          </a:lstStyle>
          <a:p/>
        </p:txBody>
      </p:sp>
      <p:sp>
        <p:nvSpPr>
          <p:cNvPr id="238" name="Google Shape;238;p11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p11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p11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241" name="Shape 241"/>
        <p:cNvGrpSpPr/>
        <p:nvPr/>
      </p:nvGrpSpPr>
      <p:grpSpPr>
        <a:xfrm>
          <a:off x="0" y="0"/>
          <a:ext cx="0" cy="0"/>
          <a:chOff x="0" y="0"/>
          <a:chExt cx="0" cy="0"/>
        </a:xfrm>
      </p:grpSpPr>
      <p:sp>
        <p:nvSpPr>
          <p:cNvPr id="242" name="Google Shape;242;p1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3" name="Google Shape;243;p1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rgbClr val="666699"/>
              </a:buClr>
              <a:buSzPts val="3200"/>
              <a:buFont typeface="Arial"/>
              <a:buChar char="•"/>
              <a:defRPr sz="3200"/>
            </a:lvl1pPr>
            <a:lvl2pPr indent="-406400" lvl="1" marL="914400" algn="l">
              <a:spcBef>
                <a:spcPts val="560"/>
              </a:spcBef>
              <a:spcAft>
                <a:spcPts val="0"/>
              </a:spcAft>
              <a:buClr>
                <a:srgbClr val="666699"/>
              </a:buClr>
              <a:buSzPts val="2800"/>
              <a:buFont typeface="Arial"/>
              <a:buChar char="–"/>
              <a:defRPr sz="2800"/>
            </a:lvl2pPr>
            <a:lvl3pPr indent="-381000" lvl="2" marL="1371600" algn="l">
              <a:spcBef>
                <a:spcPts val="480"/>
              </a:spcBef>
              <a:spcAft>
                <a:spcPts val="0"/>
              </a:spcAft>
              <a:buClr>
                <a:srgbClr val="666699"/>
              </a:buClr>
              <a:buSzPts val="2400"/>
              <a:buFont typeface="Arial"/>
              <a:buChar char="•"/>
              <a:defRPr sz="2400"/>
            </a:lvl3pPr>
            <a:lvl4pPr indent="-355600" lvl="3" marL="1828800" algn="l">
              <a:spcBef>
                <a:spcPts val="400"/>
              </a:spcBef>
              <a:spcAft>
                <a:spcPts val="0"/>
              </a:spcAft>
              <a:buClr>
                <a:srgbClr val="666699"/>
              </a:buClr>
              <a:buSzPts val="2000"/>
              <a:buFont typeface="Arial"/>
              <a:buChar char="–"/>
              <a:defRPr sz="2000"/>
            </a:lvl4pPr>
            <a:lvl5pPr indent="-355600" lvl="4" marL="2286000" algn="l">
              <a:spcBef>
                <a:spcPts val="400"/>
              </a:spcBef>
              <a:spcAft>
                <a:spcPts val="0"/>
              </a:spcAft>
              <a:buClr>
                <a:srgbClr val="666699"/>
              </a:buClr>
              <a:buSzPts val="2000"/>
              <a:buFont typeface="Arial"/>
              <a:buChar char="»"/>
              <a:defRPr sz="2000"/>
            </a:lvl5pPr>
            <a:lvl6pPr indent="-355600" lvl="5" marL="2743200" algn="l">
              <a:spcBef>
                <a:spcPts val="400"/>
              </a:spcBef>
              <a:spcAft>
                <a:spcPts val="0"/>
              </a:spcAft>
              <a:buClr>
                <a:srgbClr val="666699"/>
              </a:buClr>
              <a:buSzPts val="2000"/>
              <a:buFont typeface="Arial"/>
              <a:buChar char="»"/>
              <a:defRPr sz="2000"/>
            </a:lvl6pPr>
            <a:lvl7pPr indent="-355600" lvl="6" marL="3200400" algn="l">
              <a:spcBef>
                <a:spcPts val="400"/>
              </a:spcBef>
              <a:spcAft>
                <a:spcPts val="0"/>
              </a:spcAft>
              <a:buClr>
                <a:srgbClr val="666699"/>
              </a:buClr>
              <a:buSzPts val="2000"/>
              <a:buFont typeface="Arial"/>
              <a:buChar char="»"/>
              <a:defRPr sz="2000"/>
            </a:lvl7pPr>
            <a:lvl8pPr indent="-355600" lvl="7" marL="3657600" algn="l">
              <a:spcBef>
                <a:spcPts val="400"/>
              </a:spcBef>
              <a:spcAft>
                <a:spcPts val="0"/>
              </a:spcAft>
              <a:buClr>
                <a:srgbClr val="666699"/>
              </a:buClr>
              <a:buSzPts val="2000"/>
              <a:buFont typeface="Arial"/>
              <a:buChar char="»"/>
              <a:defRPr sz="2000"/>
            </a:lvl8pPr>
            <a:lvl9pPr indent="-355600" lvl="8" marL="4114800" algn="l">
              <a:spcBef>
                <a:spcPts val="400"/>
              </a:spcBef>
              <a:spcAft>
                <a:spcPts val="0"/>
              </a:spcAft>
              <a:buClr>
                <a:srgbClr val="666699"/>
              </a:buClr>
              <a:buSzPts val="2000"/>
              <a:buFont typeface="Arial"/>
              <a:buChar char="»"/>
              <a:defRPr sz="2000"/>
            </a:lvl9pPr>
          </a:lstStyle>
          <a:p/>
        </p:txBody>
      </p:sp>
      <p:sp>
        <p:nvSpPr>
          <p:cNvPr id="244" name="Google Shape;244;p1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666699"/>
              </a:buClr>
              <a:buSzPts val="1400"/>
              <a:buFont typeface="Arial"/>
              <a:buNone/>
              <a:defRPr sz="1400"/>
            </a:lvl1pPr>
            <a:lvl2pPr indent="-228600" lvl="1" marL="914400" algn="l">
              <a:spcBef>
                <a:spcPts val="240"/>
              </a:spcBef>
              <a:spcAft>
                <a:spcPts val="0"/>
              </a:spcAft>
              <a:buClr>
                <a:srgbClr val="666699"/>
              </a:buClr>
              <a:buSzPts val="1200"/>
              <a:buFont typeface="Arial"/>
              <a:buNone/>
              <a:defRPr sz="1200"/>
            </a:lvl2pPr>
            <a:lvl3pPr indent="-228600" lvl="2" marL="1371600" algn="l">
              <a:spcBef>
                <a:spcPts val="200"/>
              </a:spcBef>
              <a:spcAft>
                <a:spcPts val="0"/>
              </a:spcAft>
              <a:buClr>
                <a:srgbClr val="666699"/>
              </a:buClr>
              <a:buSzPts val="1000"/>
              <a:buFont typeface="Arial"/>
              <a:buNone/>
              <a:defRPr sz="1000"/>
            </a:lvl3pPr>
            <a:lvl4pPr indent="-228600" lvl="3" marL="1828800" algn="l">
              <a:spcBef>
                <a:spcPts val="180"/>
              </a:spcBef>
              <a:spcAft>
                <a:spcPts val="0"/>
              </a:spcAft>
              <a:buClr>
                <a:srgbClr val="666699"/>
              </a:buClr>
              <a:buSzPts val="900"/>
              <a:buFont typeface="Arial"/>
              <a:buNone/>
              <a:defRPr sz="900"/>
            </a:lvl4pPr>
            <a:lvl5pPr indent="-228600" lvl="4" marL="2286000" algn="l">
              <a:spcBef>
                <a:spcPts val="180"/>
              </a:spcBef>
              <a:spcAft>
                <a:spcPts val="0"/>
              </a:spcAft>
              <a:buClr>
                <a:srgbClr val="666699"/>
              </a:buClr>
              <a:buSzPts val="900"/>
              <a:buFont typeface="Arial"/>
              <a:buNone/>
              <a:defRPr sz="900"/>
            </a:lvl5pPr>
            <a:lvl6pPr indent="-228600" lvl="5" marL="2743200" algn="l">
              <a:spcBef>
                <a:spcPts val="180"/>
              </a:spcBef>
              <a:spcAft>
                <a:spcPts val="0"/>
              </a:spcAft>
              <a:buClr>
                <a:srgbClr val="666699"/>
              </a:buClr>
              <a:buSzPts val="900"/>
              <a:buFont typeface="Arial"/>
              <a:buNone/>
              <a:defRPr sz="900"/>
            </a:lvl6pPr>
            <a:lvl7pPr indent="-228600" lvl="6" marL="3200400" algn="l">
              <a:spcBef>
                <a:spcPts val="180"/>
              </a:spcBef>
              <a:spcAft>
                <a:spcPts val="0"/>
              </a:spcAft>
              <a:buClr>
                <a:srgbClr val="666699"/>
              </a:buClr>
              <a:buSzPts val="900"/>
              <a:buFont typeface="Arial"/>
              <a:buNone/>
              <a:defRPr sz="900"/>
            </a:lvl7pPr>
            <a:lvl8pPr indent="-228600" lvl="7" marL="3657600" algn="l">
              <a:spcBef>
                <a:spcPts val="180"/>
              </a:spcBef>
              <a:spcAft>
                <a:spcPts val="0"/>
              </a:spcAft>
              <a:buClr>
                <a:srgbClr val="666699"/>
              </a:buClr>
              <a:buSzPts val="900"/>
              <a:buFont typeface="Arial"/>
              <a:buNone/>
              <a:defRPr sz="900"/>
            </a:lvl8pPr>
            <a:lvl9pPr indent="-228600" lvl="8" marL="4114800" algn="l">
              <a:spcBef>
                <a:spcPts val="180"/>
              </a:spcBef>
              <a:spcAft>
                <a:spcPts val="0"/>
              </a:spcAft>
              <a:buClr>
                <a:srgbClr val="666699"/>
              </a:buClr>
              <a:buSzPts val="900"/>
              <a:buFont typeface="Arial"/>
              <a:buNone/>
              <a:defRPr sz="900"/>
            </a:lvl9pPr>
          </a:lstStyle>
          <a:p/>
        </p:txBody>
      </p:sp>
      <p:sp>
        <p:nvSpPr>
          <p:cNvPr id="245" name="Google Shape;245;p11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11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11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48" name="Shape 248"/>
        <p:cNvGrpSpPr/>
        <p:nvPr/>
      </p:nvGrpSpPr>
      <p:grpSpPr>
        <a:xfrm>
          <a:off x="0" y="0"/>
          <a:ext cx="0" cy="0"/>
          <a:chOff x="0" y="0"/>
          <a:chExt cx="0" cy="0"/>
        </a:xfrm>
      </p:grpSpPr>
      <p:sp>
        <p:nvSpPr>
          <p:cNvPr id="249" name="Google Shape;249;p11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11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 name="Google Shape;251;p11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252" name="Shape 252"/>
        <p:cNvGrpSpPr/>
        <p:nvPr/>
      </p:nvGrpSpPr>
      <p:grpSpPr>
        <a:xfrm>
          <a:off x="0" y="0"/>
          <a:ext cx="0" cy="0"/>
          <a:chOff x="0" y="0"/>
          <a:chExt cx="0" cy="0"/>
        </a:xfrm>
      </p:grpSpPr>
      <p:sp>
        <p:nvSpPr>
          <p:cNvPr id="253" name="Google Shape;253;p1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4" name="Google Shape;254;p12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5" name="Google Shape;255;p12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6" name="Google Shape;256;p12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257" name="Shape 257"/>
        <p:cNvGrpSpPr/>
        <p:nvPr/>
      </p:nvGrpSpPr>
      <p:grpSpPr>
        <a:xfrm>
          <a:off x="0" y="0"/>
          <a:ext cx="0" cy="0"/>
          <a:chOff x="0" y="0"/>
          <a:chExt cx="0" cy="0"/>
        </a:xfrm>
      </p:grpSpPr>
      <p:sp>
        <p:nvSpPr>
          <p:cNvPr id="258" name="Google Shape;258;p1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9" name="Google Shape;259;p1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666699"/>
              </a:buClr>
              <a:buSzPts val="2400"/>
              <a:buFont typeface="Arial"/>
              <a:buNone/>
              <a:defRPr b="1" sz="2400"/>
            </a:lvl1pPr>
            <a:lvl2pPr indent="-228600" lvl="1" marL="914400" algn="l">
              <a:spcBef>
                <a:spcPts val="400"/>
              </a:spcBef>
              <a:spcAft>
                <a:spcPts val="0"/>
              </a:spcAft>
              <a:buClr>
                <a:srgbClr val="666699"/>
              </a:buClr>
              <a:buSzPts val="2000"/>
              <a:buFont typeface="Arial"/>
              <a:buNone/>
              <a:defRPr b="1" sz="2000"/>
            </a:lvl2pPr>
            <a:lvl3pPr indent="-228600" lvl="2" marL="1371600" algn="l">
              <a:spcBef>
                <a:spcPts val="360"/>
              </a:spcBef>
              <a:spcAft>
                <a:spcPts val="0"/>
              </a:spcAft>
              <a:buClr>
                <a:srgbClr val="666699"/>
              </a:buClr>
              <a:buSzPts val="1800"/>
              <a:buFont typeface="Arial"/>
              <a:buNone/>
              <a:defRPr b="1" sz="1800"/>
            </a:lvl3pPr>
            <a:lvl4pPr indent="-228600" lvl="3" marL="1828800" algn="l">
              <a:spcBef>
                <a:spcPts val="320"/>
              </a:spcBef>
              <a:spcAft>
                <a:spcPts val="0"/>
              </a:spcAft>
              <a:buClr>
                <a:srgbClr val="666699"/>
              </a:buClr>
              <a:buSzPts val="1600"/>
              <a:buFont typeface="Arial"/>
              <a:buNone/>
              <a:defRPr b="1" sz="1600"/>
            </a:lvl4pPr>
            <a:lvl5pPr indent="-228600" lvl="4" marL="2286000" algn="l">
              <a:spcBef>
                <a:spcPts val="320"/>
              </a:spcBef>
              <a:spcAft>
                <a:spcPts val="0"/>
              </a:spcAft>
              <a:buClr>
                <a:srgbClr val="666699"/>
              </a:buClr>
              <a:buSzPts val="1600"/>
              <a:buFont typeface="Arial"/>
              <a:buNone/>
              <a:defRPr b="1" sz="1600"/>
            </a:lvl5pPr>
            <a:lvl6pPr indent="-228600" lvl="5" marL="2743200" algn="l">
              <a:spcBef>
                <a:spcPts val="320"/>
              </a:spcBef>
              <a:spcAft>
                <a:spcPts val="0"/>
              </a:spcAft>
              <a:buClr>
                <a:srgbClr val="666699"/>
              </a:buClr>
              <a:buSzPts val="1600"/>
              <a:buFont typeface="Arial"/>
              <a:buNone/>
              <a:defRPr b="1" sz="1600"/>
            </a:lvl6pPr>
            <a:lvl7pPr indent="-228600" lvl="6" marL="3200400" algn="l">
              <a:spcBef>
                <a:spcPts val="320"/>
              </a:spcBef>
              <a:spcAft>
                <a:spcPts val="0"/>
              </a:spcAft>
              <a:buClr>
                <a:srgbClr val="666699"/>
              </a:buClr>
              <a:buSzPts val="1600"/>
              <a:buFont typeface="Arial"/>
              <a:buNone/>
              <a:defRPr b="1" sz="1600"/>
            </a:lvl7pPr>
            <a:lvl8pPr indent="-228600" lvl="7" marL="3657600" algn="l">
              <a:spcBef>
                <a:spcPts val="320"/>
              </a:spcBef>
              <a:spcAft>
                <a:spcPts val="0"/>
              </a:spcAft>
              <a:buClr>
                <a:srgbClr val="666699"/>
              </a:buClr>
              <a:buSzPts val="1600"/>
              <a:buFont typeface="Arial"/>
              <a:buNone/>
              <a:defRPr b="1" sz="1600"/>
            </a:lvl8pPr>
            <a:lvl9pPr indent="-228600" lvl="8" marL="4114800" algn="l">
              <a:spcBef>
                <a:spcPts val="320"/>
              </a:spcBef>
              <a:spcAft>
                <a:spcPts val="0"/>
              </a:spcAft>
              <a:buClr>
                <a:srgbClr val="666699"/>
              </a:buClr>
              <a:buSzPts val="1600"/>
              <a:buFont typeface="Arial"/>
              <a:buNone/>
              <a:defRPr b="1" sz="1600"/>
            </a:lvl9pPr>
          </a:lstStyle>
          <a:p/>
        </p:txBody>
      </p:sp>
      <p:sp>
        <p:nvSpPr>
          <p:cNvPr id="260" name="Google Shape;260;p1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666699"/>
              </a:buClr>
              <a:buSzPts val="2400"/>
              <a:buFont typeface="Arial"/>
              <a:buChar char="•"/>
              <a:defRPr sz="2400"/>
            </a:lvl1pPr>
            <a:lvl2pPr indent="-355600" lvl="1" marL="914400" algn="l">
              <a:spcBef>
                <a:spcPts val="400"/>
              </a:spcBef>
              <a:spcAft>
                <a:spcPts val="0"/>
              </a:spcAft>
              <a:buClr>
                <a:srgbClr val="666699"/>
              </a:buClr>
              <a:buSzPts val="2000"/>
              <a:buFont typeface="Arial"/>
              <a:buChar char="–"/>
              <a:defRPr sz="2000"/>
            </a:lvl2pPr>
            <a:lvl3pPr indent="-342900" lvl="2" marL="1371600" algn="l">
              <a:spcBef>
                <a:spcPts val="360"/>
              </a:spcBef>
              <a:spcAft>
                <a:spcPts val="0"/>
              </a:spcAft>
              <a:buClr>
                <a:srgbClr val="666699"/>
              </a:buClr>
              <a:buSzPts val="1800"/>
              <a:buFont typeface="Arial"/>
              <a:buChar char="•"/>
              <a:defRPr sz="1800"/>
            </a:lvl3pPr>
            <a:lvl4pPr indent="-330200" lvl="3" marL="1828800" algn="l">
              <a:spcBef>
                <a:spcPts val="320"/>
              </a:spcBef>
              <a:spcAft>
                <a:spcPts val="0"/>
              </a:spcAft>
              <a:buClr>
                <a:srgbClr val="666699"/>
              </a:buClr>
              <a:buSzPts val="1600"/>
              <a:buFont typeface="Arial"/>
              <a:buChar char="–"/>
              <a:defRPr sz="1600"/>
            </a:lvl4pPr>
            <a:lvl5pPr indent="-330200" lvl="4" marL="2286000" algn="l">
              <a:spcBef>
                <a:spcPts val="320"/>
              </a:spcBef>
              <a:spcAft>
                <a:spcPts val="0"/>
              </a:spcAft>
              <a:buClr>
                <a:srgbClr val="666699"/>
              </a:buClr>
              <a:buSzPts val="1600"/>
              <a:buFont typeface="Arial"/>
              <a:buChar char="»"/>
              <a:defRPr sz="1600"/>
            </a:lvl5pPr>
            <a:lvl6pPr indent="-330200" lvl="5" marL="2743200" algn="l">
              <a:spcBef>
                <a:spcPts val="320"/>
              </a:spcBef>
              <a:spcAft>
                <a:spcPts val="0"/>
              </a:spcAft>
              <a:buClr>
                <a:srgbClr val="666699"/>
              </a:buClr>
              <a:buSzPts val="1600"/>
              <a:buFont typeface="Arial"/>
              <a:buChar char="»"/>
              <a:defRPr sz="1600"/>
            </a:lvl6pPr>
            <a:lvl7pPr indent="-330200" lvl="6" marL="3200400" algn="l">
              <a:spcBef>
                <a:spcPts val="320"/>
              </a:spcBef>
              <a:spcAft>
                <a:spcPts val="0"/>
              </a:spcAft>
              <a:buClr>
                <a:srgbClr val="666699"/>
              </a:buClr>
              <a:buSzPts val="1600"/>
              <a:buFont typeface="Arial"/>
              <a:buChar char="»"/>
              <a:defRPr sz="1600"/>
            </a:lvl7pPr>
            <a:lvl8pPr indent="-330200" lvl="7" marL="3657600" algn="l">
              <a:spcBef>
                <a:spcPts val="320"/>
              </a:spcBef>
              <a:spcAft>
                <a:spcPts val="0"/>
              </a:spcAft>
              <a:buClr>
                <a:srgbClr val="666699"/>
              </a:buClr>
              <a:buSzPts val="1600"/>
              <a:buFont typeface="Arial"/>
              <a:buChar char="»"/>
              <a:defRPr sz="1600"/>
            </a:lvl8pPr>
            <a:lvl9pPr indent="-330200" lvl="8" marL="4114800" algn="l">
              <a:spcBef>
                <a:spcPts val="320"/>
              </a:spcBef>
              <a:spcAft>
                <a:spcPts val="0"/>
              </a:spcAft>
              <a:buClr>
                <a:srgbClr val="666699"/>
              </a:buClr>
              <a:buSzPts val="1600"/>
              <a:buFont typeface="Arial"/>
              <a:buChar char="»"/>
              <a:defRPr sz="1600"/>
            </a:lvl9pPr>
          </a:lstStyle>
          <a:p/>
        </p:txBody>
      </p:sp>
      <p:sp>
        <p:nvSpPr>
          <p:cNvPr id="261" name="Google Shape;261;p1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666699"/>
              </a:buClr>
              <a:buSzPts val="2400"/>
              <a:buFont typeface="Arial"/>
              <a:buNone/>
              <a:defRPr b="1" sz="2400"/>
            </a:lvl1pPr>
            <a:lvl2pPr indent="-228600" lvl="1" marL="914400" algn="l">
              <a:spcBef>
                <a:spcPts val="400"/>
              </a:spcBef>
              <a:spcAft>
                <a:spcPts val="0"/>
              </a:spcAft>
              <a:buClr>
                <a:srgbClr val="666699"/>
              </a:buClr>
              <a:buSzPts val="2000"/>
              <a:buFont typeface="Arial"/>
              <a:buNone/>
              <a:defRPr b="1" sz="2000"/>
            </a:lvl2pPr>
            <a:lvl3pPr indent="-228600" lvl="2" marL="1371600" algn="l">
              <a:spcBef>
                <a:spcPts val="360"/>
              </a:spcBef>
              <a:spcAft>
                <a:spcPts val="0"/>
              </a:spcAft>
              <a:buClr>
                <a:srgbClr val="666699"/>
              </a:buClr>
              <a:buSzPts val="1800"/>
              <a:buFont typeface="Arial"/>
              <a:buNone/>
              <a:defRPr b="1" sz="1800"/>
            </a:lvl3pPr>
            <a:lvl4pPr indent="-228600" lvl="3" marL="1828800" algn="l">
              <a:spcBef>
                <a:spcPts val="320"/>
              </a:spcBef>
              <a:spcAft>
                <a:spcPts val="0"/>
              </a:spcAft>
              <a:buClr>
                <a:srgbClr val="666699"/>
              </a:buClr>
              <a:buSzPts val="1600"/>
              <a:buFont typeface="Arial"/>
              <a:buNone/>
              <a:defRPr b="1" sz="1600"/>
            </a:lvl4pPr>
            <a:lvl5pPr indent="-228600" lvl="4" marL="2286000" algn="l">
              <a:spcBef>
                <a:spcPts val="320"/>
              </a:spcBef>
              <a:spcAft>
                <a:spcPts val="0"/>
              </a:spcAft>
              <a:buClr>
                <a:srgbClr val="666699"/>
              </a:buClr>
              <a:buSzPts val="1600"/>
              <a:buFont typeface="Arial"/>
              <a:buNone/>
              <a:defRPr b="1" sz="1600"/>
            </a:lvl5pPr>
            <a:lvl6pPr indent="-228600" lvl="5" marL="2743200" algn="l">
              <a:spcBef>
                <a:spcPts val="320"/>
              </a:spcBef>
              <a:spcAft>
                <a:spcPts val="0"/>
              </a:spcAft>
              <a:buClr>
                <a:srgbClr val="666699"/>
              </a:buClr>
              <a:buSzPts val="1600"/>
              <a:buFont typeface="Arial"/>
              <a:buNone/>
              <a:defRPr b="1" sz="1600"/>
            </a:lvl6pPr>
            <a:lvl7pPr indent="-228600" lvl="6" marL="3200400" algn="l">
              <a:spcBef>
                <a:spcPts val="320"/>
              </a:spcBef>
              <a:spcAft>
                <a:spcPts val="0"/>
              </a:spcAft>
              <a:buClr>
                <a:srgbClr val="666699"/>
              </a:buClr>
              <a:buSzPts val="1600"/>
              <a:buFont typeface="Arial"/>
              <a:buNone/>
              <a:defRPr b="1" sz="1600"/>
            </a:lvl7pPr>
            <a:lvl8pPr indent="-228600" lvl="7" marL="3657600" algn="l">
              <a:spcBef>
                <a:spcPts val="320"/>
              </a:spcBef>
              <a:spcAft>
                <a:spcPts val="0"/>
              </a:spcAft>
              <a:buClr>
                <a:srgbClr val="666699"/>
              </a:buClr>
              <a:buSzPts val="1600"/>
              <a:buFont typeface="Arial"/>
              <a:buNone/>
              <a:defRPr b="1" sz="1600"/>
            </a:lvl8pPr>
            <a:lvl9pPr indent="-228600" lvl="8" marL="4114800" algn="l">
              <a:spcBef>
                <a:spcPts val="320"/>
              </a:spcBef>
              <a:spcAft>
                <a:spcPts val="0"/>
              </a:spcAft>
              <a:buClr>
                <a:srgbClr val="666699"/>
              </a:buClr>
              <a:buSzPts val="1600"/>
              <a:buFont typeface="Arial"/>
              <a:buNone/>
              <a:defRPr b="1" sz="1600"/>
            </a:lvl9pPr>
          </a:lstStyle>
          <a:p/>
        </p:txBody>
      </p:sp>
      <p:sp>
        <p:nvSpPr>
          <p:cNvPr id="262" name="Google Shape;262;p1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666699"/>
              </a:buClr>
              <a:buSzPts val="2400"/>
              <a:buFont typeface="Arial"/>
              <a:buChar char="•"/>
              <a:defRPr sz="2400"/>
            </a:lvl1pPr>
            <a:lvl2pPr indent="-355600" lvl="1" marL="914400" algn="l">
              <a:spcBef>
                <a:spcPts val="400"/>
              </a:spcBef>
              <a:spcAft>
                <a:spcPts val="0"/>
              </a:spcAft>
              <a:buClr>
                <a:srgbClr val="666699"/>
              </a:buClr>
              <a:buSzPts val="2000"/>
              <a:buFont typeface="Arial"/>
              <a:buChar char="–"/>
              <a:defRPr sz="2000"/>
            </a:lvl2pPr>
            <a:lvl3pPr indent="-342900" lvl="2" marL="1371600" algn="l">
              <a:spcBef>
                <a:spcPts val="360"/>
              </a:spcBef>
              <a:spcAft>
                <a:spcPts val="0"/>
              </a:spcAft>
              <a:buClr>
                <a:srgbClr val="666699"/>
              </a:buClr>
              <a:buSzPts val="1800"/>
              <a:buFont typeface="Arial"/>
              <a:buChar char="•"/>
              <a:defRPr sz="1800"/>
            </a:lvl3pPr>
            <a:lvl4pPr indent="-330200" lvl="3" marL="1828800" algn="l">
              <a:spcBef>
                <a:spcPts val="320"/>
              </a:spcBef>
              <a:spcAft>
                <a:spcPts val="0"/>
              </a:spcAft>
              <a:buClr>
                <a:srgbClr val="666699"/>
              </a:buClr>
              <a:buSzPts val="1600"/>
              <a:buFont typeface="Arial"/>
              <a:buChar char="–"/>
              <a:defRPr sz="1600"/>
            </a:lvl4pPr>
            <a:lvl5pPr indent="-330200" lvl="4" marL="2286000" algn="l">
              <a:spcBef>
                <a:spcPts val="320"/>
              </a:spcBef>
              <a:spcAft>
                <a:spcPts val="0"/>
              </a:spcAft>
              <a:buClr>
                <a:srgbClr val="666699"/>
              </a:buClr>
              <a:buSzPts val="1600"/>
              <a:buFont typeface="Arial"/>
              <a:buChar char="»"/>
              <a:defRPr sz="1600"/>
            </a:lvl5pPr>
            <a:lvl6pPr indent="-330200" lvl="5" marL="2743200" algn="l">
              <a:spcBef>
                <a:spcPts val="320"/>
              </a:spcBef>
              <a:spcAft>
                <a:spcPts val="0"/>
              </a:spcAft>
              <a:buClr>
                <a:srgbClr val="666699"/>
              </a:buClr>
              <a:buSzPts val="1600"/>
              <a:buFont typeface="Arial"/>
              <a:buChar char="»"/>
              <a:defRPr sz="1600"/>
            </a:lvl6pPr>
            <a:lvl7pPr indent="-330200" lvl="6" marL="3200400" algn="l">
              <a:spcBef>
                <a:spcPts val="320"/>
              </a:spcBef>
              <a:spcAft>
                <a:spcPts val="0"/>
              </a:spcAft>
              <a:buClr>
                <a:srgbClr val="666699"/>
              </a:buClr>
              <a:buSzPts val="1600"/>
              <a:buFont typeface="Arial"/>
              <a:buChar char="»"/>
              <a:defRPr sz="1600"/>
            </a:lvl7pPr>
            <a:lvl8pPr indent="-330200" lvl="7" marL="3657600" algn="l">
              <a:spcBef>
                <a:spcPts val="320"/>
              </a:spcBef>
              <a:spcAft>
                <a:spcPts val="0"/>
              </a:spcAft>
              <a:buClr>
                <a:srgbClr val="666699"/>
              </a:buClr>
              <a:buSzPts val="1600"/>
              <a:buFont typeface="Arial"/>
              <a:buChar char="»"/>
              <a:defRPr sz="1600"/>
            </a:lvl8pPr>
            <a:lvl9pPr indent="-330200" lvl="8" marL="4114800" algn="l">
              <a:spcBef>
                <a:spcPts val="320"/>
              </a:spcBef>
              <a:spcAft>
                <a:spcPts val="0"/>
              </a:spcAft>
              <a:buClr>
                <a:srgbClr val="666699"/>
              </a:buClr>
              <a:buSzPts val="1600"/>
              <a:buFont typeface="Arial"/>
              <a:buChar char="»"/>
              <a:defRPr sz="1600"/>
            </a:lvl9pPr>
          </a:lstStyle>
          <a:p/>
        </p:txBody>
      </p:sp>
      <p:sp>
        <p:nvSpPr>
          <p:cNvPr id="263" name="Google Shape;263;p12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 name="Google Shape;264;p12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5" name="Google Shape;265;p12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66" name="Shape 266"/>
        <p:cNvGrpSpPr/>
        <p:nvPr/>
      </p:nvGrpSpPr>
      <p:grpSpPr>
        <a:xfrm>
          <a:off x="0" y="0"/>
          <a:ext cx="0" cy="0"/>
          <a:chOff x="0" y="0"/>
          <a:chExt cx="0" cy="0"/>
        </a:xfrm>
      </p:grpSpPr>
      <p:sp>
        <p:nvSpPr>
          <p:cNvPr id="267" name="Google Shape;267;p1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8" name="Google Shape;268;p1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666699"/>
              </a:buClr>
              <a:buSzPts val="2800"/>
              <a:buFont typeface="Arial"/>
              <a:buChar char="•"/>
              <a:defRPr sz="2800"/>
            </a:lvl1pPr>
            <a:lvl2pPr indent="-381000" lvl="1" marL="914400" algn="l">
              <a:spcBef>
                <a:spcPts val="480"/>
              </a:spcBef>
              <a:spcAft>
                <a:spcPts val="0"/>
              </a:spcAft>
              <a:buClr>
                <a:srgbClr val="666699"/>
              </a:buClr>
              <a:buSzPts val="2400"/>
              <a:buFont typeface="Arial"/>
              <a:buChar char="–"/>
              <a:defRPr sz="2400"/>
            </a:lvl2pPr>
            <a:lvl3pPr indent="-355600" lvl="2" marL="1371600" algn="l">
              <a:spcBef>
                <a:spcPts val="400"/>
              </a:spcBef>
              <a:spcAft>
                <a:spcPts val="0"/>
              </a:spcAft>
              <a:buClr>
                <a:srgbClr val="666699"/>
              </a:buClr>
              <a:buSzPts val="2000"/>
              <a:buFont typeface="Arial"/>
              <a:buChar char="•"/>
              <a:defRPr sz="2000"/>
            </a:lvl3pPr>
            <a:lvl4pPr indent="-342900" lvl="3" marL="1828800" algn="l">
              <a:spcBef>
                <a:spcPts val="360"/>
              </a:spcBef>
              <a:spcAft>
                <a:spcPts val="0"/>
              </a:spcAft>
              <a:buClr>
                <a:srgbClr val="666699"/>
              </a:buClr>
              <a:buSzPts val="1800"/>
              <a:buFont typeface="Arial"/>
              <a:buChar char="–"/>
              <a:defRPr sz="1800"/>
            </a:lvl4pPr>
            <a:lvl5pPr indent="-342900" lvl="4" marL="2286000" algn="l">
              <a:spcBef>
                <a:spcPts val="360"/>
              </a:spcBef>
              <a:spcAft>
                <a:spcPts val="0"/>
              </a:spcAft>
              <a:buClr>
                <a:srgbClr val="666699"/>
              </a:buClr>
              <a:buSzPts val="1800"/>
              <a:buFont typeface="Arial"/>
              <a:buChar char="»"/>
              <a:defRPr sz="1800"/>
            </a:lvl5pPr>
            <a:lvl6pPr indent="-342900" lvl="5" marL="2743200" algn="l">
              <a:spcBef>
                <a:spcPts val="360"/>
              </a:spcBef>
              <a:spcAft>
                <a:spcPts val="0"/>
              </a:spcAft>
              <a:buClr>
                <a:srgbClr val="666699"/>
              </a:buClr>
              <a:buSzPts val="1800"/>
              <a:buFont typeface="Arial"/>
              <a:buChar char="»"/>
              <a:defRPr sz="1800"/>
            </a:lvl6pPr>
            <a:lvl7pPr indent="-342900" lvl="6" marL="3200400" algn="l">
              <a:spcBef>
                <a:spcPts val="360"/>
              </a:spcBef>
              <a:spcAft>
                <a:spcPts val="0"/>
              </a:spcAft>
              <a:buClr>
                <a:srgbClr val="666699"/>
              </a:buClr>
              <a:buSzPts val="1800"/>
              <a:buFont typeface="Arial"/>
              <a:buChar char="»"/>
              <a:defRPr sz="1800"/>
            </a:lvl7pPr>
            <a:lvl8pPr indent="-342900" lvl="7" marL="3657600" algn="l">
              <a:spcBef>
                <a:spcPts val="360"/>
              </a:spcBef>
              <a:spcAft>
                <a:spcPts val="0"/>
              </a:spcAft>
              <a:buClr>
                <a:srgbClr val="666699"/>
              </a:buClr>
              <a:buSzPts val="1800"/>
              <a:buFont typeface="Arial"/>
              <a:buChar char="»"/>
              <a:defRPr sz="1800"/>
            </a:lvl8pPr>
            <a:lvl9pPr indent="-342900" lvl="8" marL="4114800" algn="l">
              <a:spcBef>
                <a:spcPts val="360"/>
              </a:spcBef>
              <a:spcAft>
                <a:spcPts val="0"/>
              </a:spcAft>
              <a:buClr>
                <a:srgbClr val="666699"/>
              </a:buClr>
              <a:buSzPts val="1800"/>
              <a:buFont typeface="Arial"/>
              <a:buChar char="»"/>
              <a:defRPr sz="1800"/>
            </a:lvl9pPr>
          </a:lstStyle>
          <a:p/>
        </p:txBody>
      </p:sp>
      <p:sp>
        <p:nvSpPr>
          <p:cNvPr id="269" name="Google Shape;269;p1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666699"/>
              </a:buClr>
              <a:buSzPts val="2800"/>
              <a:buFont typeface="Arial"/>
              <a:buChar char="•"/>
              <a:defRPr sz="2800"/>
            </a:lvl1pPr>
            <a:lvl2pPr indent="-381000" lvl="1" marL="914400" algn="l">
              <a:spcBef>
                <a:spcPts val="480"/>
              </a:spcBef>
              <a:spcAft>
                <a:spcPts val="0"/>
              </a:spcAft>
              <a:buClr>
                <a:srgbClr val="666699"/>
              </a:buClr>
              <a:buSzPts val="2400"/>
              <a:buFont typeface="Arial"/>
              <a:buChar char="–"/>
              <a:defRPr sz="2400"/>
            </a:lvl2pPr>
            <a:lvl3pPr indent="-355600" lvl="2" marL="1371600" algn="l">
              <a:spcBef>
                <a:spcPts val="400"/>
              </a:spcBef>
              <a:spcAft>
                <a:spcPts val="0"/>
              </a:spcAft>
              <a:buClr>
                <a:srgbClr val="666699"/>
              </a:buClr>
              <a:buSzPts val="2000"/>
              <a:buFont typeface="Arial"/>
              <a:buChar char="•"/>
              <a:defRPr sz="2000"/>
            </a:lvl3pPr>
            <a:lvl4pPr indent="-342900" lvl="3" marL="1828800" algn="l">
              <a:spcBef>
                <a:spcPts val="360"/>
              </a:spcBef>
              <a:spcAft>
                <a:spcPts val="0"/>
              </a:spcAft>
              <a:buClr>
                <a:srgbClr val="666699"/>
              </a:buClr>
              <a:buSzPts val="1800"/>
              <a:buFont typeface="Arial"/>
              <a:buChar char="–"/>
              <a:defRPr sz="1800"/>
            </a:lvl4pPr>
            <a:lvl5pPr indent="-342900" lvl="4" marL="2286000" algn="l">
              <a:spcBef>
                <a:spcPts val="360"/>
              </a:spcBef>
              <a:spcAft>
                <a:spcPts val="0"/>
              </a:spcAft>
              <a:buClr>
                <a:srgbClr val="666699"/>
              </a:buClr>
              <a:buSzPts val="1800"/>
              <a:buFont typeface="Arial"/>
              <a:buChar char="»"/>
              <a:defRPr sz="1800"/>
            </a:lvl5pPr>
            <a:lvl6pPr indent="-342900" lvl="5" marL="2743200" algn="l">
              <a:spcBef>
                <a:spcPts val="360"/>
              </a:spcBef>
              <a:spcAft>
                <a:spcPts val="0"/>
              </a:spcAft>
              <a:buClr>
                <a:srgbClr val="666699"/>
              </a:buClr>
              <a:buSzPts val="1800"/>
              <a:buFont typeface="Arial"/>
              <a:buChar char="»"/>
              <a:defRPr sz="1800"/>
            </a:lvl6pPr>
            <a:lvl7pPr indent="-342900" lvl="6" marL="3200400" algn="l">
              <a:spcBef>
                <a:spcPts val="360"/>
              </a:spcBef>
              <a:spcAft>
                <a:spcPts val="0"/>
              </a:spcAft>
              <a:buClr>
                <a:srgbClr val="666699"/>
              </a:buClr>
              <a:buSzPts val="1800"/>
              <a:buFont typeface="Arial"/>
              <a:buChar char="»"/>
              <a:defRPr sz="1800"/>
            </a:lvl7pPr>
            <a:lvl8pPr indent="-342900" lvl="7" marL="3657600" algn="l">
              <a:spcBef>
                <a:spcPts val="360"/>
              </a:spcBef>
              <a:spcAft>
                <a:spcPts val="0"/>
              </a:spcAft>
              <a:buClr>
                <a:srgbClr val="666699"/>
              </a:buClr>
              <a:buSzPts val="1800"/>
              <a:buFont typeface="Arial"/>
              <a:buChar char="»"/>
              <a:defRPr sz="1800"/>
            </a:lvl8pPr>
            <a:lvl9pPr indent="-342900" lvl="8" marL="4114800" algn="l">
              <a:spcBef>
                <a:spcPts val="360"/>
              </a:spcBef>
              <a:spcAft>
                <a:spcPts val="0"/>
              </a:spcAft>
              <a:buClr>
                <a:srgbClr val="666699"/>
              </a:buClr>
              <a:buSzPts val="1800"/>
              <a:buFont typeface="Arial"/>
              <a:buChar char="»"/>
              <a:defRPr sz="1800"/>
            </a:lvl9pPr>
          </a:lstStyle>
          <a:p/>
        </p:txBody>
      </p:sp>
      <p:sp>
        <p:nvSpPr>
          <p:cNvPr id="270" name="Google Shape;270;p12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 name="Google Shape;271;p12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2" name="Google Shape;272;p12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3" name="Shape 273"/>
        <p:cNvGrpSpPr/>
        <p:nvPr/>
      </p:nvGrpSpPr>
      <p:grpSpPr>
        <a:xfrm>
          <a:off x="0" y="0"/>
          <a:ext cx="0" cy="0"/>
          <a:chOff x="0" y="0"/>
          <a:chExt cx="0" cy="0"/>
        </a:xfrm>
      </p:grpSpPr>
      <p:sp>
        <p:nvSpPr>
          <p:cNvPr id="274" name="Google Shape;274;p1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5" name="Google Shape;275;p1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666699"/>
              </a:buClr>
              <a:buSzPts val="2000"/>
              <a:buFont typeface="Arial"/>
              <a:buNone/>
              <a:defRPr sz="2000"/>
            </a:lvl1pPr>
            <a:lvl2pPr indent="-228600" lvl="1" marL="914400" algn="l">
              <a:spcBef>
                <a:spcPts val="360"/>
              </a:spcBef>
              <a:spcAft>
                <a:spcPts val="0"/>
              </a:spcAft>
              <a:buClr>
                <a:srgbClr val="666699"/>
              </a:buClr>
              <a:buSzPts val="1800"/>
              <a:buFont typeface="Arial"/>
              <a:buNone/>
              <a:defRPr sz="1800"/>
            </a:lvl2pPr>
            <a:lvl3pPr indent="-228600" lvl="2" marL="1371600" algn="l">
              <a:spcBef>
                <a:spcPts val="320"/>
              </a:spcBef>
              <a:spcAft>
                <a:spcPts val="0"/>
              </a:spcAft>
              <a:buClr>
                <a:srgbClr val="666699"/>
              </a:buClr>
              <a:buSzPts val="1600"/>
              <a:buFont typeface="Arial"/>
              <a:buNone/>
              <a:defRPr sz="1600"/>
            </a:lvl3pPr>
            <a:lvl4pPr indent="-228600" lvl="3" marL="1828800" algn="l">
              <a:spcBef>
                <a:spcPts val="280"/>
              </a:spcBef>
              <a:spcAft>
                <a:spcPts val="0"/>
              </a:spcAft>
              <a:buClr>
                <a:srgbClr val="666699"/>
              </a:buClr>
              <a:buSzPts val="1400"/>
              <a:buFont typeface="Arial"/>
              <a:buNone/>
              <a:defRPr sz="1400"/>
            </a:lvl4pPr>
            <a:lvl5pPr indent="-228600" lvl="4" marL="2286000" algn="l">
              <a:spcBef>
                <a:spcPts val="280"/>
              </a:spcBef>
              <a:spcAft>
                <a:spcPts val="0"/>
              </a:spcAft>
              <a:buClr>
                <a:srgbClr val="666699"/>
              </a:buClr>
              <a:buSzPts val="1400"/>
              <a:buFont typeface="Arial"/>
              <a:buNone/>
              <a:defRPr sz="1400"/>
            </a:lvl5pPr>
            <a:lvl6pPr indent="-228600" lvl="5" marL="2743200" algn="l">
              <a:spcBef>
                <a:spcPts val="280"/>
              </a:spcBef>
              <a:spcAft>
                <a:spcPts val="0"/>
              </a:spcAft>
              <a:buClr>
                <a:srgbClr val="666699"/>
              </a:buClr>
              <a:buSzPts val="1400"/>
              <a:buFont typeface="Arial"/>
              <a:buNone/>
              <a:defRPr sz="1400"/>
            </a:lvl6pPr>
            <a:lvl7pPr indent="-228600" lvl="6" marL="3200400" algn="l">
              <a:spcBef>
                <a:spcPts val="280"/>
              </a:spcBef>
              <a:spcAft>
                <a:spcPts val="0"/>
              </a:spcAft>
              <a:buClr>
                <a:srgbClr val="666699"/>
              </a:buClr>
              <a:buSzPts val="1400"/>
              <a:buFont typeface="Arial"/>
              <a:buNone/>
              <a:defRPr sz="1400"/>
            </a:lvl7pPr>
            <a:lvl8pPr indent="-228600" lvl="7" marL="3657600" algn="l">
              <a:spcBef>
                <a:spcPts val="280"/>
              </a:spcBef>
              <a:spcAft>
                <a:spcPts val="0"/>
              </a:spcAft>
              <a:buClr>
                <a:srgbClr val="666699"/>
              </a:buClr>
              <a:buSzPts val="1400"/>
              <a:buFont typeface="Arial"/>
              <a:buNone/>
              <a:defRPr sz="1400"/>
            </a:lvl8pPr>
            <a:lvl9pPr indent="-228600" lvl="8" marL="4114800" algn="l">
              <a:spcBef>
                <a:spcPts val="280"/>
              </a:spcBef>
              <a:spcAft>
                <a:spcPts val="0"/>
              </a:spcAft>
              <a:buClr>
                <a:srgbClr val="666699"/>
              </a:buClr>
              <a:buSzPts val="1400"/>
              <a:buFont typeface="Arial"/>
              <a:buNone/>
              <a:defRPr sz="1400"/>
            </a:lvl9pPr>
          </a:lstStyle>
          <a:p/>
        </p:txBody>
      </p:sp>
      <p:sp>
        <p:nvSpPr>
          <p:cNvPr id="276" name="Google Shape;276;p12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7" name="Google Shape;277;p12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8" name="Google Shape;278;p12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79" name="Shape 279"/>
        <p:cNvGrpSpPr/>
        <p:nvPr/>
      </p:nvGrpSpPr>
      <p:grpSpPr>
        <a:xfrm>
          <a:off x="0" y="0"/>
          <a:ext cx="0" cy="0"/>
          <a:chOff x="0" y="0"/>
          <a:chExt cx="0" cy="0"/>
        </a:xfrm>
      </p:grpSpPr>
      <p:sp>
        <p:nvSpPr>
          <p:cNvPr id="280" name="Google Shape;280;p12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1" name="Google Shape;281;p1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rgbClr val="666699"/>
              </a:buClr>
              <a:buSzPts val="2400"/>
              <a:buFont typeface="Arial"/>
              <a:buNone/>
              <a:defRPr/>
            </a:lvl1pPr>
            <a:lvl2pPr lvl="1" algn="ctr">
              <a:spcBef>
                <a:spcPts val="480"/>
              </a:spcBef>
              <a:spcAft>
                <a:spcPts val="0"/>
              </a:spcAft>
              <a:buClr>
                <a:srgbClr val="666699"/>
              </a:buClr>
              <a:buSzPts val="2400"/>
              <a:buFont typeface="Arial"/>
              <a:buNone/>
              <a:defRPr/>
            </a:lvl2pPr>
            <a:lvl3pPr lvl="2" algn="ctr">
              <a:spcBef>
                <a:spcPts val="480"/>
              </a:spcBef>
              <a:spcAft>
                <a:spcPts val="0"/>
              </a:spcAft>
              <a:buClr>
                <a:srgbClr val="666699"/>
              </a:buClr>
              <a:buSzPts val="2400"/>
              <a:buFont typeface="Arial"/>
              <a:buNone/>
              <a:defRPr/>
            </a:lvl3pPr>
            <a:lvl4pPr lvl="3" algn="ctr">
              <a:spcBef>
                <a:spcPts val="480"/>
              </a:spcBef>
              <a:spcAft>
                <a:spcPts val="0"/>
              </a:spcAft>
              <a:buClr>
                <a:srgbClr val="666699"/>
              </a:buClr>
              <a:buSzPts val="2400"/>
              <a:buFont typeface="Arial"/>
              <a:buNone/>
              <a:defRPr/>
            </a:lvl4pPr>
            <a:lvl5pPr lvl="4" algn="ctr">
              <a:spcBef>
                <a:spcPts val="480"/>
              </a:spcBef>
              <a:spcAft>
                <a:spcPts val="0"/>
              </a:spcAft>
              <a:buClr>
                <a:srgbClr val="666699"/>
              </a:buClr>
              <a:buSzPts val="2400"/>
              <a:buFont typeface="Arial"/>
              <a:buNone/>
              <a:defRPr/>
            </a:lvl5pPr>
            <a:lvl6pPr lvl="5" algn="ctr">
              <a:spcBef>
                <a:spcPts val="480"/>
              </a:spcBef>
              <a:spcAft>
                <a:spcPts val="0"/>
              </a:spcAft>
              <a:buClr>
                <a:srgbClr val="666699"/>
              </a:buClr>
              <a:buSzPts val="2400"/>
              <a:buFont typeface="Arial"/>
              <a:buNone/>
              <a:defRPr/>
            </a:lvl6pPr>
            <a:lvl7pPr lvl="6" algn="ctr">
              <a:spcBef>
                <a:spcPts val="480"/>
              </a:spcBef>
              <a:spcAft>
                <a:spcPts val="0"/>
              </a:spcAft>
              <a:buClr>
                <a:srgbClr val="666699"/>
              </a:buClr>
              <a:buSzPts val="2400"/>
              <a:buFont typeface="Arial"/>
              <a:buNone/>
              <a:defRPr/>
            </a:lvl7pPr>
            <a:lvl8pPr lvl="7" algn="ctr">
              <a:spcBef>
                <a:spcPts val="480"/>
              </a:spcBef>
              <a:spcAft>
                <a:spcPts val="0"/>
              </a:spcAft>
              <a:buClr>
                <a:srgbClr val="666699"/>
              </a:buClr>
              <a:buSzPts val="2400"/>
              <a:buFont typeface="Arial"/>
              <a:buNone/>
              <a:defRPr/>
            </a:lvl8pPr>
            <a:lvl9pPr lvl="8" algn="ctr">
              <a:spcBef>
                <a:spcPts val="480"/>
              </a:spcBef>
              <a:spcAft>
                <a:spcPts val="0"/>
              </a:spcAft>
              <a:buClr>
                <a:srgbClr val="666699"/>
              </a:buClr>
              <a:buSzPts val="2400"/>
              <a:buFont typeface="Arial"/>
              <a:buNone/>
              <a:defRPr/>
            </a:lvl9pPr>
          </a:lstStyle>
          <a:p/>
        </p:txBody>
      </p:sp>
      <p:sp>
        <p:nvSpPr>
          <p:cNvPr id="282" name="Google Shape;282;p12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3" name="Google Shape;283;p12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4" name="Google Shape;284;p12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95" name="Shape 295"/>
        <p:cNvGrpSpPr/>
        <p:nvPr/>
      </p:nvGrpSpPr>
      <p:grpSpPr>
        <a:xfrm>
          <a:off x="0" y="0"/>
          <a:ext cx="0" cy="0"/>
          <a:chOff x="0" y="0"/>
          <a:chExt cx="0" cy="0"/>
        </a:xfrm>
      </p:grpSpPr>
      <p:sp>
        <p:nvSpPr>
          <p:cNvPr id="296" name="Google Shape;296;p8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7" name="Google Shape;297;p8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298" name="Google Shape;298;p8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9" name="Google Shape;299;p8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0" name="Google Shape;300;p8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objeto y 2 objetos" type="objAndTwoObj">
  <p:cSld name="OBJECT_AND_TWO_OBJECTS">
    <p:spTree>
      <p:nvGrpSpPr>
        <p:cNvPr id="301" name="Shape 301"/>
        <p:cNvGrpSpPr/>
        <p:nvPr/>
      </p:nvGrpSpPr>
      <p:grpSpPr>
        <a:xfrm>
          <a:off x="0" y="0"/>
          <a:ext cx="0" cy="0"/>
          <a:chOff x="0" y="0"/>
          <a:chExt cx="0" cy="0"/>
        </a:xfrm>
      </p:grpSpPr>
      <p:sp>
        <p:nvSpPr>
          <p:cNvPr id="302" name="Google Shape;302;p1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3" name="Google Shape;303;p1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304" name="Google Shape;304;p125"/>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305" name="Google Shape;305;p125"/>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306" name="Google Shape;306;p12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7" name="Google Shape;307;p12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8" name="Google Shape;308;p12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abla" type="tbl">
  <p:cSld name="TABLE">
    <p:spTree>
      <p:nvGrpSpPr>
        <p:cNvPr id="309" name="Shape 309"/>
        <p:cNvGrpSpPr/>
        <p:nvPr/>
      </p:nvGrpSpPr>
      <p:grpSpPr>
        <a:xfrm>
          <a:off x="0" y="0"/>
          <a:ext cx="0" cy="0"/>
          <a:chOff x="0" y="0"/>
          <a:chExt cx="0" cy="0"/>
        </a:xfrm>
      </p:grpSpPr>
      <p:sp>
        <p:nvSpPr>
          <p:cNvPr id="310" name="Google Shape;310;p1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1" name="Google Shape;311;p12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2" name="Google Shape;312;p12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3" name="Google Shape;313;p12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314" name="Shape 314"/>
        <p:cNvGrpSpPr/>
        <p:nvPr/>
      </p:nvGrpSpPr>
      <p:grpSpPr>
        <a:xfrm>
          <a:off x="0" y="0"/>
          <a:ext cx="0" cy="0"/>
          <a:chOff x="0" y="0"/>
          <a:chExt cx="0" cy="0"/>
        </a:xfrm>
      </p:grpSpPr>
      <p:sp>
        <p:nvSpPr>
          <p:cNvPr id="315" name="Google Shape;315;p1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6" name="Google Shape;316;p1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317" name="Google Shape;317;p12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8" name="Google Shape;318;p12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9" name="Google Shape;319;p12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320" name="Shape 320"/>
        <p:cNvGrpSpPr/>
        <p:nvPr/>
      </p:nvGrpSpPr>
      <p:grpSpPr>
        <a:xfrm>
          <a:off x="0" y="0"/>
          <a:ext cx="0" cy="0"/>
          <a:chOff x="0" y="0"/>
          <a:chExt cx="0" cy="0"/>
        </a:xfrm>
      </p:grpSpPr>
      <p:sp>
        <p:nvSpPr>
          <p:cNvPr id="321" name="Google Shape;321;p1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2" name="Google Shape;322;p128"/>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666699"/>
              </a:buClr>
              <a:buSzPts val="1800"/>
              <a:buChar char="•"/>
              <a:defRPr/>
            </a:lvl1pPr>
            <a:lvl2pPr indent="-342900" lvl="1" marL="914400" algn="l">
              <a:spcBef>
                <a:spcPts val="360"/>
              </a:spcBef>
              <a:spcAft>
                <a:spcPts val="0"/>
              </a:spcAft>
              <a:buClr>
                <a:srgbClr val="666699"/>
              </a:buClr>
              <a:buSzPts val="1800"/>
              <a:buChar char="–"/>
              <a:defRPr/>
            </a:lvl2pPr>
            <a:lvl3pPr indent="-342900" lvl="2" marL="1371600" algn="l">
              <a:spcBef>
                <a:spcPts val="360"/>
              </a:spcBef>
              <a:spcAft>
                <a:spcPts val="0"/>
              </a:spcAft>
              <a:buClr>
                <a:srgbClr val="666699"/>
              </a:buClr>
              <a:buSzPts val="1800"/>
              <a:buChar char="•"/>
              <a:defRPr/>
            </a:lvl3pPr>
            <a:lvl4pPr indent="-342900" lvl="3" marL="1828800" algn="l">
              <a:spcBef>
                <a:spcPts val="360"/>
              </a:spcBef>
              <a:spcAft>
                <a:spcPts val="0"/>
              </a:spcAft>
              <a:buClr>
                <a:srgbClr val="666699"/>
              </a:buClr>
              <a:buSzPts val="1800"/>
              <a:buChar char="–"/>
              <a:defRPr/>
            </a:lvl4pPr>
            <a:lvl5pPr indent="-342900" lvl="4" marL="2286000" algn="l">
              <a:spcBef>
                <a:spcPts val="360"/>
              </a:spcBef>
              <a:spcAft>
                <a:spcPts val="0"/>
              </a:spcAft>
              <a:buClr>
                <a:srgbClr val="666699"/>
              </a:buClr>
              <a:buSzPts val="1800"/>
              <a:buChar char="»"/>
              <a:defRPr/>
            </a:lvl5pPr>
            <a:lvl6pPr indent="-342900" lvl="5" marL="2743200" algn="l">
              <a:spcBef>
                <a:spcPts val="360"/>
              </a:spcBef>
              <a:spcAft>
                <a:spcPts val="0"/>
              </a:spcAft>
              <a:buClr>
                <a:srgbClr val="666699"/>
              </a:buClr>
              <a:buSzPts val="1800"/>
              <a:buChar char="»"/>
              <a:defRPr/>
            </a:lvl6pPr>
            <a:lvl7pPr indent="-342900" lvl="6" marL="3200400" algn="l">
              <a:spcBef>
                <a:spcPts val="360"/>
              </a:spcBef>
              <a:spcAft>
                <a:spcPts val="0"/>
              </a:spcAft>
              <a:buClr>
                <a:srgbClr val="666699"/>
              </a:buClr>
              <a:buSzPts val="1800"/>
              <a:buChar char="»"/>
              <a:defRPr/>
            </a:lvl7pPr>
            <a:lvl8pPr indent="-342900" lvl="7" marL="3657600" algn="l">
              <a:spcBef>
                <a:spcPts val="360"/>
              </a:spcBef>
              <a:spcAft>
                <a:spcPts val="0"/>
              </a:spcAft>
              <a:buClr>
                <a:srgbClr val="666699"/>
              </a:buClr>
              <a:buSzPts val="1800"/>
              <a:buChar char="»"/>
              <a:defRPr/>
            </a:lvl8pPr>
            <a:lvl9pPr indent="-342900" lvl="8" marL="4114800" algn="l">
              <a:spcBef>
                <a:spcPts val="360"/>
              </a:spcBef>
              <a:spcAft>
                <a:spcPts val="0"/>
              </a:spcAft>
              <a:buClr>
                <a:srgbClr val="666699"/>
              </a:buClr>
              <a:buSzPts val="1800"/>
              <a:buChar char="»"/>
              <a:defRPr/>
            </a:lvl9pPr>
          </a:lstStyle>
          <a:p/>
        </p:txBody>
      </p:sp>
      <p:sp>
        <p:nvSpPr>
          <p:cNvPr id="323" name="Google Shape;323;p12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4" name="Google Shape;324;p12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5" name="Google Shape;325;p12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326" name="Shape 326"/>
        <p:cNvGrpSpPr/>
        <p:nvPr/>
      </p:nvGrpSpPr>
      <p:grpSpPr>
        <a:xfrm>
          <a:off x="0" y="0"/>
          <a:ext cx="0" cy="0"/>
          <a:chOff x="0" y="0"/>
          <a:chExt cx="0" cy="0"/>
        </a:xfrm>
      </p:grpSpPr>
      <p:sp>
        <p:nvSpPr>
          <p:cNvPr id="327" name="Google Shape;327;p1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8" name="Google Shape;328;p129"/>
          <p:cNvSpPr/>
          <p:nvPr>
            <p:ph idx="2" type="pic"/>
          </p:nvPr>
        </p:nvSpPr>
        <p:spPr>
          <a:xfrm>
            <a:off x="1792288" y="612775"/>
            <a:ext cx="5486400" cy="4114800"/>
          </a:xfrm>
          <a:prstGeom prst="rect">
            <a:avLst/>
          </a:prstGeom>
          <a:noFill/>
          <a:ln>
            <a:noFill/>
          </a:ln>
        </p:spPr>
      </p:sp>
      <p:sp>
        <p:nvSpPr>
          <p:cNvPr id="329" name="Google Shape;329;p1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666699"/>
              </a:buClr>
              <a:buSzPts val="1400"/>
              <a:buFont typeface="Arial"/>
              <a:buNone/>
              <a:defRPr sz="1400"/>
            </a:lvl1pPr>
            <a:lvl2pPr indent="-228600" lvl="1" marL="914400" algn="l">
              <a:spcBef>
                <a:spcPts val="240"/>
              </a:spcBef>
              <a:spcAft>
                <a:spcPts val="0"/>
              </a:spcAft>
              <a:buClr>
                <a:srgbClr val="666699"/>
              </a:buClr>
              <a:buSzPts val="1200"/>
              <a:buFont typeface="Arial"/>
              <a:buNone/>
              <a:defRPr sz="1200"/>
            </a:lvl2pPr>
            <a:lvl3pPr indent="-228600" lvl="2" marL="1371600" algn="l">
              <a:spcBef>
                <a:spcPts val="200"/>
              </a:spcBef>
              <a:spcAft>
                <a:spcPts val="0"/>
              </a:spcAft>
              <a:buClr>
                <a:srgbClr val="666699"/>
              </a:buClr>
              <a:buSzPts val="1000"/>
              <a:buFont typeface="Arial"/>
              <a:buNone/>
              <a:defRPr sz="1000"/>
            </a:lvl3pPr>
            <a:lvl4pPr indent="-228600" lvl="3" marL="1828800" algn="l">
              <a:spcBef>
                <a:spcPts val="180"/>
              </a:spcBef>
              <a:spcAft>
                <a:spcPts val="0"/>
              </a:spcAft>
              <a:buClr>
                <a:srgbClr val="666699"/>
              </a:buClr>
              <a:buSzPts val="900"/>
              <a:buFont typeface="Arial"/>
              <a:buNone/>
              <a:defRPr sz="900"/>
            </a:lvl4pPr>
            <a:lvl5pPr indent="-228600" lvl="4" marL="2286000" algn="l">
              <a:spcBef>
                <a:spcPts val="180"/>
              </a:spcBef>
              <a:spcAft>
                <a:spcPts val="0"/>
              </a:spcAft>
              <a:buClr>
                <a:srgbClr val="666699"/>
              </a:buClr>
              <a:buSzPts val="900"/>
              <a:buFont typeface="Arial"/>
              <a:buNone/>
              <a:defRPr sz="900"/>
            </a:lvl5pPr>
            <a:lvl6pPr indent="-228600" lvl="5" marL="2743200" algn="l">
              <a:spcBef>
                <a:spcPts val="180"/>
              </a:spcBef>
              <a:spcAft>
                <a:spcPts val="0"/>
              </a:spcAft>
              <a:buClr>
                <a:srgbClr val="666699"/>
              </a:buClr>
              <a:buSzPts val="900"/>
              <a:buFont typeface="Arial"/>
              <a:buNone/>
              <a:defRPr sz="900"/>
            </a:lvl6pPr>
            <a:lvl7pPr indent="-228600" lvl="6" marL="3200400" algn="l">
              <a:spcBef>
                <a:spcPts val="180"/>
              </a:spcBef>
              <a:spcAft>
                <a:spcPts val="0"/>
              </a:spcAft>
              <a:buClr>
                <a:srgbClr val="666699"/>
              </a:buClr>
              <a:buSzPts val="900"/>
              <a:buFont typeface="Arial"/>
              <a:buNone/>
              <a:defRPr sz="900"/>
            </a:lvl7pPr>
            <a:lvl8pPr indent="-228600" lvl="7" marL="3657600" algn="l">
              <a:spcBef>
                <a:spcPts val="180"/>
              </a:spcBef>
              <a:spcAft>
                <a:spcPts val="0"/>
              </a:spcAft>
              <a:buClr>
                <a:srgbClr val="666699"/>
              </a:buClr>
              <a:buSzPts val="900"/>
              <a:buFont typeface="Arial"/>
              <a:buNone/>
              <a:defRPr sz="900"/>
            </a:lvl8pPr>
            <a:lvl9pPr indent="-228600" lvl="8" marL="4114800" algn="l">
              <a:spcBef>
                <a:spcPts val="180"/>
              </a:spcBef>
              <a:spcAft>
                <a:spcPts val="0"/>
              </a:spcAft>
              <a:buClr>
                <a:srgbClr val="666699"/>
              </a:buClr>
              <a:buSzPts val="900"/>
              <a:buFont typeface="Arial"/>
              <a:buNone/>
              <a:defRPr sz="900"/>
            </a:lvl9pPr>
          </a:lstStyle>
          <a:p/>
        </p:txBody>
      </p:sp>
      <p:sp>
        <p:nvSpPr>
          <p:cNvPr id="330" name="Google Shape;330;p12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1" name="Google Shape;331;p12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2" name="Google Shape;332;p12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333" name="Shape 333"/>
        <p:cNvGrpSpPr/>
        <p:nvPr/>
      </p:nvGrpSpPr>
      <p:grpSpPr>
        <a:xfrm>
          <a:off x="0" y="0"/>
          <a:ext cx="0" cy="0"/>
          <a:chOff x="0" y="0"/>
          <a:chExt cx="0" cy="0"/>
        </a:xfrm>
      </p:grpSpPr>
      <p:sp>
        <p:nvSpPr>
          <p:cNvPr id="334" name="Google Shape;334;p1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5" name="Google Shape;335;p1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rgbClr val="666699"/>
              </a:buClr>
              <a:buSzPts val="3200"/>
              <a:buFont typeface="Arial"/>
              <a:buChar char="•"/>
              <a:defRPr sz="3200"/>
            </a:lvl1pPr>
            <a:lvl2pPr indent="-406400" lvl="1" marL="914400" algn="l">
              <a:spcBef>
                <a:spcPts val="560"/>
              </a:spcBef>
              <a:spcAft>
                <a:spcPts val="0"/>
              </a:spcAft>
              <a:buClr>
                <a:srgbClr val="666699"/>
              </a:buClr>
              <a:buSzPts val="2800"/>
              <a:buFont typeface="Arial"/>
              <a:buChar char="–"/>
              <a:defRPr sz="2800"/>
            </a:lvl2pPr>
            <a:lvl3pPr indent="-381000" lvl="2" marL="1371600" algn="l">
              <a:spcBef>
                <a:spcPts val="480"/>
              </a:spcBef>
              <a:spcAft>
                <a:spcPts val="0"/>
              </a:spcAft>
              <a:buClr>
                <a:srgbClr val="666699"/>
              </a:buClr>
              <a:buSzPts val="2400"/>
              <a:buFont typeface="Arial"/>
              <a:buChar char="•"/>
              <a:defRPr sz="2400"/>
            </a:lvl3pPr>
            <a:lvl4pPr indent="-355600" lvl="3" marL="1828800" algn="l">
              <a:spcBef>
                <a:spcPts val="400"/>
              </a:spcBef>
              <a:spcAft>
                <a:spcPts val="0"/>
              </a:spcAft>
              <a:buClr>
                <a:srgbClr val="666699"/>
              </a:buClr>
              <a:buSzPts val="2000"/>
              <a:buFont typeface="Arial"/>
              <a:buChar char="–"/>
              <a:defRPr sz="2000"/>
            </a:lvl4pPr>
            <a:lvl5pPr indent="-355600" lvl="4" marL="2286000" algn="l">
              <a:spcBef>
                <a:spcPts val="400"/>
              </a:spcBef>
              <a:spcAft>
                <a:spcPts val="0"/>
              </a:spcAft>
              <a:buClr>
                <a:srgbClr val="666699"/>
              </a:buClr>
              <a:buSzPts val="2000"/>
              <a:buFont typeface="Arial"/>
              <a:buChar char="»"/>
              <a:defRPr sz="2000"/>
            </a:lvl5pPr>
            <a:lvl6pPr indent="-355600" lvl="5" marL="2743200" algn="l">
              <a:spcBef>
                <a:spcPts val="400"/>
              </a:spcBef>
              <a:spcAft>
                <a:spcPts val="0"/>
              </a:spcAft>
              <a:buClr>
                <a:srgbClr val="666699"/>
              </a:buClr>
              <a:buSzPts val="2000"/>
              <a:buFont typeface="Arial"/>
              <a:buChar char="»"/>
              <a:defRPr sz="2000"/>
            </a:lvl6pPr>
            <a:lvl7pPr indent="-355600" lvl="6" marL="3200400" algn="l">
              <a:spcBef>
                <a:spcPts val="400"/>
              </a:spcBef>
              <a:spcAft>
                <a:spcPts val="0"/>
              </a:spcAft>
              <a:buClr>
                <a:srgbClr val="666699"/>
              </a:buClr>
              <a:buSzPts val="2000"/>
              <a:buFont typeface="Arial"/>
              <a:buChar char="»"/>
              <a:defRPr sz="2000"/>
            </a:lvl7pPr>
            <a:lvl8pPr indent="-355600" lvl="7" marL="3657600" algn="l">
              <a:spcBef>
                <a:spcPts val="400"/>
              </a:spcBef>
              <a:spcAft>
                <a:spcPts val="0"/>
              </a:spcAft>
              <a:buClr>
                <a:srgbClr val="666699"/>
              </a:buClr>
              <a:buSzPts val="2000"/>
              <a:buFont typeface="Arial"/>
              <a:buChar char="»"/>
              <a:defRPr sz="2000"/>
            </a:lvl8pPr>
            <a:lvl9pPr indent="-355600" lvl="8" marL="4114800" algn="l">
              <a:spcBef>
                <a:spcPts val="400"/>
              </a:spcBef>
              <a:spcAft>
                <a:spcPts val="0"/>
              </a:spcAft>
              <a:buClr>
                <a:srgbClr val="666699"/>
              </a:buClr>
              <a:buSzPts val="2000"/>
              <a:buFont typeface="Arial"/>
              <a:buChar char="»"/>
              <a:defRPr sz="2000"/>
            </a:lvl9pPr>
          </a:lstStyle>
          <a:p/>
        </p:txBody>
      </p:sp>
      <p:sp>
        <p:nvSpPr>
          <p:cNvPr id="336" name="Google Shape;336;p1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666699"/>
              </a:buClr>
              <a:buSzPts val="1400"/>
              <a:buFont typeface="Arial"/>
              <a:buNone/>
              <a:defRPr sz="1400"/>
            </a:lvl1pPr>
            <a:lvl2pPr indent="-228600" lvl="1" marL="914400" algn="l">
              <a:spcBef>
                <a:spcPts val="240"/>
              </a:spcBef>
              <a:spcAft>
                <a:spcPts val="0"/>
              </a:spcAft>
              <a:buClr>
                <a:srgbClr val="666699"/>
              </a:buClr>
              <a:buSzPts val="1200"/>
              <a:buFont typeface="Arial"/>
              <a:buNone/>
              <a:defRPr sz="1200"/>
            </a:lvl2pPr>
            <a:lvl3pPr indent="-228600" lvl="2" marL="1371600" algn="l">
              <a:spcBef>
                <a:spcPts val="200"/>
              </a:spcBef>
              <a:spcAft>
                <a:spcPts val="0"/>
              </a:spcAft>
              <a:buClr>
                <a:srgbClr val="666699"/>
              </a:buClr>
              <a:buSzPts val="1000"/>
              <a:buFont typeface="Arial"/>
              <a:buNone/>
              <a:defRPr sz="1000"/>
            </a:lvl3pPr>
            <a:lvl4pPr indent="-228600" lvl="3" marL="1828800" algn="l">
              <a:spcBef>
                <a:spcPts val="180"/>
              </a:spcBef>
              <a:spcAft>
                <a:spcPts val="0"/>
              </a:spcAft>
              <a:buClr>
                <a:srgbClr val="666699"/>
              </a:buClr>
              <a:buSzPts val="900"/>
              <a:buFont typeface="Arial"/>
              <a:buNone/>
              <a:defRPr sz="900"/>
            </a:lvl4pPr>
            <a:lvl5pPr indent="-228600" lvl="4" marL="2286000" algn="l">
              <a:spcBef>
                <a:spcPts val="180"/>
              </a:spcBef>
              <a:spcAft>
                <a:spcPts val="0"/>
              </a:spcAft>
              <a:buClr>
                <a:srgbClr val="666699"/>
              </a:buClr>
              <a:buSzPts val="900"/>
              <a:buFont typeface="Arial"/>
              <a:buNone/>
              <a:defRPr sz="900"/>
            </a:lvl5pPr>
            <a:lvl6pPr indent="-228600" lvl="5" marL="2743200" algn="l">
              <a:spcBef>
                <a:spcPts val="180"/>
              </a:spcBef>
              <a:spcAft>
                <a:spcPts val="0"/>
              </a:spcAft>
              <a:buClr>
                <a:srgbClr val="666699"/>
              </a:buClr>
              <a:buSzPts val="900"/>
              <a:buFont typeface="Arial"/>
              <a:buNone/>
              <a:defRPr sz="900"/>
            </a:lvl6pPr>
            <a:lvl7pPr indent="-228600" lvl="6" marL="3200400" algn="l">
              <a:spcBef>
                <a:spcPts val="180"/>
              </a:spcBef>
              <a:spcAft>
                <a:spcPts val="0"/>
              </a:spcAft>
              <a:buClr>
                <a:srgbClr val="666699"/>
              </a:buClr>
              <a:buSzPts val="900"/>
              <a:buFont typeface="Arial"/>
              <a:buNone/>
              <a:defRPr sz="900"/>
            </a:lvl7pPr>
            <a:lvl8pPr indent="-228600" lvl="7" marL="3657600" algn="l">
              <a:spcBef>
                <a:spcPts val="180"/>
              </a:spcBef>
              <a:spcAft>
                <a:spcPts val="0"/>
              </a:spcAft>
              <a:buClr>
                <a:srgbClr val="666699"/>
              </a:buClr>
              <a:buSzPts val="900"/>
              <a:buFont typeface="Arial"/>
              <a:buNone/>
              <a:defRPr sz="900"/>
            </a:lvl8pPr>
            <a:lvl9pPr indent="-228600" lvl="8" marL="4114800" algn="l">
              <a:spcBef>
                <a:spcPts val="180"/>
              </a:spcBef>
              <a:spcAft>
                <a:spcPts val="0"/>
              </a:spcAft>
              <a:buClr>
                <a:srgbClr val="666699"/>
              </a:buClr>
              <a:buSzPts val="900"/>
              <a:buFont typeface="Arial"/>
              <a:buNone/>
              <a:defRPr sz="900"/>
            </a:lvl9pPr>
          </a:lstStyle>
          <a:p/>
        </p:txBody>
      </p:sp>
      <p:sp>
        <p:nvSpPr>
          <p:cNvPr id="337" name="Google Shape;337;p13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8" name="Google Shape;338;p13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9" name="Google Shape;339;p13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340" name="Shape 340"/>
        <p:cNvGrpSpPr/>
        <p:nvPr/>
      </p:nvGrpSpPr>
      <p:grpSpPr>
        <a:xfrm>
          <a:off x="0" y="0"/>
          <a:ext cx="0" cy="0"/>
          <a:chOff x="0" y="0"/>
          <a:chExt cx="0" cy="0"/>
        </a:xfrm>
      </p:grpSpPr>
      <p:sp>
        <p:nvSpPr>
          <p:cNvPr id="341" name="Google Shape;341;p13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2" name="Google Shape;342;p13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3" name="Google Shape;343;p13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344" name="Shape 344"/>
        <p:cNvGrpSpPr/>
        <p:nvPr/>
      </p:nvGrpSpPr>
      <p:grpSpPr>
        <a:xfrm>
          <a:off x="0" y="0"/>
          <a:ext cx="0" cy="0"/>
          <a:chOff x="0" y="0"/>
          <a:chExt cx="0" cy="0"/>
        </a:xfrm>
      </p:grpSpPr>
      <p:sp>
        <p:nvSpPr>
          <p:cNvPr id="345" name="Google Shape;345;p1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6" name="Google Shape;346;p13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7" name="Google Shape;347;p13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8" name="Google Shape;348;p13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49" name="Shape 349"/>
        <p:cNvGrpSpPr/>
        <p:nvPr/>
      </p:nvGrpSpPr>
      <p:grpSpPr>
        <a:xfrm>
          <a:off x="0" y="0"/>
          <a:ext cx="0" cy="0"/>
          <a:chOff x="0" y="0"/>
          <a:chExt cx="0" cy="0"/>
        </a:xfrm>
      </p:grpSpPr>
      <p:sp>
        <p:nvSpPr>
          <p:cNvPr id="350" name="Google Shape;350;p1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1" name="Google Shape;351;p1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666699"/>
              </a:buClr>
              <a:buSzPts val="2400"/>
              <a:buFont typeface="Arial"/>
              <a:buNone/>
              <a:defRPr b="1" sz="2400"/>
            </a:lvl1pPr>
            <a:lvl2pPr indent="-228600" lvl="1" marL="914400" algn="l">
              <a:spcBef>
                <a:spcPts val="400"/>
              </a:spcBef>
              <a:spcAft>
                <a:spcPts val="0"/>
              </a:spcAft>
              <a:buClr>
                <a:srgbClr val="666699"/>
              </a:buClr>
              <a:buSzPts val="2000"/>
              <a:buFont typeface="Arial"/>
              <a:buNone/>
              <a:defRPr b="1" sz="2000"/>
            </a:lvl2pPr>
            <a:lvl3pPr indent="-228600" lvl="2" marL="1371600" algn="l">
              <a:spcBef>
                <a:spcPts val="360"/>
              </a:spcBef>
              <a:spcAft>
                <a:spcPts val="0"/>
              </a:spcAft>
              <a:buClr>
                <a:srgbClr val="666699"/>
              </a:buClr>
              <a:buSzPts val="1800"/>
              <a:buFont typeface="Arial"/>
              <a:buNone/>
              <a:defRPr b="1" sz="1800"/>
            </a:lvl3pPr>
            <a:lvl4pPr indent="-228600" lvl="3" marL="1828800" algn="l">
              <a:spcBef>
                <a:spcPts val="320"/>
              </a:spcBef>
              <a:spcAft>
                <a:spcPts val="0"/>
              </a:spcAft>
              <a:buClr>
                <a:srgbClr val="666699"/>
              </a:buClr>
              <a:buSzPts val="1600"/>
              <a:buFont typeface="Arial"/>
              <a:buNone/>
              <a:defRPr b="1" sz="1600"/>
            </a:lvl4pPr>
            <a:lvl5pPr indent="-228600" lvl="4" marL="2286000" algn="l">
              <a:spcBef>
                <a:spcPts val="320"/>
              </a:spcBef>
              <a:spcAft>
                <a:spcPts val="0"/>
              </a:spcAft>
              <a:buClr>
                <a:srgbClr val="666699"/>
              </a:buClr>
              <a:buSzPts val="1600"/>
              <a:buFont typeface="Arial"/>
              <a:buNone/>
              <a:defRPr b="1" sz="1600"/>
            </a:lvl5pPr>
            <a:lvl6pPr indent="-228600" lvl="5" marL="2743200" algn="l">
              <a:spcBef>
                <a:spcPts val="320"/>
              </a:spcBef>
              <a:spcAft>
                <a:spcPts val="0"/>
              </a:spcAft>
              <a:buClr>
                <a:srgbClr val="666699"/>
              </a:buClr>
              <a:buSzPts val="1600"/>
              <a:buFont typeface="Arial"/>
              <a:buNone/>
              <a:defRPr b="1" sz="1600"/>
            </a:lvl6pPr>
            <a:lvl7pPr indent="-228600" lvl="6" marL="3200400" algn="l">
              <a:spcBef>
                <a:spcPts val="320"/>
              </a:spcBef>
              <a:spcAft>
                <a:spcPts val="0"/>
              </a:spcAft>
              <a:buClr>
                <a:srgbClr val="666699"/>
              </a:buClr>
              <a:buSzPts val="1600"/>
              <a:buFont typeface="Arial"/>
              <a:buNone/>
              <a:defRPr b="1" sz="1600"/>
            </a:lvl7pPr>
            <a:lvl8pPr indent="-228600" lvl="7" marL="3657600" algn="l">
              <a:spcBef>
                <a:spcPts val="320"/>
              </a:spcBef>
              <a:spcAft>
                <a:spcPts val="0"/>
              </a:spcAft>
              <a:buClr>
                <a:srgbClr val="666699"/>
              </a:buClr>
              <a:buSzPts val="1600"/>
              <a:buFont typeface="Arial"/>
              <a:buNone/>
              <a:defRPr b="1" sz="1600"/>
            </a:lvl8pPr>
            <a:lvl9pPr indent="-228600" lvl="8" marL="4114800" algn="l">
              <a:spcBef>
                <a:spcPts val="320"/>
              </a:spcBef>
              <a:spcAft>
                <a:spcPts val="0"/>
              </a:spcAft>
              <a:buClr>
                <a:srgbClr val="666699"/>
              </a:buClr>
              <a:buSzPts val="1600"/>
              <a:buFont typeface="Arial"/>
              <a:buNone/>
              <a:defRPr b="1" sz="1600"/>
            </a:lvl9pPr>
          </a:lstStyle>
          <a:p/>
        </p:txBody>
      </p:sp>
      <p:sp>
        <p:nvSpPr>
          <p:cNvPr id="352" name="Google Shape;352;p1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666699"/>
              </a:buClr>
              <a:buSzPts val="2400"/>
              <a:buFont typeface="Arial"/>
              <a:buChar char="•"/>
              <a:defRPr sz="2400"/>
            </a:lvl1pPr>
            <a:lvl2pPr indent="-355600" lvl="1" marL="914400" algn="l">
              <a:spcBef>
                <a:spcPts val="400"/>
              </a:spcBef>
              <a:spcAft>
                <a:spcPts val="0"/>
              </a:spcAft>
              <a:buClr>
                <a:srgbClr val="666699"/>
              </a:buClr>
              <a:buSzPts val="2000"/>
              <a:buFont typeface="Arial"/>
              <a:buChar char="–"/>
              <a:defRPr sz="2000"/>
            </a:lvl2pPr>
            <a:lvl3pPr indent="-342900" lvl="2" marL="1371600" algn="l">
              <a:spcBef>
                <a:spcPts val="360"/>
              </a:spcBef>
              <a:spcAft>
                <a:spcPts val="0"/>
              </a:spcAft>
              <a:buClr>
                <a:srgbClr val="666699"/>
              </a:buClr>
              <a:buSzPts val="1800"/>
              <a:buFont typeface="Arial"/>
              <a:buChar char="•"/>
              <a:defRPr sz="1800"/>
            </a:lvl3pPr>
            <a:lvl4pPr indent="-330200" lvl="3" marL="1828800" algn="l">
              <a:spcBef>
                <a:spcPts val="320"/>
              </a:spcBef>
              <a:spcAft>
                <a:spcPts val="0"/>
              </a:spcAft>
              <a:buClr>
                <a:srgbClr val="666699"/>
              </a:buClr>
              <a:buSzPts val="1600"/>
              <a:buFont typeface="Arial"/>
              <a:buChar char="–"/>
              <a:defRPr sz="1600"/>
            </a:lvl4pPr>
            <a:lvl5pPr indent="-330200" lvl="4" marL="2286000" algn="l">
              <a:spcBef>
                <a:spcPts val="320"/>
              </a:spcBef>
              <a:spcAft>
                <a:spcPts val="0"/>
              </a:spcAft>
              <a:buClr>
                <a:srgbClr val="666699"/>
              </a:buClr>
              <a:buSzPts val="1600"/>
              <a:buFont typeface="Arial"/>
              <a:buChar char="»"/>
              <a:defRPr sz="1600"/>
            </a:lvl5pPr>
            <a:lvl6pPr indent="-330200" lvl="5" marL="2743200" algn="l">
              <a:spcBef>
                <a:spcPts val="320"/>
              </a:spcBef>
              <a:spcAft>
                <a:spcPts val="0"/>
              </a:spcAft>
              <a:buClr>
                <a:srgbClr val="666699"/>
              </a:buClr>
              <a:buSzPts val="1600"/>
              <a:buFont typeface="Arial"/>
              <a:buChar char="»"/>
              <a:defRPr sz="1600"/>
            </a:lvl6pPr>
            <a:lvl7pPr indent="-330200" lvl="6" marL="3200400" algn="l">
              <a:spcBef>
                <a:spcPts val="320"/>
              </a:spcBef>
              <a:spcAft>
                <a:spcPts val="0"/>
              </a:spcAft>
              <a:buClr>
                <a:srgbClr val="666699"/>
              </a:buClr>
              <a:buSzPts val="1600"/>
              <a:buFont typeface="Arial"/>
              <a:buChar char="»"/>
              <a:defRPr sz="1600"/>
            </a:lvl7pPr>
            <a:lvl8pPr indent="-330200" lvl="7" marL="3657600" algn="l">
              <a:spcBef>
                <a:spcPts val="320"/>
              </a:spcBef>
              <a:spcAft>
                <a:spcPts val="0"/>
              </a:spcAft>
              <a:buClr>
                <a:srgbClr val="666699"/>
              </a:buClr>
              <a:buSzPts val="1600"/>
              <a:buFont typeface="Arial"/>
              <a:buChar char="»"/>
              <a:defRPr sz="1600"/>
            </a:lvl8pPr>
            <a:lvl9pPr indent="-330200" lvl="8" marL="4114800" algn="l">
              <a:spcBef>
                <a:spcPts val="320"/>
              </a:spcBef>
              <a:spcAft>
                <a:spcPts val="0"/>
              </a:spcAft>
              <a:buClr>
                <a:srgbClr val="666699"/>
              </a:buClr>
              <a:buSzPts val="1600"/>
              <a:buFont typeface="Arial"/>
              <a:buChar char="»"/>
              <a:defRPr sz="1600"/>
            </a:lvl9pPr>
          </a:lstStyle>
          <a:p/>
        </p:txBody>
      </p:sp>
      <p:sp>
        <p:nvSpPr>
          <p:cNvPr id="353" name="Google Shape;353;p1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666699"/>
              </a:buClr>
              <a:buSzPts val="2400"/>
              <a:buFont typeface="Arial"/>
              <a:buNone/>
              <a:defRPr b="1" sz="2400"/>
            </a:lvl1pPr>
            <a:lvl2pPr indent="-228600" lvl="1" marL="914400" algn="l">
              <a:spcBef>
                <a:spcPts val="400"/>
              </a:spcBef>
              <a:spcAft>
                <a:spcPts val="0"/>
              </a:spcAft>
              <a:buClr>
                <a:srgbClr val="666699"/>
              </a:buClr>
              <a:buSzPts val="2000"/>
              <a:buFont typeface="Arial"/>
              <a:buNone/>
              <a:defRPr b="1" sz="2000"/>
            </a:lvl2pPr>
            <a:lvl3pPr indent="-228600" lvl="2" marL="1371600" algn="l">
              <a:spcBef>
                <a:spcPts val="360"/>
              </a:spcBef>
              <a:spcAft>
                <a:spcPts val="0"/>
              </a:spcAft>
              <a:buClr>
                <a:srgbClr val="666699"/>
              </a:buClr>
              <a:buSzPts val="1800"/>
              <a:buFont typeface="Arial"/>
              <a:buNone/>
              <a:defRPr b="1" sz="1800"/>
            </a:lvl3pPr>
            <a:lvl4pPr indent="-228600" lvl="3" marL="1828800" algn="l">
              <a:spcBef>
                <a:spcPts val="320"/>
              </a:spcBef>
              <a:spcAft>
                <a:spcPts val="0"/>
              </a:spcAft>
              <a:buClr>
                <a:srgbClr val="666699"/>
              </a:buClr>
              <a:buSzPts val="1600"/>
              <a:buFont typeface="Arial"/>
              <a:buNone/>
              <a:defRPr b="1" sz="1600"/>
            </a:lvl4pPr>
            <a:lvl5pPr indent="-228600" lvl="4" marL="2286000" algn="l">
              <a:spcBef>
                <a:spcPts val="320"/>
              </a:spcBef>
              <a:spcAft>
                <a:spcPts val="0"/>
              </a:spcAft>
              <a:buClr>
                <a:srgbClr val="666699"/>
              </a:buClr>
              <a:buSzPts val="1600"/>
              <a:buFont typeface="Arial"/>
              <a:buNone/>
              <a:defRPr b="1" sz="1600"/>
            </a:lvl5pPr>
            <a:lvl6pPr indent="-228600" lvl="5" marL="2743200" algn="l">
              <a:spcBef>
                <a:spcPts val="320"/>
              </a:spcBef>
              <a:spcAft>
                <a:spcPts val="0"/>
              </a:spcAft>
              <a:buClr>
                <a:srgbClr val="666699"/>
              </a:buClr>
              <a:buSzPts val="1600"/>
              <a:buFont typeface="Arial"/>
              <a:buNone/>
              <a:defRPr b="1" sz="1600"/>
            </a:lvl6pPr>
            <a:lvl7pPr indent="-228600" lvl="6" marL="3200400" algn="l">
              <a:spcBef>
                <a:spcPts val="320"/>
              </a:spcBef>
              <a:spcAft>
                <a:spcPts val="0"/>
              </a:spcAft>
              <a:buClr>
                <a:srgbClr val="666699"/>
              </a:buClr>
              <a:buSzPts val="1600"/>
              <a:buFont typeface="Arial"/>
              <a:buNone/>
              <a:defRPr b="1" sz="1600"/>
            </a:lvl7pPr>
            <a:lvl8pPr indent="-228600" lvl="7" marL="3657600" algn="l">
              <a:spcBef>
                <a:spcPts val="320"/>
              </a:spcBef>
              <a:spcAft>
                <a:spcPts val="0"/>
              </a:spcAft>
              <a:buClr>
                <a:srgbClr val="666699"/>
              </a:buClr>
              <a:buSzPts val="1600"/>
              <a:buFont typeface="Arial"/>
              <a:buNone/>
              <a:defRPr b="1" sz="1600"/>
            </a:lvl8pPr>
            <a:lvl9pPr indent="-228600" lvl="8" marL="4114800" algn="l">
              <a:spcBef>
                <a:spcPts val="320"/>
              </a:spcBef>
              <a:spcAft>
                <a:spcPts val="0"/>
              </a:spcAft>
              <a:buClr>
                <a:srgbClr val="666699"/>
              </a:buClr>
              <a:buSzPts val="1600"/>
              <a:buFont typeface="Arial"/>
              <a:buNone/>
              <a:defRPr b="1" sz="1600"/>
            </a:lvl9pPr>
          </a:lstStyle>
          <a:p/>
        </p:txBody>
      </p:sp>
      <p:sp>
        <p:nvSpPr>
          <p:cNvPr id="354" name="Google Shape;354;p1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666699"/>
              </a:buClr>
              <a:buSzPts val="2400"/>
              <a:buFont typeface="Arial"/>
              <a:buChar char="•"/>
              <a:defRPr sz="2400"/>
            </a:lvl1pPr>
            <a:lvl2pPr indent="-355600" lvl="1" marL="914400" algn="l">
              <a:spcBef>
                <a:spcPts val="400"/>
              </a:spcBef>
              <a:spcAft>
                <a:spcPts val="0"/>
              </a:spcAft>
              <a:buClr>
                <a:srgbClr val="666699"/>
              </a:buClr>
              <a:buSzPts val="2000"/>
              <a:buFont typeface="Arial"/>
              <a:buChar char="–"/>
              <a:defRPr sz="2000"/>
            </a:lvl2pPr>
            <a:lvl3pPr indent="-342900" lvl="2" marL="1371600" algn="l">
              <a:spcBef>
                <a:spcPts val="360"/>
              </a:spcBef>
              <a:spcAft>
                <a:spcPts val="0"/>
              </a:spcAft>
              <a:buClr>
                <a:srgbClr val="666699"/>
              </a:buClr>
              <a:buSzPts val="1800"/>
              <a:buFont typeface="Arial"/>
              <a:buChar char="•"/>
              <a:defRPr sz="1800"/>
            </a:lvl3pPr>
            <a:lvl4pPr indent="-330200" lvl="3" marL="1828800" algn="l">
              <a:spcBef>
                <a:spcPts val="320"/>
              </a:spcBef>
              <a:spcAft>
                <a:spcPts val="0"/>
              </a:spcAft>
              <a:buClr>
                <a:srgbClr val="666699"/>
              </a:buClr>
              <a:buSzPts val="1600"/>
              <a:buFont typeface="Arial"/>
              <a:buChar char="–"/>
              <a:defRPr sz="1600"/>
            </a:lvl4pPr>
            <a:lvl5pPr indent="-330200" lvl="4" marL="2286000" algn="l">
              <a:spcBef>
                <a:spcPts val="320"/>
              </a:spcBef>
              <a:spcAft>
                <a:spcPts val="0"/>
              </a:spcAft>
              <a:buClr>
                <a:srgbClr val="666699"/>
              </a:buClr>
              <a:buSzPts val="1600"/>
              <a:buFont typeface="Arial"/>
              <a:buChar char="»"/>
              <a:defRPr sz="1600"/>
            </a:lvl5pPr>
            <a:lvl6pPr indent="-330200" lvl="5" marL="2743200" algn="l">
              <a:spcBef>
                <a:spcPts val="320"/>
              </a:spcBef>
              <a:spcAft>
                <a:spcPts val="0"/>
              </a:spcAft>
              <a:buClr>
                <a:srgbClr val="666699"/>
              </a:buClr>
              <a:buSzPts val="1600"/>
              <a:buFont typeface="Arial"/>
              <a:buChar char="»"/>
              <a:defRPr sz="1600"/>
            </a:lvl6pPr>
            <a:lvl7pPr indent="-330200" lvl="6" marL="3200400" algn="l">
              <a:spcBef>
                <a:spcPts val="320"/>
              </a:spcBef>
              <a:spcAft>
                <a:spcPts val="0"/>
              </a:spcAft>
              <a:buClr>
                <a:srgbClr val="666699"/>
              </a:buClr>
              <a:buSzPts val="1600"/>
              <a:buFont typeface="Arial"/>
              <a:buChar char="»"/>
              <a:defRPr sz="1600"/>
            </a:lvl7pPr>
            <a:lvl8pPr indent="-330200" lvl="7" marL="3657600" algn="l">
              <a:spcBef>
                <a:spcPts val="320"/>
              </a:spcBef>
              <a:spcAft>
                <a:spcPts val="0"/>
              </a:spcAft>
              <a:buClr>
                <a:srgbClr val="666699"/>
              </a:buClr>
              <a:buSzPts val="1600"/>
              <a:buFont typeface="Arial"/>
              <a:buChar char="»"/>
              <a:defRPr sz="1600"/>
            </a:lvl8pPr>
            <a:lvl9pPr indent="-330200" lvl="8" marL="4114800" algn="l">
              <a:spcBef>
                <a:spcPts val="320"/>
              </a:spcBef>
              <a:spcAft>
                <a:spcPts val="0"/>
              </a:spcAft>
              <a:buClr>
                <a:srgbClr val="666699"/>
              </a:buClr>
              <a:buSzPts val="1600"/>
              <a:buFont typeface="Arial"/>
              <a:buChar char="»"/>
              <a:defRPr sz="1600"/>
            </a:lvl9pPr>
          </a:lstStyle>
          <a:p/>
        </p:txBody>
      </p:sp>
      <p:sp>
        <p:nvSpPr>
          <p:cNvPr id="355" name="Google Shape;355;p13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6" name="Google Shape;356;p13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7" name="Google Shape;357;p13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58" name="Shape 358"/>
        <p:cNvGrpSpPr/>
        <p:nvPr/>
      </p:nvGrpSpPr>
      <p:grpSpPr>
        <a:xfrm>
          <a:off x="0" y="0"/>
          <a:ext cx="0" cy="0"/>
          <a:chOff x="0" y="0"/>
          <a:chExt cx="0" cy="0"/>
        </a:xfrm>
      </p:grpSpPr>
      <p:sp>
        <p:nvSpPr>
          <p:cNvPr id="359" name="Google Shape;359;p1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0" name="Google Shape;360;p1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666699"/>
              </a:buClr>
              <a:buSzPts val="2800"/>
              <a:buFont typeface="Arial"/>
              <a:buChar char="•"/>
              <a:defRPr sz="2800"/>
            </a:lvl1pPr>
            <a:lvl2pPr indent="-381000" lvl="1" marL="914400" algn="l">
              <a:spcBef>
                <a:spcPts val="480"/>
              </a:spcBef>
              <a:spcAft>
                <a:spcPts val="0"/>
              </a:spcAft>
              <a:buClr>
                <a:srgbClr val="666699"/>
              </a:buClr>
              <a:buSzPts val="2400"/>
              <a:buFont typeface="Arial"/>
              <a:buChar char="–"/>
              <a:defRPr sz="2400"/>
            </a:lvl2pPr>
            <a:lvl3pPr indent="-355600" lvl="2" marL="1371600" algn="l">
              <a:spcBef>
                <a:spcPts val="400"/>
              </a:spcBef>
              <a:spcAft>
                <a:spcPts val="0"/>
              </a:spcAft>
              <a:buClr>
                <a:srgbClr val="666699"/>
              </a:buClr>
              <a:buSzPts val="2000"/>
              <a:buFont typeface="Arial"/>
              <a:buChar char="•"/>
              <a:defRPr sz="2000"/>
            </a:lvl3pPr>
            <a:lvl4pPr indent="-342900" lvl="3" marL="1828800" algn="l">
              <a:spcBef>
                <a:spcPts val="360"/>
              </a:spcBef>
              <a:spcAft>
                <a:spcPts val="0"/>
              </a:spcAft>
              <a:buClr>
                <a:srgbClr val="666699"/>
              </a:buClr>
              <a:buSzPts val="1800"/>
              <a:buFont typeface="Arial"/>
              <a:buChar char="–"/>
              <a:defRPr sz="1800"/>
            </a:lvl4pPr>
            <a:lvl5pPr indent="-342900" lvl="4" marL="2286000" algn="l">
              <a:spcBef>
                <a:spcPts val="360"/>
              </a:spcBef>
              <a:spcAft>
                <a:spcPts val="0"/>
              </a:spcAft>
              <a:buClr>
                <a:srgbClr val="666699"/>
              </a:buClr>
              <a:buSzPts val="1800"/>
              <a:buFont typeface="Arial"/>
              <a:buChar char="»"/>
              <a:defRPr sz="1800"/>
            </a:lvl5pPr>
            <a:lvl6pPr indent="-342900" lvl="5" marL="2743200" algn="l">
              <a:spcBef>
                <a:spcPts val="360"/>
              </a:spcBef>
              <a:spcAft>
                <a:spcPts val="0"/>
              </a:spcAft>
              <a:buClr>
                <a:srgbClr val="666699"/>
              </a:buClr>
              <a:buSzPts val="1800"/>
              <a:buFont typeface="Arial"/>
              <a:buChar char="»"/>
              <a:defRPr sz="1800"/>
            </a:lvl6pPr>
            <a:lvl7pPr indent="-342900" lvl="6" marL="3200400" algn="l">
              <a:spcBef>
                <a:spcPts val="360"/>
              </a:spcBef>
              <a:spcAft>
                <a:spcPts val="0"/>
              </a:spcAft>
              <a:buClr>
                <a:srgbClr val="666699"/>
              </a:buClr>
              <a:buSzPts val="1800"/>
              <a:buFont typeface="Arial"/>
              <a:buChar char="»"/>
              <a:defRPr sz="1800"/>
            </a:lvl7pPr>
            <a:lvl8pPr indent="-342900" lvl="7" marL="3657600" algn="l">
              <a:spcBef>
                <a:spcPts val="360"/>
              </a:spcBef>
              <a:spcAft>
                <a:spcPts val="0"/>
              </a:spcAft>
              <a:buClr>
                <a:srgbClr val="666699"/>
              </a:buClr>
              <a:buSzPts val="1800"/>
              <a:buFont typeface="Arial"/>
              <a:buChar char="»"/>
              <a:defRPr sz="1800"/>
            </a:lvl8pPr>
            <a:lvl9pPr indent="-342900" lvl="8" marL="4114800" algn="l">
              <a:spcBef>
                <a:spcPts val="360"/>
              </a:spcBef>
              <a:spcAft>
                <a:spcPts val="0"/>
              </a:spcAft>
              <a:buClr>
                <a:srgbClr val="666699"/>
              </a:buClr>
              <a:buSzPts val="1800"/>
              <a:buFont typeface="Arial"/>
              <a:buChar char="»"/>
              <a:defRPr sz="1800"/>
            </a:lvl9pPr>
          </a:lstStyle>
          <a:p/>
        </p:txBody>
      </p:sp>
      <p:sp>
        <p:nvSpPr>
          <p:cNvPr id="361" name="Google Shape;361;p1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666699"/>
              </a:buClr>
              <a:buSzPts val="2800"/>
              <a:buFont typeface="Arial"/>
              <a:buChar char="•"/>
              <a:defRPr sz="2800"/>
            </a:lvl1pPr>
            <a:lvl2pPr indent="-381000" lvl="1" marL="914400" algn="l">
              <a:spcBef>
                <a:spcPts val="480"/>
              </a:spcBef>
              <a:spcAft>
                <a:spcPts val="0"/>
              </a:spcAft>
              <a:buClr>
                <a:srgbClr val="666699"/>
              </a:buClr>
              <a:buSzPts val="2400"/>
              <a:buFont typeface="Arial"/>
              <a:buChar char="–"/>
              <a:defRPr sz="2400"/>
            </a:lvl2pPr>
            <a:lvl3pPr indent="-355600" lvl="2" marL="1371600" algn="l">
              <a:spcBef>
                <a:spcPts val="400"/>
              </a:spcBef>
              <a:spcAft>
                <a:spcPts val="0"/>
              </a:spcAft>
              <a:buClr>
                <a:srgbClr val="666699"/>
              </a:buClr>
              <a:buSzPts val="2000"/>
              <a:buFont typeface="Arial"/>
              <a:buChar char="•"/>
              <a:defRPr sz="2000"/>
            </a:lvl3pPr>
            <a:lvl4pPr indent="-342900" lvl="3" marL="1828800" algn="l">
              <a:spcBef>
                <a:spcPts val="360"/>
              </a:spcBef>
              <a:spcAft>
                <a:spcPts val="0"/>
              </a:spcAft>
              <a:buClr>
                <a:srgbClr val="666699"/>
              </a:buClr>
              <a:buSzPts val="1800"/>
              <a:buFont typeface="Arial"/>
              <a:buChar char="–"/>
              <a:defRPr sz="1800"/>
            </a:lvl4pPr>
            <a:lvl5pPr indent="-342900" lvl="4" marL="2286000" algn="l">
              <a:spcBef>
                <a:spcPts val="360"/>
              </a:spcBef>
              <a:spcAft>
                <a:spcPts val="0"/>
              </a:spcAft>
              <a:buClr>
                <a:srgbClr val="666699"/>
              </a:buClr>
              <a:buSzPts val="1800"/>
              <a:buFont typeface="Arial"/>
              <a:buChar char="»"/>
              <a:defRPr sz="1800"/>
            </a:lvl5pPr>
            <a:lvl6pPr indent="-342900" lvl="5" marL="2743200" algn="l">
              <a:spcBef>
                <a:spcPts val="360"/>
              </a:spcBef>
              <a:spcAft>
                <a:spcPts val="0"/>
              </a:spcAft>
              <a:buClr>
                <a:srgbClr val="666699"/>
              </a:buClr>
              <a:buSzPts val="1800"/>
              <a:buFont typeface="Arial"/>
              <a:buChar char="»"/>
              <a:defRPr sz="1800"/>
            </a:lvl6pPr>
            <a:lvl7pPr indent="-342900" lvl="6" marL="3200400" algn="l">
              <a:spcBef>
                <a:spcPts val="360"/>
              </a:spcBef>
              <a:spcAft>
                <a:spcPts val="0"/>
              </a:spcAft>
              <a:buClr>
                <a:srgbClr val="666699"/>
              </a:buClr>
              <a:buSzPts val="1800"/>
              <a:buFont typeface="Arial"/>
              <a:buChar char="»"/>
              <a:defRPr sz="1800"/>
            </a:lvl7pPr>
            <a:lvl8pPr indent="-342900" lvl="7" marL="3657600" algn="l">
              <a:spcBef>
                <a:spcPts val="360"/>
              </a:spcBef>
              <a:spcAft>
                <a:spcPts val="0"/>
              </a:spcAft>
              <a:buClr>
                <a:srgbClr val="666699"/>
              </a:buClr>
              <a:buSzPts val="1800"/>
              <a:buFont typeface="Arial"/>
              <a:buChar char="»"/>
              <a:defRPr sz="1800"/>
            </a:lvl8pPr>
            <a:lvl9pPr indent="-342900" lvl="8" marL="4114800" algn="l">
              <a:spcBef>
                <a:spcPts val="360"/>
              </a:spcBef>
              <a:spcAft>
                <a:spcPts val="0"/>
              </a:spcAft>
              <a:buClr>
                <a:srgbClr val="666699"/>
              </a:buClr>
              <a:buSzPts val="1800"/>
              <a:buFont typeface="Arial"/>
              <a:buChar char="»"/>
              <a:defRPr sz="1800"/>
            </a:lvl9pPr>
          </a:lstStyle>
          <a:p/>
        </p:txBody>
      </p:sp>
      <p:sp>
        <p:nvSpPr>
          <p:cNvPr id="362" name="Google Shape;362;p13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3" name="Google Shape;363;p13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4" name="Google Shape;364;p13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65" name="Shape 365"/>
        <p:cNvGrpSpPr/>
        <p:nvPr/>
      </p:nvGrpSpPr>
      <p:grpSpPr>
        <a:xfrm>
          <a:off x="0" y="0"/>
          <a:ext cx="0" cy="0"/>
          <a:chOff x="0" y="0"/>
          <a:chExt cx="0" cy="0"/>
        </a:xfrm>
      </p:grpSpPr>
      <p:sp>
        <p:nvSpPr>
          <p:cNvPr id="366" name="Google Shape;366;p13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7" name="Google Shape;367;p13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666699"/>
              </a:buClr>
              <a:buSzPts val="2000"/>
              <a:buFont typeface="Arial"/>
              <a:buNone/>
              <a:defRPr sz="2000"/>
            </a:lvl1pPr>
            <a:lvl2pPr indent="-228600" lvl="1" marL="914400" algn="l">
              <a:spcBef>
                <a:spcPts val="360"/>
              </a:spcBef>
              <a:spcAft>
                <a:spcPts val="0"/>
              </a:spcAft>
              <a:buClr>
                <a:srgbClr val="666699"/>
              </a:buClr>
              <a:buSzPts val="1800"/>
              <a:buFont typeface="Arial"/>
              <a:buNone/>
              <a:defRPr sz="1800"/>
            </a:lvl2pPr>
            <a:lvl3pPr indent="-228600" lvl="2" marL="1371600" algn="l">
              <a:spcBef>
                <a:spcPts val="320"/>
              </a:spcBef>
              <a:spcAft>
                <a:spcPts val="0"/>
              </a:spcAft>
              <a:buClr>
                <a:srgbClr val="666699"/>
              </a:buClr>
              <a:buSzPts val="1600"/>
              <a:buFont typeface="Arial"/>
              <a:buNone/>
              <a:defRPr sz="1600"/>
            </a:lvl3pPr>
            <a:lvl4pPr indent="-228600" lvl="3" marL="1828800" algn="l">
              <a:spcBef>
                <a:spcPts val="280"/>
              </a:spcBef>
              <a:spcAft>
                <a:spcPts val="0"/>
              </a:spcAft>
              <a:buClr>
                <a:srgbClr val="666699"/>
              </a:buClr>
              <a:buSzPts val="1400"/>
              <a:buFont typeface="Arial"/>
              <a:buNone/>
              <a:defRPr sz="1400"/>
            </a:lvl4pPr>
            <a:lvl5pPr indent="-228600" lvl="4" marL="2286000" algn="l">
              <a:spcBef>
                <a:spcPts val="280"/>
              </a:spcBef>
              <a:spcAft>
                <a:spcPts val="0"/>
              </a:spcAft>
              <a:buClr>
                <a:srgbClr val="666699"/>
              </a:buClr>
              <a:buSzPts val="1400"/>
              <a:buFont typeface="Arial"/>
              <a:buNone/>
              <a:defRPr sz="1400"/>
            </a:lvl5pPr>
            <a:lvl6pPr indent="-228600" lvl="5" marL="2743200" algn="l">
              <a:spcBef>
                <a:spcPts val="280"/>
              </a:spcBef>
              <a:spcAft>
                <a:spcPts val="0"/>
              </a:spcAft>
              <a:buClr>
                <a:srgbClr val="666699"/>
              </a:buClr>
              <a:buSzPts val="1400"/>
              <a:buFont typeface="Arial"/>
              <a:buNone/>
              <a:defRPr sz="1400"/>
            </a:lvl6pPr>
            <a:lvl7pPr indent="-228600" lvl="6" marL="3200400" algn="l">
              <a:spcBef>
                <a:spcPts val="280"/>
              </a:spcBef>
              <a:spcAft>
                <a:spcPts val="0"/>
              </a:spcAft>
              <a:buClr>
                <a:srgbClr val="666699"/>
              </a:buClr>
              <a:buSzPts val="1400"/>
              <a:buFont typeface="Arial"/>
              <a:buNone/>
              <a:defRPr sz="1400"/>
            </a:lvl7pPr>
            <a:lvl8pPr indent="-228600" lvl="7" marL="3657600" algn="l">
              <a:spcBef>
                <a:spcPts val="280"/>
              </a:spcBef>
              <a:spcAft>
                <a:spcPts val="0"/>
              </a:spcAft>
              <a:buClr>
                <a:srgbClr val="666699"/>
              </a:buClr>
              <a:buSzPts val="1400"/>
              <a:buFont typeface="Arial"/>
              <a:buNone/>
              <a:defRPr sz="1400"/>
            </a:lvl8pPr>
            <a:lvl9pPr indent="-228600" lvl="8" marL="4114800" algn="l">
              <a:spcBef>
                <a:spcPts val="280"/>
              </a:spcBef>
              <a:spcAft>
                <a:spcPts val="0"/>
              </a:spcAft>
              <a:buClr>
                <a:srgbClr val="666699"/>
              </a:buClr>
              <a:buSzPts val="1400"/>
              <a:buFont typeface="Arial"/>
              <a:buNone/>
              <a:defRPr sz="1400"/>
            </a:lvl9pPr>
          </a:lstStyle>
          <a:p/>
        </p:txBody>
      </p:sp>
      <p:sp>
        <p:nvSpPr>
          <p:cNvPr id="368" name="Google Shape;368;p13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9" name="Google Shape;369;p13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0" name="Google Shape;370;p13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71" name="Shape 371"/>
        <p:cNvGrpSpPr/>
        <p:nvPr/>
      </p:nvGrpSpPr>
      <p:grpSpPr>
        <a:xfrm>
          <a:off x="0" y="0"/>
          <a:ext cx="0" cy="0"/>
          <a:chOff x="0" y="0"/>
          <a:chExt cx="0" cy="0"/>
        </a:xfrm>
      </p:grpSpPr>
      <p:sp>
        <p:nvSpPr>
          <p:cNvPr id="372" name="Google Shape;372;p13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3" name="Google Shape;373;p13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rgbClr val="666699"/>
              </a:buClr>
              <a:buSzPts val="2400"/>
              <a:buFont typeface="Arial"/>
              <a:buNone/>
              <a:defRPr/>
            </a:lvl1pPr>
            <a:lvl2pPr lvl="1" algn="ctr">
              <a:spcBef>
                <a:spcPts val="480"/>
              </a:spcBef>
              <a:spcAft>
                <a:spcPts val="0"/>
              </a:spcAft>
              <a:buClr>
                <a:srgbClr val="666699"/>
              </a:buClr>
              <a:buSzPts val="2400"/>
              <a:buFont typeface="Arial"/>
              <a:buNone/>
              <a:defRPr/>
            </a:lvl2pPr>
            <a:lvl3pPr lvl="2" algn="ctr">
              <a:spcBef>
                <a:spcPts val="480"/>
              </a:spcBef>
              <a:spcAft>
                <a:spcPts val="0"/>
              </a:spcAft>
              <a:buClr>
                <a:srgbClr val="666699"/>
              </a:buClr>
              <a:buSzPts val="2400"/>
              <a:buFont typeface="Arial"/>
              <a:buNone/>
              <a:defRPr/>
            </a:lvl3pPr>
            <a:lvl4pPr lvl="3" algn="ctr">
              <a:spcBef>
                <a:spcPts val="480"/>
              </a:spcBef>
              <a:spcAft>
                <a:spcPts val="0"/>
              </a:spcAft>
              <a:buClr>
                <a:srgbClr val="666699"/>
              </a:buClr>
              <a:buSzPts val="2400"/>
              <a:buFont typeface="Arial"/>
              <a:buNone/>
              <a:defRPr/>
            </a:lvl4pPr>
            <a:lvl5pPr lvl="4" algn="ctr">
              <a:spcBef>
                <a:spcPts val="480"/>
              </a:spcBef>
              <a:spcAft>
                <a:spcPts val="0"/>
              </a:spcAft>
              <a:buClr>
                <a:srgbClr val="666699"/>
              </a:buClr>
              <a:buSzPts val="2400"/>
              <a:buFont typeface="Arial"/>
              <a:buNone/>
              <a:defRPr/>
            </a:lvl5pPr>
            <a:lvl6pPr lvl="5" algn="ctr">
              <a:spcBef>
                <a:spcPts val="480"/>
              </a:spcBef>
              <a:spcAft>
                <a:spcPts val="0"/>
              </a:spcAft>
              <a:buClr>
                <a:srgbClr val="666699"/>
              </a:buClr>
              <a:buSzPts val="2400"/>
              <a:buFont typeface="Arial"/>
              <a:buNone/>
              <a:defRPr/>
            </a:lvl6pPr>
            <a:lvl7pPr lvl="6" algn="ctr">
              <a:spcBef>
                <a:spcPts val="480"/>
              </a:spcBef>
              <a:spcAft>
                <a:spcPts val="0"/>
              </a:spcAft>
              <a:buClr>
                <a:srgbClr val="666699"/>
              </a:buClr>
              <a:buSzPts val="2400"/>
              <a:buFont typeface="Arial"/>
              <a:buNone/>
              <a:defRPr/>
            </a:lvl7pPr>
            <a:lvl8pPr lvl="7" algn="ctr">
              <a:spcBef>
                <a:spcPts val="480"/>
              </a:spcBef>
              <a:spcAft>
                <a:spcPts val="0"/>
              </a:spcAft>
              <a:buClr>
                <a:srgbClr val="666699"/>
              </a:buClr>
              <a:buSzPts val="2400"/>
              <a:buFont typeface="Arial"/>
              <a:buNone/>
              <a:defRPr/>
            </a:lvl8pPr>
            <a:lvl9pPr lvl="8" algn="ctr">
              <a:spcBef>
                <a:spcPts val="480"/>
              </a:spcBef>
              <a:spcAft>
                <a:spcPts val="0"/>
              </a:spcAft>
              <a:buClr>
                <a:srgbClr val="666699"/>
              </a:buClr>
              <a:buSzPts val="2400"/>
              <a:buFont typeface="Arial"/>
              <a:buNone/>
              <a:defRPr/>
            </a:lvl9pPr>
          </a:lstStyle>
          <a:p/>
        </p:txBody>
      </p:sp>
      <p:sp>
        <p:nvSpPr>
          <p:cNvPr id="374" name="Google Shape;374;p13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5" name="Google Shape;375;p13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6" name="Google Shape;376;p13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theme" Target="../theme/theme1.xml"/><Relationship Id="rId16" Type="http://schemas.openxmlformats.org/officeDocument/2006/relationships/slideLayout" Target="../slideLayouts/slideLayout13.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5.png"/><Relationship Id="rId2" Type="http://schemas.openxmlformats.org/officeDocument/2006/relationships/image" Target="../media/image4.png"/><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6" Type="http://schemas.openxmlformats.org/officeDocument/2006/relationships/theme" Target="../theme/theme4.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 Type="http://schemas.openxmlformats.org/officeDocument/2006/relationships/image" Target="../media/image5.png"/><Relationship Id="rId2" Type="http://schemas.openxmlformats.org/officeDocument/2006/relationships/image" Target="../media/image4.png"/><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6" Type="http://schemas.openxmlformats.org/officeDocument/2006/relationships/theme" Target="../theme/theme2.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8.xml"/><Relationship Id="rId10" Type="http://schemas.openxmlformats.org/officeDocument/2006/relationships/slideLayout" Target="../slideLayouts/slideLayout47.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 Type="http://schemas.openxmlformats.org/officeDocument/2006/relationships/image" Target="../media/image5.png"/><Relationship Id="rId2" Type="http://schemas.openxmlformats.org/officeDocument/2006/relationships/image" Target="../media/image4.png"/><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6" Type="http://schemas.openxmlformats.org/officeDocument/2006/relationships/theme" Target="../theme/theme5.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 name="Shape 9"/>
        <p:cNvGrpSpPr/>
        <p:nvPr/>
      </p:nvGrpSpPr>
      <p:grpSpPr>
        <a:xfrm>
          <a:off x="0" y="0"/>
          <a:ext cx="0" cy="0"/>
          <a:chOff x="0" y="0"/>
          <a:chExt cx="0" cy="0"/>
        </a:xfrm>
      </p:grpSpPr>
      <p:pic>
        <p:nvPicPr>
          <p:cNvPr descr="ia-fondo" id="10" name="Google Shape;10;p81"/>
          <p:cNvPicPr preferRelativeResize="0"/>
          <p:nvPr/>
        </p:nvPicPr>
        <p:blipFill rotWithShape="1">
          <a:blip r:embed="rId1">
            <a:alphaModFix/>
          </a:blip>
          <a:srcRect b="0" l="0" r="0" t="0"/>
          <a:stretch/>
        </p:blipFill>
        <p:spPr>
          <a:xfrm>
            <a:off x="107950" y="0"/>
            <a:ext cx="8893175" cy="6746875"/>
          </a:xfrm>
          <a:prstGeom prst="rect">
            <a:avLst/>
          </a:prstGeom>
          <a:noFill/>
          <a:ln>
            <a:noFill/>
          </a:ln>
        </p:spPr>
      </p:pic>
      <p:pic>
        <p:nvPicPr>
          <p:cNvPr descr="logo-utn" id="11" name="Google Shape;11;p81"/>
          <p:cNvPicPr preferRelativeResize="0"/>
          <p:nvPr/>
        </p:nvPicPr>
        <p:blipFill rotWithShape="1">
          <a:blip r:embed="rId2">
            <a:alphaModFix/>
          </a:blip>
          <a:srcRect b="0" l="0" r="0" t="0"/>
          <a:stretch/>
        </p:blipFill>
        <p:spPr>
          <a:xfrm>
            <a:off x="338137" y="6065837"/>
            <a:ext cx="561975" cy="676275"/>
          </a:xfrm>
          <a:prstGeom prst="rect">
            <a:avLst/>
          </a:prstGeom>
          <a:noFill/>
          <a:ln>
            <a:noFill/>
          </a:ln>
        </p:spPr>
      </p:pic>
      <p:pic>
        <p:nvPicPr>
          <p:cNvPr descr="logo-utn" id="12" name="Google Shape;12;p81"/>
          <p:cNvPicPr preferRelativeResize="0"/>
          <p:nvPr/>
        </p:nvPicPr>
        <p:blipFill rotWithShape="1">
          <a:blip r:embed="rId3">
            <a:alphaModFix/>
          </a:blip>
          <a:srcRect b="0" l="0" r="0" t="0"/>
          <a:stretch/>
        </p:blipFill>
        <p:spPr>
          <a:xfrm>
            <a:off x="8186737" y="6065837"/>
            <a:ext cx="561975" cy="676275"/>
          </a:xfrm>
          <a:prstGeom prst="rect">
            <a:avLst/>
          </a:prstGeom>
          <a:noFill/>
          <a:ln>
            <a:noFill/>
          </a:ln>
        </p:spPr>
      </p:pic>
      <p:cxnSp>
        <p:nvCxnSpPr>
          <p:cNvPr id="13" name="Google Shape;13;p81"/>
          <p:cNvCxnSpPr/>
          <p:nvPr/>
        </p:nvCxnSpPr>
        <p:spPr>
          <a:xfrm>
            <a:off x="466725" y="6092825"/>
            <a:ext cx="8208962" cy="0"/>
          </a:xfrm>
          <a:prstGeom prst="straightConnector1">
            <a:avLst/>
          </a:prstGeom>
          <a:noFill/>
          <a:ln cap="flat" cmpd="sng" w="9525">
            <a:solidFill>
              <a:schemeClr val="lt1"/>
            </a:solidFill>
            <a:prstDash val="solid"/>
            <a:miter lim="800000"/>
            <a:headEnd len="med" w="med" type="none"/>
            <a:tailEnd len="med" w="med" type="none"/>
          </a:ln>
        </p:spPr>
      </p:cxnSp>
      <p:sp>
        <p:nvSpPr>
          <p:cNvPr id="14" name="Google Shape;14;p8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1pPr>
            <a:lvl2pPr lvl="1"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2pPr>
            <a:lvl3pPr lvl="2"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3pPr>
            <a:lvl4pPr lvl="3"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4pPr>
            <a:lvl5pPr lvl="4"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5pPr>
            <a:lvl6pPr lvl="5"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9pPr>
          </a:lstStyle>
          <a:p/>
        </p:txBody>
      </p:sp>
      <p:sp>
        <p:nvSpPr>
          <p:cNvPr id="15" name="Google Shape;15;p8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1pPr>
            <a:lvl2pPr indent="-381000" lvl="1" marL="9144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2pPr>
            <a:lvl3pPr indent="-381000" lvl="2" marL="13716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3pPr>
            <a:lvl4pPr indent="-381000" lvl="3" marL="18288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4pPr>
            <a:lvl5pPr indent="-381000" lvl="4" marL="22860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5pPr>
            <a:lvl6pPr indent="-381000" lvl="5" marL="27432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6pPr>
            <a:lvl7pPr indent="-381000" lvl="6" marL="32004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7pPr>
            <a:lvl8pPr indent="-381000" lvl="7" marL="36576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8pPr>
            <a:lvl9pPr indent="-381000" lvl="8" marL="41148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9pPr>
          </a:lstStyle>
          <a:p/>
        </p:txBody>
      </p:sp>
      <p:sp>
        <p:nvSpPr>
          <p:cNvPr id="16" name="Google Shape;16;p8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9pPr>
          </a:lstStyle>
          <a:p/>
        </p:txBody>
      </p:sp>
      <p:sp>
        <p:nvSpPr>
          <p:cNvPr id="17" name="Google Shape;17;p8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9pPr>
          </a:lstStyle>
          <a:p/>
        </p:txBody>
      </p:sp>
      <p:sp>
        <p:nvSpPr>
          <p:cNvPr id="18" name="Google Shape;18;p8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1" name="Shape 101"/>
        <p:cNvGrpSpPr/>
        <p:nvPr/>
      </p:nvGrpSpPr>
      <p:grpSpPr>
        <a:xfrm>
          <a:off x="0" y="0"/>
          <a:ext cx="0" cy="0"/>
          <a:chOff x="0" y="0"/>
          <a:chExt cx="0" cy="0"/>
        </a:xfrm>
      </p:grpSpPr>
      <p:pic>
        <p:nvPicPr>
          <p:cNvPr descr="ia-fondo" id="102" name="Google Shape;102;p83"/>
          <p:cNvPicPr preferRelativeResize="0"/>
          <p:nvPr/>
        </p:nvPicPr>
        <p:blipFill rotWithShape="1">
          <a:blip r:embed="rId1">
            <a:alphaModFix/>
          </a:blip>
          <a:srcRect b="0" l="0" r="0" t="0"/>
          <a:stretch/>
        </p:blipFill>
        <p:spPr>
          <a:xfrm>
            <a:off x="107950" y="0"/>
            <a:ext cx="8893175" cy="6746875"/>
          </a:xfrm>
          <a:prstGeom prst="rect">
            <a:avLst/>
          </a:prstGeom>
          <a:noFill/>
          <a:ln>
            <a:noFill/>
          </a:ln>
        </p:spPr>
      </p:pic>
      <p:pic>
        <p:nvPicPr>
          <p:cNvPr descr="logo-utn" id="103" name="Google Shape;103;p83"/>
          <p:cNvPicPr preferRelativeResize="0"/>
          <p:nvPr/>
        </p:nvPicPr>
        <p:blipFill rotWithShape="1">
          <a:blip r:embed="rId2">
            <a:alphaModFix/>
          </a:blip>
          <a:srcRect b="0" l="0" r="0" t="0"/>
          <a:stretch/>
        </p:blipFill>
        <p:spPr>
          <a:xfrm>
            <a:off x="338137" y="6065837"/>
            <a:ext cx="561975" cy="676275"/>
          </a:xfrm>
          <a:prstGeom prst="rect">
            <a:avLst/>
          </a:prstGeom>
          <a:noFill/>
          <a:ln>
            <a:noFill/>
          </a:ln>
        </p:spPr>
      </p:pic>
      <p:pic>
        <p:nvPicPr>
          <p:cNvPr descr="logo-utn" id="104" name="Google Shape;104;p83"/>
          <p:cNvPicPr preferRelativeResize="0"/>
          <p:nvPr/>
        </p:nvPicPr>
        <p:blipFill rotWithShape="1">
          <a:blip r:embed="rId2">
            <a:alphaModFix/>
          </a:blip>
          <a:srcRect b="0" l="0" r="0" t="0"/>
          <a:stretch/>
        </p:blipFill>
        <p:spPr>
          <a:xfrm>
            <a:off x="8186737" y="6065837"/>
            <a:ext cx="561975" cy="676275"/>
          </a:xfrm>
          <a:prstGeom prst="rect">
            <a:avLst/>
          </a:prstGeom>
          <a:noFill/>
          <a:ln>
            <a:noFill/>
          </a:ln>
        </p:spPr>
      </p:pic>
      <p:cxnSp>
        <p:nvCxnSpPr>
          <p:cNvPr id="105" name="Google Shape;105;p83"/>
          <p:cNvCxnSpPr/>
          <p:nvPr/>
        </p:nvCxnSpPr>
        <p:spPr>
          <a:xfrm>
            <a:off x="466725" y="6092825"/>
            <a:ext cx="8208962" cy="0"/>
          </a:xfrm>
          <a:prstGeom prst="straightConnector1">
            <a:avLst/>
          </a:prstGeom>
          <a:noFill/>
          <a:ln cap="flat" cmpd="sng" w="9525">
            <a:solidFill>
              <a:schemeClr val="lt1"/>
            </a:solidFill>
            <a:prstDash val="solid"/>
            <a:miter lim="800000"/>
            <a:headEnd len="med" w="med" type="none"/>
            <a:tailEnd len="med" w="med" type="none"/>
          </a:ln>
        </p:spPr>
      </p:cxnSp>
      <p:sp>
        <p:nvSpPr>
          <p:cNvPr id="106" name="Google Shape;106;p8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1pPr>
            <a:lvl2pPr lvl="1"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2pPr>
            <a:lvl3pPr lvl="2"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3pPr>
            <a:lvl4pPr lvl="3"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4pPr>
            <a:lvl5pPr lvl="4"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5pPr>
            <a:lvl6pPr lvl="5"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9pPr>
          </a:lstStyle>
          <a:p/>
        </p:txBody>
      </p:sp>
      <p:sp>
        <p:nvSpPr>
          <p:cNvPr id="107" name="Google Shape;107;p8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1pPr>
            <a:lvl2pPr indent="-381000" lvl="1" marL="9144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2pPr>
            <a:lvl3pPr indent="-381000" lvl="2" marL="13716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3pPr>
            <a:lvl4pPr indent="-381000" lvl="3" marL="18288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4pPr>
            <a:lvl5pPr indent="-381000" lvl="4" marL="22860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5pPr>
            <a:lvl6pPr indent="-381000" lvl="5" marL="27432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6pPr>
            <a:lvl7pPr indent="-381000" lvl="6" marL="32004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7pPr>
            <a:lvl8pPr indent="-381000" lvl="7" marL="36576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8pPr>
            <a:lvl9pPr indent="-381000" lvl="8" marL="41148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9pPr>
          </a:lstStyle>
          <a:p/>
        </p:txBody>
      </p:sp>
      <p:sp>
        <p:nvSpPr>
          <p:cNvPr id="108" name="Google Shape;108;p8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36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9pPr>
          </a:lstStyle>
          <a:p/>
        </p:txBody>
      </p:sp>
      <p:sp>
        <p:nvSpPr>
          <p:cNvPr id="109" name="Google Shape;109;p8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36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9pPr>
          </a:lstStyle>
          <a:p/>
        </p:txBody>
      </p:sp>
      <p:sp>
        <p:nvSpPr>
          <p:cNvPr id="110" name="Google Shape;110;p8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93" name="Shape 193"/>
        <p:cNvGrpSpPr/>
        <p:nvPr/>
      </p:nvGrpSpPr>
      <p:grpSpPr>
        <a:xfrm>
          <a:off x="0" y="0"/>
          <a:ext cx="0" cy="0"/>
          <a:chOff x="0" y="0"/>
          <a:chExt cx="0" cy="0"/>
        </a:xfrm>
      </p:grpSpPr>
      <p:pic>
        <p:nvPicPr>
          <p:cNvPr descr="ia-fondo" id="194" name="Google Shape;194;p85"/>
          <p:cNvPicPr preferRelativeResize="0"/>
          <p:nvPr/>
        </p:nvPicPr>
        <p:blipFill rotWithShape="1">
          <a:blip r:embed="rId1">
            <a:alphaModFix/>
          </a:blip>
          <a:srcRect b="0" l="0" r="0" t="0"/>
          <a:stretch/>
        </p:blipFill>
        <p:spPr>
          <a:xfrm>
            <a:off x="107950" y="0"/>
            <a:ext cx="8893175" cy="6746875"/>
          </a:xfrm>
          <a:prstGeom prst="rect">
            <a:avLst/>
          </a:prstGeom>
          <a:noFill/>
          <a:ln>
            <a:noFill/>
          </a:ln>
        </p:spPr>
      </p:pic>
      <p:pic>
        <p:nvPicPr>
          <p:cNvPr descr="logo-utn" id="195" name="Google Shape;195;p85"/>
          <p:cNvPicPr preferRelativeResize="0"/>
          <p:nvPr/>
        </p:nvPicPr>
        <p:blipFill rotWithShape="1">
          <a:blip r:embed="rId2">
            <a:alphaModFix/>
          </a:blip>
          <a:srcRect b="0" l="0" r="0" t="0"/>
          <a:stretch/>
        </p:blipFill>
        <p:spPr>
          <a:xfrm>
            <a:off x="338137" y="6065837"/>
            <a:ext cx="561975" cy="676275"/>
          </a:xfrm>
          <a:prstGeom prst="rect">
            <a:avLst/>
          </a:prstGeom>
          <a:noFill/>
          <a:ln>
            <a:noFill/>
          </a:ln>
        </p:spPr>
      </p:pic>
      <p:pic>
        <p:nvPicPr>
          <p:cNvPr descr="logo-utn" id="196" name="Google Shape;196;p85"/>
          <p:cNvPicPr preferRelativeResize="0"/>
          <p:nvPr/>
        </p:nvPicPr>
        <p:blipFill rotWithShape="1">
          <a:blip r:embed="rId2">
            <a:alphaModFix/>
          </a:blip>
          <a:srcRect b="0" l="0" r="0" t="0"/>
          <a:stretch/>
        </p:blipFill>
        <p:spPr>
          <a:xfrm>
            <a:off x="8186737" y="6065837"/>
            <a:ext cx="561975" cy="676275"/>
          </a:xfrm>
          <a:prstGeom prst="rect">
            <a:avLst/>
          </a:prstGeom>
          <a:noFill/>
          <a:ln>
            <a:noFill/>
          </a:ln>
        </p:spPr>
      </p:pic>
      <p:cxnSp>
        <p:nvCxnSpPr>
          <p:cNvPr id="197" name="Google Shape;197;p85"/>
          <p:cNvCxnSpPr/>
          <p:nvPr/>
        </p:nvCxnSpPr>
        <p:spPr>
          <a:xfrm>
            <a:off x="466725" y="6092825"/>
            <a:ext cx="8208962" cy="0"/>
          </a:xfrm>
          <a:prstGeom prst="straightConnector1">
            <a:avLst/>
          </a:prstGeom>
          <a:noFill/>
          <a:ln cap="flat" cmpd="sng" w="9525">
            <a:solidFill>
              <a:schemeClr val="lt1"/>
            </a:solidFill>
            <a:prstDash val="solid"/>
            <a:miter lim="800000"/>
            <a:headEnd len="med" w="med" type="none"/>
            <a:tailEnd len="med" w="med" type="none"/>
          </a:ln>
        </p:spPr>
      </p:cxnSp>
      <p:sp>
        <p:nvSpPr>
          <p:cNvPr id="198" name="Google Shape;198;p8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1pPr>
            <a:lvl2pPr lvl="1"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2pPr>
            <a:lvl3pPr lvl="2"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3pPr>
            <a:lvl4pPr lvl="3"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4pPr>
            <a:lvl5pPr lvl="4"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5pPr>
            <a:lvl6pPr lvl="5"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9pPr>
          </a:lstStyle>
          <a:p/>
        </p:txBody>
      </p:sp>
      <p:sp>
        <p:nvSpPr>
          <p:cNvPr id="199" name="Google Shape;199;p8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1pPr>
            <a:lvl2pPr indent="-381000" lvl="1" marL="9144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2pPr>
            <a:lvl3pPr indent="-381000" lvl="2" marL="13716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3pPr>
            <a:lvl4pPr indent="-381000" lvl="3" marL="18288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4pPr>
            <a:lvl5pPr indent="-381000" lvl="4" marL="22860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5pPr>
            <a:lvl6pPr indent="-381000" lvl="5" marL="27432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6pPr>
            <a:lvl7pPr indent="-381000" lvl="6" marL="32004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7pPr>
            <a:lvl8pPr indent="-381000" lvl="7" marL="36576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8pPr>
            <a:lvl9pPr indent="-381000" lvl="8" marL="41148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9pPr>
          </a:lstStyle>
          <a:p/>
        </p:txBody>
      </p:sp>
      <p:sp>
        <p:nvSpPr>
          <p:cNvPr id="200" name="Google Shape;200;p8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36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9pPr>
          </a:lstStyle>
          <a:p/>
        </p:txBody>
      </p:sp>
      <p:sp>
        <p:nvSpPr>
          <p:cNvPr id="201" name="Google Shape;201;p8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36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9pPr>
          </a:lstStyle>
          <a:p/>
        </p:txBody>
      </p:sp>
      <p:sp>
        <p:nvSpPr>
          <p:cNvPr id="202" name="Google Shape;202;p8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85" name="Shape 285"/>
        <p:cNvGrpSpPr/>
        <p:nvPr/>
      </p:nvGrpSpPr>
      <p:grpSpPr>
        <a:xfrm>
          <a:off x="0" y="0"/>
          <a:ext cx="0" cy="0"/>
          <a:chOff x="0" y="0"/>
          <a:chExt cx="0" cy="0"/>
        </a:xfrm>
      </p:grpSpPr>
      <p:pic>
        <p:nvPicPr>
          <p:cNvPr descr="ia-fondo" id="286" name="Google Shape;286;p88"/>
          <p:cNvPicPr preferRelativeResize="0"/>
          <p:nvPr/>
        </p:nvPicPr>
        <p:blipFill rotWithShape="1">
          <a:blip r:embed="rId1">
            <a:alphaModFix/>
          </a:blip>
          <a:srcRect b="0" l="0" r="0" t="0"/>
          <a:stretch/>
        </p:blipFill>
        <p:spPr>
          <a:xfrm>
            <a:off x="107950" y="0"/>
            <a:ext cx="8893175" cy="6746875"/>
          </a:xfrm>
          <a:prstGeom prst="rect">
            <a:avLst/>
          </a:prstGeom>
          <a:noFill/>
          <a:ln>
            <a:noFill/>
          </a:ln>
        </p:spPr>
      </p:pic>
      <p:pic>
        <p:nvPicPr>
          <p:cNvPr descr="logo-utn" id="287" name="Google Shape;287;p88"/>
          <p:cNvPicPr preferRelativeResize="0"/>
          <p:nvPr/>
        </p:nvPicPr>
        <p:blipFill rotWithShape="1">
          <a:blip r:embed="rId2">
            <a:alphaModFix/>
          </a:blip>
          <a:srcRect b="0" l="0" r="0" t="0"/>
          <a:stretch/>
        </p:blipFill>
        <p:spPr>
          <a:xfrm>
            <a:off x="338137" y="6065837"/>
            <a:ext cx="561975" cy="676275"/>
          </a:xfrm>
          <a:prstGeom prst="rect">
            <a:avLst/>
          </a:prstGeom>
          <a:noFill/>
          <a:ln>
            <a:noFill/>
          </a:ln>
        </p:spPr>
      </p:pic>
      <p:pic>
        <p:nvPicPr>
          <p:cNvPr descr="logo-utn" id="288" name="Google Shape;288;p88"/>
          <p:cNvPicPr preferRelativeResize="0"/>
          <p:nvPr/>
        </p:nvPicPr>
        <p:blipFill rotWithShape="1">
          <a:blip r:embed="rId2">
            <a:alphaModFix/>
          </a:blip>
          <a:srcRect b="0" l="0" r="0" t="0"/>
          <a:stretch/>
        </p:blipFill>
        <p:spPr>
          <a:xfrm>
            <a:off x="8186737" y="6065837"/>
            <a:ext cx="561975" cy="676275"/>
          </a:xfrm>
          <a:prstGeom prst="rect">
            <a:avLst/>
          </a:prstGeom>
          <a:noFill/>
          <a:ln>
            <a:noFill/>
          </a:ln>
        </p:spPr>
      </p:pic>
      <p:cxnSp>
        <p:nvCxnSpPr>
          <p:cNvPr id="289" name="Google Shape;289;p88"/>
          <p:cNvCxnSpPr/>
          <p:nvPr/>
        </p:nvCxnSpPr>
        <p:spPr>
          <a:xfrm>
            <a:off x="466725" y="6092825"/>
            <a:ext cx="8208962" cy="0"/>
          </a:xfrm>
          <a:prstGeom prst="straightConnector1">
            <a:avLst/>
          </a:prstGeom>
          <a:noFill/>
          <a:ln cap="flat" cmpd="sng" w="9525">
            <a:solidFill>
              <a:schemeClr val="lt1"/>
            </a:solidFill>
            <a:prstDash val="solid"/>
            <a:miter lim="800000"/>
            <a:headEnd len="med" w="med" type="none"/>
            <a:tailEnd len="med" w="med" type="none"/>
          </a:ln>
        </p:spPr>
      </p:cxnSp>
      <p:sp>
        <p:nvSpPr>
          <p:cNvPr id="290" name="Google Shape;290;p8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1pPr>
            <a:lvl2pPr lvl="1"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2pPr>
            <a:lvl3pPr lvl="2"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3pPr>
            <a:lvl4pPr lvl="3"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4pPr>
            <a:lvl5pPr lvl="4"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5pPr>
            <a:lvl6pPr lvl="5"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8080"/>
                </a:solidFill>
                <a:latin typeface="Arial"/>
                <a:ea typeface="Arial"/>
                <a:cs typeface="Arial"/>
                <a:sym typeface="Arial"/>
              </a:defRPr>
            </a:lvl9pPr>
          </a:lstStyle>
          <a:p/>
        </p:txBody>
      </p:sp>
      <p:sp>
        <p:nvSpPr>
          <p:cNvPr id="291" name="Google Shape;291;p8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1pPr>
            <a:lvl2pPr indent="-381000" lvl="1" marL="9144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2pPr>
            <a:lvl3pPr indent="-381000" lvl="2" marL="13716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3pPr>
            <a:lvl4pPr indent="-381000" lvl="3" marL="18288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4pPr>
            <a:lvl5pPr indent="-381000" lvl="4" marL="22860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5pPr>
            <a:lvl6pPr indent="-381000" lvl="5" marL="27432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6pPr>
            <a:lvl7pPr indent="-381000" lvl="6" marL="32004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7pPr>
            <a:lvl8pPr indent="-381000" lvl="7" marL="36576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8pPr>
            <a:lvl9pPr indent="-381000" lvl="8" marL="4114800" marR="0" rtl="0" algn="l">
              <a:spcBef>
                <a:spcPts val="480"/>
              </a:spcBef>
              <a:spcAft>
                <a:spcPts val="0"/>
              </a:spcAft>
              <a:buClr>
                <a:srgbClr val="666699"/>
              </a:buClr>
              <a:buSzPts val="2400"/>
              <a:buFont typeface="Arial"/>
              <a:buChar char="»"/>
              <a:defRPr b="1" i="0" sz="2400" u="none" cap="none" strike="noStrike">
                <a:solidFill>
                  <a:srgbClr val="666699"/>
                </a:solidFill>
                <a:latin typeface="Arial"/>
                <a:ea typeface="Arial"/>
                <a:cs typeface="Arial"/>
                <a:sym typeface="Arial"/>
              </a:defRPr>
            </a:lvl9pPr>
          </a:lstStyle>
          <a:p/>
        </p:txBody>
      </p:sp>
      <p:sp>
        <p:nvSpPr>
          <p:cNvPr id="292" name="Google Shape;292;p8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36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9pPr>
          </a:lstStyle>
          <a:p/>
        </p:txBody>
      </p:sp>
      <p:sp>
        <p:nvSpPr>
          <p:cNvPr id="293" name="Google Shape;293;p8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36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1" i="0" sz="3600" u="none" cap="none" strike="noStrike">
                <a:solidFill>
                  <a:schemeClr val="lt1"/>
                </a:solidFill>
                <a:latin typeface="Arial"/>
                <a:ea typeface="Arial"/>
                <a:cs typeface="Arial"/>
                <a:sym typeface="Arial"/>
              </a:defRPr>
            </a:lvl9pPr>
          </a:lstStyle>
          <a:p/>
        </p:txBody>
      </p:sp>
      <p:sp>
        <p:nvSpPr>
          <p:cNvPr id="294" name="Google Shape;294;p8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000099"/>
        </a:solidFill>
      </p:bgPr>
    </p:bg>
    <p:spTree>
      <p:nvGrpSpPr>
        <p:cNvPr id="380" name="Shape 380"/>
        <p:cNvGrpSpPr/>
        <p:nvPr/>
      </p:nvGrpSpPr>
      <p:grpSpPr>
        <a:xfrm>
          <a:off x="0" y="0"/>
          <a:ext cx="0" cy="0"/>
          <a:chOff x="0" y="0"/>
          <a:chExt cx="0" cy="0"/>
        </a:xfrm>
      </p:grpSpPr>
      <p:sp>
        <p:nvSpPr>
          <p:cNvPr id="381" name="Google Shape;381;p1"/>
          <p:cNvSpPr txBox="1"/>
          <p:nvPr/>
        </p:nvSpPr>
        <p:spPr>
          <a:xfrm>
            <a:off x="684212" y="403225"/>
            <a:ext cx="7772400" cy="7937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Arial"/>
              <a:buNone/>
            </a:pPr>
            <a:r>
              <a:rPr b="1" i="0" lang="en-US" sz="3200" u="none" cap="none" strike="noStrike">
                <a:solidFill>
                  <a:schemeClr val="lt1"/>
                </a:solidFill>
                <a:latin typeface="Arial"/>
                <a:ea typeface="Arial"/>
                <a:cs typeface="Arial"/>
                <a:sym typeface="Arial"/>
              </a:rPr>
              <a:t>Universidad Tecnológica Nacional</a:t>
            </a:r>
            <a:br>
              <a:rPr b="1" i="0" lang="en-US" sz="3200" u="none" cap="none" strike="noStrike">
                <a:solidFill>
                  <a:schemeClr val="lt1"/>
                </a:solidFill>
                <a:latin typeface="Arial"/>
                <a:ea typeface="Arial"/>
                <a:cs typeface="Arial"/>
                <a:sym typeface="Arial"/>
              </a:rPr>
            </a:br>
            <a:r>
              <a:rPr b="1" i="0" lang="en-US" sz="3200" u="none" cap="none" strike="noStrike">
                <a:solidFill>
                  <a:schemeClr val="lt1"/>
                </a:solidFill>
                <a:latin typeface="Arial"/>
                <a:ea typeface="Arial"/>
                <a:cs typeface="Arial"/>
                <a:sym typeface="Arial"/>
              </a:rPr>
              <a:t>Facultad Regional Rosario</a:t>
            </a:r>
            <a:endParaRPr/>
          </a:p>
        </p:txBody>
      </p:sp>
      <p:sp>
        <p:nvSpPr>
          <p:cNvPr id="382" name="Google Shape;382;p1"/>
          <p:cNvSpPr txBox="1"/>
          <p:nvPr/>
        </p:nvSpPr>
        <p:spPr>
          <a:xfrm>
            <a:off x="2771775" y="5661025"/>
            <a:ext cx="3492500" cy="576262"/>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Ing. Laura Aquili</a:t>
            </a:r>
            <a:endParaRPr/>
          </a:p>
          <a:p>
            <a:pPr indent="0" lvl="0" marL="0" marR="0" rtl="0" algn="l">
              <a:lnSpc>
                <a:spcPct val="100000"/>
              </a:lnSpc>
              <a:spcBef>
                <a:spcPts val="0"/>
              </a:spcBef>
              <a:spcAft>
                <a:spcPts val="0"/>
              </a:spcAft>
              <a:buNone/>
            </a:pPr>
            <a:r>
              <a:t/>
            </a:r>
            <a:endParaRPr b="1" i="0" sz="2400" u="none">
              <a:solidFill>
                <a:schemeClr val="lt1"/>
              </a:solidFill>
              <a:latin typeface="Arial"/>
              <a:ea typeface="Arial"/>
              <a:cs typeface="Arial"/>
              <a:sym typeface="Arial"/>
            </a:endParaRPr>
          </a:p>
        </p:txBody>
      </p:sp>
      <p:sp>
        <p:nvSpPr>
          <p:cNvPr id="383" name="Google Shape;383;p1"/>
          <p:cNvSpPr txBox="1"/>
          <p:nvPr/>
        </p:nvSpPr>
        <p:spPr>
          <a:xfrm>
            <a:off x="2195512" y="3141662"/>
            <a:ext cx="4762500" cy="12239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CCFF"/>
              </a:buClr>
              <a:buSzPts val="3600"/>
              <a:buFont typeface="Arial"/>
              <a:buNone/>
            </a:pPr>
            <a:r>
              <a:rPr b="1" i="0" lang="en-US" sz="3600" u="none">
                <a:solidFill>
                  <a:srgbClr val="99CCFF"/>
                </a:solidFill>
                <a:latin typeface="Arial"/>
                <a:ea typeface="Arial"/>
                <a:cs typeface="Arial"/>
                <a:sym typeface="Arial"/>
              </a:rPr>
              <a:t>Búsqueda y Planificación</a:t>
            </a:r>
            <a:endParaRPr/>
          </a:p>
        </p:txBody>
      </p:sp>
      <p:sp>
        <p:nvSpPr>
          <p:cNvPr id="384" name="Google Shape;384;p1"/>
          <p:cNvSpPr txBox="1"/>
          <p:nvPr/>
        </p:nvSpPr>
        <p:spPr>
          <a:xfrm>
            <a:off x="1692275" y="2060575"/>
            <a:ext cx="5832475" cy="1066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4000"/>
              <a:buFont typeface="Arial"/>
              <a:buNone/>
            </a:pPr>
            <a:r>
              <a:rPr b="1" i="0" lang="en-US" sz="4000" u="none">
                <a:solidFill>
                  <a:schemeClr val="lt1"/>
                </a:solidFill>
                <a:latin typeface="Arial"/>
                <a:ea typeface="Arial"/>
                <a:cs typeface="Arial"/>
                <a:sym typeface="Arial"/>
              </a:rPr>
              <a:t>Inteligencia Artificial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8" name="Shape 388"/>
        <p:cNvGrpSpPr/>
        <p:nvPr/>
      </p:nvGrpSpPr>
      <p:grpSpPr>
        <a:xfrm>
          <a:off x="0" y="0"/>
          <a:ext cx="0" cy="0"/>
          <a:chOff x="0" y="0"/>
          <a:chExt cx="0" cy="0"/>
        </a:xfrm>
      </p:grpSpPr>
      <p:sp>
        <p:nvSpPr>
          <p:cNvPr id="389" name="Google Shape;389;p2"/>
          <p:cNvSpPr txBox="1"/>
          <p:nvPr>
            <p:ph type="title"/>
          </p:nvPr>
        </p:nvSpPr>
        <p:spPr>
          <a:xfrm>
            <a:off x="457200" y="274637"/>
            <a:ext cx="6202362" cy="1066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Técnicas de Búsqueda</a:t>
            </a:r>
            <a:endParaRPr/>
          </a:p>
        </p:txBody>
      </p:sp>
      <p:sp>
        <p:nvSpPr>
          <p:cNvPr id="390" name="Google Shape;390;p2"/>
          <p:cNvSpPr txBox="1"/>
          <p:nvPr>
            <p:ph idx="1" type="body"/>
          </p:nvPr>
        </p:nvSpPr>
        <p:spPr>
          <a:xfrm>
            <a:off x="468312" y="1301750"/>
            <a:ext cx="8208962" cy="5400675"/>
          </a:xfrm>
          <a:prstGeom prst="rect">
            <a:avLst/>
          </a:prstGeom>
          <a:noFill/>
          <a:ln>
            <a:noFill/>
          </a:ln>
        </p:spPr>
        <p:txBody>
          <a:bodyPr anchorCtr="0" anchor="t" bIns="45700" lIns="91425" spcFirstLastPara="1" rIns="91425" wrap="square" tIns="45700">
            <a:noAutofit/>
          </a:bodyPr>
          <a:lstStyle/>
          <a:p>
            <a:pPr indent="4762" lvl="0" marL="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Resolver un problema            Reducirlo a una forma en la que pueda darse una definición precisa.</a:t>
            </a:r>
            <a:endParaRPr/>
          </a:p>
          <a:p>
            <a:pPr indent="4762" lvl="0" marL="0" rtl="0" algn="just">
              <a:lnSpc>
                <a:spcPct val="100000"/>
              </a:lnSpc>
              <a:spcBef>
                <a:spcPts val="200"/>
              </a:spcBef>
              <a:spcAft>
                <a:spcPts val="0"/>
              </a:spcAft>
              <a:buClr>
                <a:srgbClr val="666699"/>
              </a:buClr>
              <a:buSzPts val="1000"/>
              <a:buFont typeface="Arial"/>
              <a:buNone/>
            </a:pPr>
            <a:r>
              <a:t/>
            </a:r>
            <a:endParaRPr b="1" i="0" sz="1000" u="none">
              <a:solidFill>
                <a:schemeClr val="lt1"/>
              </a:solidFill>
              <a:latin typeface="Arial"/>
              <a:ea typeface="Arial"/>
              <a:cs typeface="Arial"/>
              <a:sym typeface="Arial"/>
            </a:endParaRPr>
          </a:p>
          <a:p>
            <a:pPr indent="-4762" lvl="0" marL="4762"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Definición de un espacio de estados del problema, incluyendo estados iniciales y finales.</a:t>
            </a:r>
            <a:endParaRPr/>
          </a:p>
          <a:p>
            <a:pPr indent="-4762" lvl="0" marL="4762"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Definición de un conjunto de operadores para trasladarse a través del espacio.</a:t>
            </a:r>
            <a:endParaRPr/>
          </a:p>
          <a:p>
            <a:pPr indent="4762" lvl="0" marL="0" rtl="0" algn="l">
              <a:lnSpc>
                <a:spcPct val="100000"/>
              </a:lnSpc>
              <a:spcBef>
                <a:spcPts val="200"/>
              </a:spcBef>
              <a:spcAft>
                <a:spcPts val="0"/>
              </a:spcAft>
              <a:buClr>
                <a:srgbClr val="666699"/>
              </a:buClr>
              <a:buSzPts val="1000"/>
              <a:buFont typeface="Arial"/>
              <a:buNone/>
            </a:pPr>
            <a:r>
              <a:t/>
            </a:r>
            <a:endParaRPr b="1" i="0" sz="1000" u="none">
              <a:solidFill>
                <a:schemeClr val="lt1"/>
              </a:solidFill>
              <a:latin typeface="Arial"/>
              <a:ea typeface="Arial"/>
              <a:cs typeface="Arial"/>
              <a:sym typeface="Arial"/>
            </a:endParaRPr>
          </a:p>
          <a:p>
            <a:pPr indent="4762" lvl="0" marL="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El problema se reduce a buscar una ruta a través del </a:t>
            </a:r>
            <a:endParaRPr/>
          </a:p>
          <a:p>
            <a:pPr indent="4762" lvl="0" marL="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espacio que una un estado inicial con un estado objetivo.</a:t>
            </a:r>
            <a:endParaRPr/>
          </a:p>
          <a:p>
            <a:pPr indent="4762" lvl="0" marL="0" rtl="0" algn="ctr">
              <a:lnSpc>
                <a:spcPct val="100000"/>
              </a:lnSpc>
              <a:spcBef>
                <a:spcPts val="200"/>
              </a:spcBef>
              <a:spcAft>
                <a:spcPts val="0"/>
              </a:spcAft>
              <a:buClr>
                <a:srgbClr val="666699"/>
              </a:buClr>
              <a:buSzPts val="1000"/>
              <a:buFont typeface="Arial"/>
              <a:buNone/>
            </a:pPr>
            <a:r>
              <a:t/>
            </a:r>
            <a:endParaRPr b="1" i="0" sz="1000" u="none">
              <a:solidFill>
                <a:schemeClr val="lt1"/>
              </a:solidFill>
              <a:latin typeface="Arial"/>
              <a:ea typeface="Arial"/>
              <a:cs typeface="Arial"/>
              <a:sym typeface="Arial"/>
            </a:endParaRPr>
          </a:p>
          <a:p>
            <a:pPr indent="4762" lvl="0" marL="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El proceso de resolución del problema puede modelarse como un </a:t>
            </a:r>
            <a:r>
              <a:rPr b="1" i="0" lang="en-US" sz="2000" u="none">
                <a:solidFill>
                  <a:srgbClr val="FF0000"/>
                </a:solidFill>
                <a:latin typeface="Arial"/>
                <a:ea typeface="Arial"/>
                <a:cs typeface="Arial"/>
                <a:sym typeface="Arial"/>
              </a:rPr>
              <a:t>Sistema de Producción</a:t>
            </a:r>
            <a:endParaRPr b="1" i="0" sz="2000" u="none">
              <a:solidFill>
                <a:schemeClr val="lt1"/>
              </a:solidFill>
              <a:latin typeface="Arial"/>
              <a:ea typeface="Arial"/>
              <a:cs typeface="Arial"/>
              <a:sym typeface="Arial"/>
            </a:endParaRPr>
          </a:p>
          <a:p>
            <a:pPr indent="4762" lvl="0" marL="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Estos representan la forma más adecuada de describir las operaciones que se llevan a cabo en la búsqueda de una solución a un problema. </a:t>
            </a:r>
            <a:endParaRPr/>
          </a:p>
        </p:txBody>
      </p:sp>
      <p:sp>
        <p:nvSpPr>
          <p:cNvPr id="391" name="Google Shape;391;p2"/>
          <p:cNvSpPr/>
          <p:nvPr/>
        </p:nvSpPr>
        <p:spPr>
          <a:xfrm>
            <a:off x="3743325" y="1341437"/>
            <a:ext cx="468312" cy="323850"/>
          </a:xfrm>
          <a:prstGeom prst="rightArrow">
            <a:avLst>
              <a:gd fmla="val 14132"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5" name="Shape 395"/>
        <p:cNvGrpSpPr/>
        <p:nvPr/>
      </p:nvGrpSpPr>
      <p:grpSpPr>
        <a:xfrm>
          <a:off x="0" y="0"/>
          <a:ext cx="0" cy="0"/>
          <a:chOff x="0" y="0"/>
          <a:chExt cx="0" cy="0"/>
        </a:xfrm>
      </p:grpSpPr>
      <p:sp>
        <p:nvSpPr>
          <p:cNvPr id="396" name="Google Shape;396;p3"/>
          <p:cNvSpPr txBox="1"/>
          <p:nvPr>
            <p:ph type="title"/>
          </p:nvPr>
        </p:nvSpPr>
        <p:spPr>
          <a:xfrm>
            <a:off x="457200" y="274637"/>
            <a:ext cx="6202362" cy="9223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Técnicas de Búsqueda</a:t>
            </a:r>
            <a:endParaRPr/>
          </a:p>
        </p:txBody>
      </p:sp>
      <p:sp>
        <p:nvSpPr>
          <p:cNvPr id="397" name="Google Shape;397;p3"/>
          <p:cNvSpPr txBox="1"/>
          <p:nvPr/>
        </p:nvSpPr>
        <p:spPr>
          <a:xfrm>
            <a:off x="611187" y="1196975"/>
            <a:ext cx="7993062" cy="5400675"/>
          </a:xfrm>
          <a:prstGeom prst="rect">
            <a:avLst/>
          </a:prstGeom>
          <a:noFill/>
          <a:ln>
            <a:noFill/>
          </a:ln>
        </p:spPr>
        <p:txBody>
          <a:bodyPr anchorCtr="0" anchor="t" bIns="45700" lIns="91425" spcFirstLastPara="1" rIns="91425" wrap="square" tIns="45700">
            <a:noAutofit/>
          </a:bodyPr>
          <a:lstStyle/>
          <a:p>
            <a:pPr indent="4762"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En un </a:t>
            </a:r>
            <a:r>
              <a:rPr b="1" i="0" lang="en-US" sz="2000" u="none">
                <a:solidFill>
                  <a:srgbClr val="FF0000"/>
                </a:solidFill>
                <a:latin typeface="Arial"/>
                <a:ea typeface="Arial"/>
                <a:cs typeface="Arial"/>
                <a:sym typeface="Arial"/>
              </a:rPr>
              <a:t>Sistema de Producción </a:t>
            </a:r>
            <a:r>
              <a:rPr b="1" i="0" lang="en-US" sz="2000" u="none">
                <a:solidFill>
                  <a:schemeClr val="lt1"/>
                </a:solidFill>
                <a:latin typeface="Arial"/>
                <a:ea typeface="Arial"/>
                <a:cs typeface="Arial"/>
                <a:sym typeface="Arial"/>
              </a:rPr>
              <a:t>se debe elegir:</a:t>
            </a:r>
            <a:endParaRPr/>
          </a:p>
          <a:p>
            <a:pPr indent="-4762" lvl="0" marL="4762" marR="0" rtl="0" algn="l">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la estructura de control apropiada</a:t>
            </a:r>
            <a:endParaRPr/>
          </a:p>
          <a:p>
            <a:pPr indent="4762" lvl="0" marL="0" marR="0" rtl="0" algn="l">
              <a:lnSpc>
                <a:spcPct val="100000"/>
              </a:lnSpc>
              <a:spcBef>
                <a:spcPts val="200"/>
              </a:spcBef>
              <a:spcAft>
                <a:spcPts val="0"/>
              </a:spcAft>
              <a:buClr>
                <a:schemeClr val="lt1"/>
              </a:buClr>
              <a:buSzPts val="1000"/>
              <a:buFont typeface="Arial"/>
              <a:buNone/>
            </a:pPr>
            <a:r>
              <a:t/>
            </a:r>
            <a:endParaRPr b="1" i="0" sz="1000" u="none">
              <a:solidFill>
                <a:schemeClr val="lt1"/>
              </a:solidFill>
              <a:latin typeface="Arial"/>
              <a:ea typeface="Arial"/>
              <a:cs typeface="Arial"/>
              <a:sym typeface="Arial"/>
            </a:endParaRPr>
          </a:p>
          <a:p>
            <a:pPr indent="4762" lvl="0" marL="0" marR="0" rtl="0" algn="l">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para que:</a:t>
            </a:r>
            <a:endParaRPr/>
          </a:p>
          <a:p>
            <a:pPr indent="-4762" lvl="0" marL="4762" marR="0" rtl="0" algn="l">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el proceso de búsqueda sea lo más eficiente posible.</a:t>
            </a:r>
            <a:endParaRPr/>
          </a:p>
          <a:p>
            <a:pPr indent="4762" lvl="0" marL="0" marR="0" rtl="0" algn="just">
              <a:lnSpc>
                <a:spcPct val="100000"/>
              </a:lnSpc>
              <a:spcBef>
                <a:spcPts val="400"/>
              </a:spcBef>
              <a:spcAft>
                <a:spcPts val="0"/>
              </a:spcAft>
              <a:buClr>
                <a:schemeClr val="lt1"/>
              </a:buClr>
              <a:buSzPts val="2000"/>
              <a:buFont typeface="Arial"/>
              <a:buNone/>
            </a:pPr>
            <a:r>
              <a:t/>
            </a:r>
            <a:endParaRPr b="1" i="0" sz="2000" u="none">
              <a:solidFill>
                <a:srgbClr val="FFFFFF"/>
              </a:solidFill>
              <a:latin typeface="Arial"/>
              <a:ea typeface="Arial"/>
              <a:cs typeface="Arial"/>
              <a:sym typeface="Arial"/>
            </a:endParaRPr>
          </a:p>
          <a:p>
            <a:pPr indent="4762" lvl="0" marL="0" marR="0" rtl="0" algn="just">
              <a:lnSpc>
                <a:spcPct val="100000"/>
              </a:lnSpc>
              <a:spcBef>
                <a:spcPts val="400"/>
              </a:spcBef>
              <a:spcAft>
                <a:spcPts val="0"/>
              </a:spcAft>
              <a:buClr>
                <a:srgbClr val="FFFFFF"/>
              </a:buClr>
              <a:buSzPts val="2000"/>
              <a:buFont typeface="Arial"/>
              <a:buNone/>
            </a:pPr>
            <a:r>
              <a:rPr b="1" i="0" lang="en-US" sz="2000" u="none">
                <a:solidFill>
                  <a:srgbClr val="FFFFFF"/>
                </a:solidFill>
                <a:latin typeface="Arial"/>
                <a:ea typeface="Arial"/>
                <a:cs typeface="Arial"/>
                <a:sym typeface="Arial"/>
              </a:rPr>
              <a:t>Una buena </a:t>
            </a:r>
            <a:r>
              <a:rPr b="1" i="0" lang="en-US" sz="2000" u="none">
                <a:solidFill>
                  <a:srgbClr val="FF0000"/>
                </a:solidFill>
                <a:latin typeface="Arial"/>
                <a:ea typeface="Arial"/>
                <a:cs typeface="Arial"/>
                <a:sym typeface="Arial"/>
              </a:rPr>
              <a:t>Estrategia de Control</a:t>
            </a:r>
            <a:endParaRPr/>
          </a:p>
          <a:p>
            <a:pPr indent="4762" lvl="0" marL="0" marR="0" rtl="0" algn="just">
              <a:lnSpc>
                <a:spcPct val="100000"/>
              </a:lnSpc>
              <a:spcBef>
                <a:spcPts val="200"/>
              </a:spcBef>
              <a:spcAft>
                <a:spcPts val="0"/>
              </a:spcAft>
              <a:buClr>
                <a:schemeClr val="lt1"/>
              </a:buClr>
              <a:buSzPts val="1000"/>
              <a:buFont typeface="Arial"/>
              <a:buNone/>
            </a:pPr>
            <a:r>
              <a:t/>
            </a:r>
            <a:endParaRPr b="1" i="0" sz="1000" u="none">
              <a:solidFill>
                <a:srgbClr val="FFFFFF"/>
              </a:solidFill>
              <a:latin typeface="Arial"/>
              <a:ea typeface="Arial"/>
              <a:cs typeface="Arial"/>
              <a:sym typeface="Arial"/>
            </a:endParaRPr>
          </a:p>
          <a:p>
            <a:pPr indent="-457200" lvl="1" marL="914400" marR="0" rtl="0" algn="just">
              <a:lnSpc>
                <a:spcPct val="100000"/>
              </a:lnSpc>
              <a:spcBef>
                <a:spcPts val="400"/>
              </a:spcBef>
              <a:spcAft>
                <a:spcPts val="0"/>
              </a:spcAft>
              <a:buClr>
                <a:srgbClr val="FFFFFF"/>
              </a:buClr>
              <a:buSzPts val="2000"/>
              <a:buFont typeface="Arial"/>
              <a:buChar char="–"/>
            </a:pPr>
            <a:r>
              <a:rPr b="1" i="0" lang="en-US" sz="2000" u="none" cap="none" strike="noStrike">
                <a:solidFill>
                  <a:srgbClr val="FFFFFF"/>
                </a:solidFill>
                <a:latin typeface="Arial"/>
                <a:ea typeface="Arial"/>
                <a:cs typeface="Arial"/>
                <a:sym typeface="Arial"/>
              </a:rPr>
              <a:t>Debe </a:t>
            </a:r>
            <a:r>
              <a:rPr b="1" i="0" lang="en-US" sz="2000" u="none" cap="none" strike="noStrike">
                <a:solidFill>
                  <a:srgbClr val="FF0000"/>
                </a:solidFill>
                <a:latin typeface="Arial"/>
                <a:ea typeface="Arial"/>
                <a:cs typeface="Arial"/>
                <a:sym typeface="Arial"/>
              </a:rPr>
              <a:t>causar algún cambio</a:t>
            </a:r>
            <a:endParaRPr/>
          </a:p>
          <a:p>
            <a:pPr indent="-457200" lvl="1" marL="914400" marR="0" rtl="0" algn="just">
              <a:lnSpc>
                <a:spcPct val="100000"/>
              </a:lnSpc>
              <a:spcBef>
                <a:spcPts val="40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Las estrategias de control que no causan cambio de estado nunca alcanzan la solución.</a:t>
            </a:r>
            <a:endParaRPr/>
          </a:p>
          <a:p>
            <a:pPr indent="-457200" lvl="1" marL="914400" marR="0" rtl="0" algn="just">
              <a:lnSpc>
                <a:spcPct val="100000"/>
              </a:lnSpc>
              <a:spcBef>
                <a:spcPts val="400"/>
              </a:spcBef>
              <a:spcAft>
                <a:spcPts val="0"/>
              </a:spcAft>
              <a:buClr>
                <a:schemeClr val="lt1"/>
              </a:buClr>
              <a:buSzPts val="2000"/>
              <a:buFont typeface="Arial"/>
              <a:buNone/>
            </a:pPr>
            <a:r>
              <a:t/>
            </a:r>
            <a:endParaRPr b="1" i="0" sz="2000" u="none" cap="none" strike="noStrike">
              <a:solidFill>
                <a:srgbClr val="FFFFFF"/>
              </a:solidFill>
              <a:latin typeface="Arial"/>
              <a:ea typeface="Arial"/>
              <a:cs typeface="Arial"/>
              <a:sym typeface="Arial"/>
            </a:endParaRPr>
          </a:p>
          <a:p>
            <a:pPr indent="-457200" lvl="1" marL="914400" marR="0" rtl="0" algn="just">
              <a:lnSpc>
                <a:spcPct val="100000"/>
              </a:lnSpc>
              <a:spcBef>
                <a:spcPts val="400"/>
              </a:spcBef>
              <a:spcAft>
                <a:spcPts val="0"/>
              </a:spcAft>
              <a:buClr>
                <a:srgbClr val="FFFFFF"/>
              </a:buClr>
              <a:buSzPts val="2000"/>
              <a:buFont typeface="Arial"/>
              <a:buChar char="–"/>
            </a:pPr>
            <a:r>
              <a:rPr b="1" i="0" lang="en-US" sz="2000" u="none" cap="none" strike="noStrike">
                <a:solidFill>
                  <a:srgbClr val="FFFFFF"/>
                </a:solidFill>
                <a:latin typeface="Arial"/>
                <a:ea typeface="Arial"/>
                <a:cs typeface="Arial"/>
                <a:sym typeface="Arial"/>
              </a:rPr>
              <a:t>Debe </a:t>
            </a:r>
            <a:r>
              <a:rPr b="1" i="0" lang="en-US" sz="2000" u="none" cap="none" strike="noStrike">
                <a:solidFill>
                  <a:srgbClr val="FF0000"/>
                </a:solidFill>
                <a:latin typeface="Arial"/>
                <a:ea typeface="Arial"/>
                <a:cs typeface="Arial"/>
                <a:sym typeface="Arial"/>
              </a:rPr>
              <a:t>ser sistemática </a:t>
            </a:r>
            <a:endParaRPr/>
          </a:p>
          <a:p>
            <a:pPr indent="-457200" lvl="1" marL="914400" marR="0" rtl="0" algn="just">
              <a:lnSpc>
                <a:spcPct val="100000"/>
              </a:lnSpc>
              <a:spcBef>
                <a:spcPts val="40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Las estrategias de control que no son sistemáticas pueden volver al mismo estado varias veces durante el proceso y suelen utilizar muchos mas pasos de los necesarios.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1" name="Shape 401"/>
        <p:cNvGrpSpPr/>
        <p:nvPr/>
      </p:nvGrpSpPr>
      <p:grpSpPr>
        <a:xfrm>
          <a:off x="0" y="0"/>
          <a:ext cx="0" cy="0"/>
          <a:chOff x="0" y="0"/>
          <a:chExt cx="0" cy="0"/>
        </a:xfrm>
      </p:grpSpPr>
      <p:sp>
        <p:nvSpPr>
          <p:cNvPr id="402" name="Google Shape;402;p4"/>
          <p:cNvSpPr txBox="1"/>
          <p:nvPr>
            <p:ph type="title"/>
          </p:nvPr>
        </p:nvSpPr>
        <p:spPr>
          <a:xfrm>
            <a:off x="457200" y="274637"/>
            <a:ext cx="6202362" cy="12096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Técnicas de Búsqueda</a:t>
            </a:r>
            <a:endParaRPr/>
          </a:p>
        </p:txBody>
      </p:sp>
      <p:sp>
        <p:nvSpPr>
          <p:cNvPr id="403" name="Google Shape;403;p4"/>
          <p:cNvSpPr txBox="1"/>
          <p:nvPr/>
        </p:nvSpPr>
        <p:spPr>
          <a:xfrm>
            <a:off x="1187450" y="1989137"/>
            <a:ext cx="6778625" cy="2160587"/>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FF0000"/>
              </a:buClr>
              <a:buSzPts val="2800"/>
              <a:buFont typeface="Arial"/>
              <a:buChar char="•"/>
            </a:pPr>
            <a:r>
              <a:rPr b="1" i="0" lang="en-US" sz="2800" u="none">
                <a:solidFill>
                  <a:srgbClr val="FF0000"/>
                </a:solidFill>
                <a:latin typeface="Arial"/>
                <a:ea typeface="Arial"/>
                <a:cs typeface="Arial"/>
                <a:sym typeface="Arial"/>
              </a:rPr>
              <a:t>Técnicas de búsqueda a ciegas</a:t>
            </a:r>
            <a:endParaRPr/>
          </a:p>
          <a:p>
            <a:pPr indent="-342900" lvl="0" marL="342900" marR="0" rtl="0" algn="just">
              <a:lnSpc>
                <a:spcPct val="100000"/>
              </a:lnSpc>
              <a:spcBef>
                <a:spcPts val="560"/>
              </a:spcBef>
              <a:spcAft>
                <a:spcPts val="0"/>
              </a:spcAft>
              <a:buClr>
                <a:srgbClr val="FF0000"/>
              </a:buClr>
              <a:buSzPts val="2800"/>
              <a:buFont typeface="Arial"/>
              <a:buChar char="•"/>
            </a:pPr>
            <a:r>
              <a:rPr b="1" i="0" lang="en-US" sz="2800" u="none">
                <a:solidFill>
                  <a:srgbClr val="FF0000"/>
                </a:solidFill>
                <a:latin typeface="Arial"/>
                <a:ea typeface="Arial"/>
                <a:cs typeface="Arial"/>
                <a:sym typeface="Arial"/>
              </a:rPr>
              <a:t>Técnicas de búsqueda heurística</a:t>
            </a:r>
            <a:endParaRPr/>
          </a:p>
          <a:p>
            <a:pPr indent="-342900" lvl="0" marL="342900" marR="0" rtl="0" algn="just">
              <a:lnSpc>
                <a:spcPct val="100000"/>
              </a:lnSpc>
              <a:spcBef>
                <a:spcPts val="560"/>
              </a:spcBef>
              <a:spcAft>
                <a:spcPts val="0"/>
              </a:spcAft>
              <a:buClr>
                <a:srgbClr val="FF0000"/>
              </a:buClr>
              <a:buSzPts val="2800"/>
              <a:buFont typeface="Arial"/>
              <a:buChar char="•"/>
            </a:pPr>
            <a:r>
              <a:rPr b="1" i="0" lang="en-US" sz="2800" u="none">
                <a:solidFill>
                  <a:srgbClr val="FF0000"/>
                </a:solidFill>
                <a:latin typeface="Arial"/>
                <a:ea typeface="Arial"/>
                <a:cs typeface="Arial"/>
                <a:sym typeface="Arial"/>
              </a:rPr>
              <a:t>Búsqueda en Problemas de juegos</a:t>
            </a:r>
            <a:endParaRPr/>
          </a:p>
          <a:p>
            <a:pPr indent="-342900" lvl="0" marL="342900" marR="0" rtl="0" algn="just">
              <a:lnSpc>
                <a:spcPct val="100000"/>
              </a:lnSpc>
              <a:spcBef>
                <a:spcPts val="560"/>
              </a:spcBef>
              <a:spcAft>
                <a:spcPts val="0"/>
              </a:spcAft>
              <a:buClr>
                <a:srgbClr val="FF0000"/>
              </a:buClr>
              <a:buSzPts val="2800"/>
              <a:buFont typeface="Arial"/>
              <a:buChar char="•"/>
            </a:pPr>
            <a:r>
              <a:rPr b="1" i="0" lang="en-US" sz="2800" u="none">
                <a:solidFill>
                  <a:srgbClr val="FF0000"/>
                </a:solidFill>
                <a:latin typeface="Arial"/>
                <a:ea typeface="Arial"/>
                <a:cs typeface="Arial"/>
                <a:sym typeface="Arial"/>
              </a:rPr>
              <a:t>Búsqueda con Sistemas evolutivos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7" name="Shape 407"/>
        <p:cNvGrpSpPr/>
        <p:nvPr/>
      </p:nvGrpSpPr>
      <p:grpSpPr>
        <a:xfrm>
          <a:off x="0" y="0"/>
          <a:ext cx="0" cy="0"/>
          <a:chOff x="0" y="0"/>
          <a:chExt cx="0" cy="0"/>
        </a:xfrm>
      </p:grpSpPr>
      <p:sp>
        <p:nvSpPr>
          <p:cNvPr id="408" name="Google Shape;408;p5"/>
          <p:cNvSpPr txBox="1"/>
          <p:nvPr>
            <p:ph type="title"/>
          </p:nvPr>
        </p:nvSpPr>
        <p:spPr>
          <a:xfrm>
            <a:off x="457200" y="274637"/>
            <a:ext cx="8435975" cy="12096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Técnicas de Búsqueda a Ciegas</a:t>
            </a:r>
            <a:endParaRPr/>
          </a:p>
        </p:txBody>
      </p:sp>
      <p:sp>
        <p:nvSpPr>
          <p:cNvPr id="409" name="Google Shape;409;p5"/>
          <p:cNvSpPr txBox="1"/>
          <p:nvPr/>
        </p:nvSpPr>
        <p:spPr>
          <a:xfrm>
            <a:off x="1403350" y="1844675"/>
            <a:ext cx="6480175" cy="2160587"/>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Explosión Combinatoria</a:t>
            </a:r>
            <a:endParaRPr/>
          </a:p>
          <a:p>
            <a:pPr indent="-457200" lvl="0" marL="457200" marR="0" rtl="0" algn="just">
              <a:lnSpc>
                <a:spcPct val="100000"/>
              </a:lnSpc>
              <a:spcBef>
                <a:spcPts val="56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Ramificación y acotación</a:t>
            </a:r>
            <a:endParaRPr/>
          </a:p>
          <a:p>
            <a:pPr indent="-457200" lvl="0" marL="457200" marR="0" rtl="0" algn="just">
              <a:lnSpc>
                <a:spcPct val="100000"/>
              </a:lnSpc>
              <a:spcBef>
                <a:spcPts val="56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Búsqueda primero en anchura</a:t>
            </a:r>
            <a:endParaRPr/>
          </a:p>
          <a:p>
            <a:pPr indent="-457200" lvl="0" marL="457200" marR="0" rtl="0" algn="just">
              <a:lnSpc>
                <a:spcPct val="100000"/>
              </a:lnSpc>
              <a:spcBef>
                <a:spcPts val="56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Búsqueda primero en profundidad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3" name="Shape 413"/>
        <p:cNvGrpSpPr/>
        <p:nvPr/>
      </p:nvGrpSpPr>
      <p:grpSpPr>
        <a:xfrm>
          <a:off x="0" y="0"/>
          <a:ext cx="0" cy="0"/>
          <a:chOff x="0" y="0"/>
          <a:chExt cx="0" cy="0"/>
        </a:xfrm>
      </p:grpSpPr>
      <p:sp>
        <p:nvSpPr>
          <p:cNvPr id="414" name="Google Shape;414;p6"/>
          <p:cNvSpPr txBox="1"/>
          <p:nvPr>
            <p:ph type="title"/>
          </p:nvPr>
        </p:nvSpPr>
        <p:spPr>
          <a:xfrm>
            <a:off x="457200" y="274637"/>
            <a:ext cx="8435975" cy="850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1. Explosión Combinatoria</a:t>
            </a:r>
            <a:endParaRPr/>
          </a:p>
        </p:txBody>
      </p:sp>
      <p:sp>
        <p:nvSpPr>
          <p:cNvPr id="415" name="Google Shape;415;p6"/>
          <p:cNvSpPr txBox="1"/>
          <p:nvPr/>
        </p:nvSpPr>
        <p:spPr>
          <a:xfrm>
            <a:off x="2195512" y="2276475"/>
            <a:ext cx="1439862" cy="2305050"/>
          </a:xfrm>
          <a:prstGeom prst="rect">
            <a:avLst/>
          </a:prstGeom>
          <a:solidFill>
            <a:srgbClr val="FFFFFF"/>
          </a:solidFill>
          <a:ln cap="flat" cmpd="sng" w="9525">
            <a:solidFill>
              <a:srgbClr val="000000"/>
            </a:solidFill>
            <a:prstDash val="solid"/>
            <a:miter lim="800000"/>
            <a:headEnd len="sm" w="sm" type="none"/>
            <a:tailEnd len="sm" w="sm" type="none"/>
          </a:ln>
          <a:effectLst>
            <a:outerShdw blurRad="63500" dir="2700000" dist="107763">
              <a:srgbClr val="808080">
                <a:alpha val="49803"/>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99"/>
              </a:buClr>
              <a:buSzPts val="1800"/>
              <a:buFont typeface="Verdana"/>
              <a:buNone/>
            </a:pPr>
            <a:r>
              <a:rPr b="1" i="0" lang="en-US" sz="1800" u="none">
                <a:solidFill>
                  <a:srgbClr val="000099"/>
                </a:solidFill>
                <a:latin typeface="Verdana"/>
                <a:ea typeface="Verdana"/>
                <a:cs typeface="Verdana"/>
                <a:sym typeface="Verdana"/>
              </a:rPr>
              <a:t>A  B  C</a:t>
            </a:r>
            <a:endParaRPr/>
          </a:p>
          <a:p>
            <a:pPr indent="0" lvl="0" marL="0" marR="0" rtl="0" algn="ctr">
              <a:lnSpc>
                <a:spcPct val="100000"/>
              </a:lnSpc>
              <a:spcBef>
                <a:spcPts val="600"/>
              </a:spcBef>
              <a:spcAft>
                <a:spcPts val="0"/>
              </a:spcAft>
              <a:buClr>
                <a:srgbClr val="000099"/>
              </a:buClr>
              <a:buSzPts val="1800"/>
              <a:buFont typeface="Verdana"/>
              <a:buNone/>
            </a:pPr>
            <a:r>
              <a:rPr b="1" i="0" lang="en-US" sz="1800" u="none">
                <a:solidFill>
                  <a:srgbClr val="000099"/>
                </a:solidFill>
                <a:latin typeface="Verdana"/>
                <a:ea typeface="Verdana"/>
                <a:cs typeface="Verdana"/>
                <a:sym typeface="Verdana"/>
              </a:rPr>
              <a:t>A  C  B</a:t>
            </a:r>
            <a:endParaRPr/>
          </a:p>
          <a:p>
            <a:pPr indent="0" lvl="0" marL="0" marR="0" rtl="0" algn="ctr">
              <a:lnSpc>
                <a:spcPct val="100000"/>
              </a:lnSpc>
              <a:spcBef>
                <a:spcPts val="600"/>
              </a:spcBef>
              <a:spcAft>
                <a:spcPts val="0"/>
              </a:spcAft>
              <a:buClr>
                <a:srgbClr val="000099"/>
              </a:buClr>
              <a:buSzPts val="1800"/>
              <a:buFont typeface="Verdana"/>
              <a:buNone/>
            </a:pPr>
            <a:r>
              <a:rPr b="1" i="0" lang="en-US" sz="1800" u="none">
                <a:solidFill>
                  <a:srgbClr val="000099"/>
                </a:solidFill>
                <a:latin typeface="Verdana"/>
                <a:ea typeface="Verdana"/>
                <a:cs typeface="Verdana"/>
                <a:sym typeface="Verdana"/>
              </a:rPr>
              <a:t>B  C  A</a:t>
            </a:r>
            <a:endParaRPr/>
          </a:p>
          <a:p>
            <a:pPr indent="0" lvl="0" marL="0" marR="0" rtl="0" algn="ctr">
              <a:lnSpc>
                <a:spcPct val="100000"/>
              </a:lnSpc>
              <a:spcBef>
                <a:spcPts val="600"/>
              </a:spcBef>
              <a:spcAft>
                <a:spcPts val="0"/>
              </a:spcAft>
              <a:buClr>
                <a:srgbClr val="000099"/>
              </a:buClr>
              <a:buSzPts val="1800"/>
              <a:buFont typeface="Verdana"/>
              <a:buNone/>
            </a:pPr>
            <a:r>
              <a:rPr b="1" i="0" lang="en-US" sz="1800" u="none">
                <a:solidFill>
                  <a:srgbClr val="000099"/>
                </a:solidFill>
                <a:latin typeface="Verdana"/>
                <a:ea typeface="Verdana"/>
                <a:cs typeface="Verdana"/>
                <a:sym typeface="Verdana"/>
              </a:rPr>
              <a:t>B  A  C</a:t>
            </a:r>
            <a:endParaRPr/>
          </a:p>
          <a:p>
            <a:pPr indent="0" lvl="0" marL="0" marR="0" rtl="0" algn="ctr">
              <a:lnSpc>
                <a:spcPct val="100000"/>
              </a:lnSpc>
              <a:spcBef>
                <a:spcPts val="600"/>
              </a:spcBef>
              <a:spcAft>
                <a:spcPts val="0"/>
              </a:spcAft>
              <a:buClr>
                <a:srgbClr val="000099"/>
              </a:buClr>
              <a:buSzPts val="1800"/>
              <a:buFont typeface="Verdana"/>
              <a:buNone/>
            </a:pPr>
            <a:r>
              <a:rPr b="1" i="0" lang="en-US" sz="1800" u="none">
                <a:solidFill>
                  <a:srgbClr val="000099"/>
                </a:solidFill>
                <a:latin typeface="Verdana"/>
                <a:ea typeface="Verdana"/>
                <a:cs typeface="Verdana"/>
                <a:sym typeface="Verdana"/>
              </a:rPr>
              <a:t>C  B  A</a:t>
            </a:r>
            <a:endParaRPr/>
          </a:p>
          <a:p>
            <a:pPr indent="0" lvl="0" marL="0" marR="0" rtl="0" algn="ctr">
              <a:lnSpc>
                <a:spcPct val="100000"/>
              </a:lnSpc>
              <a:spcBef>
                <a:spcPts val="600"/>
              </a:spcBef>
              <a:spcAft>
                <a:spcPts val="0"/>
              </a:spcAft>
              <a:buClr>
                <a:srgbClr val="000099"/>
              </a:buClr>
              <a:buSzPts val="1800"/>
              <a:buFont typeface="Verdana"/>
              <a:buNone/>
            </a:pPr>
            <a:r>
              <a:rPr b="1" i="0" lang="en-US" sz="1800" u="none">
                <a:solidFill>
                  <a:srgbClr val="000099"/>
                </a:solidFill>
                <a:latin typeface="Verdana"/>
                <a:ea typeface="Verdana"/>
                <a:cs typeface="Verdana"/>
                <a:sym typeface="Verdana"/>
              </a:rPr>
              <a:t>C  A  B</a:t>
            </a:r>
            <a:endParaRPr/>
          </a:p>
          <a:p>
            <a:pPr indent="0" lvl="0" marL="0" marR="0" rtl="0" algn="l">
              <a:lnSpc>
                <a:spcPct val="100000"/>
              </a:lnSpc>
              <a:spcBef>
                <a:spcPts val="0"/>
              </a:spcBef>
              <a:spcAft>
                <a:spcPts val="0"/>
              </a:spcAft>
              <a:buNone/>
            </a:pPr>
            <a:r>
              <a:t/>
            </a:r>
            <a:endParaRPr b="1" i="0" sz="1800" u="none">
              <a:solidFill>
                <a:srgbClr val="000099"/>
              </a:solidFill>
              <a:latin typeface="Verdana"/>
              <a:ea typeface="Verdana"/>
              <a:cs typeface="Verdana"/>
              <a:sym typeface="Verdana"/>
            </a:endParaRPr>
          </a:p>
        </p:txBody>
      </p:sp>
      <p:sp>
        <p:nvSpPr>
          <p:cNvPr id="416" name="Google Shape;416;p6"/>
          <p:cNvSpPr txBox="1"/>
          <p:nvPr/>
        </p:nvSpPr>
        <p:spPr>
          <a:xfrm>
            <a:off x="4354512" y="3068637"/>
            <a:ext cx="2736850" cy="71913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a:solidFill>
                  <a:srgbClr val="FFFFFF"/>
                </a:solidFill>
                <a:latin typeface="Arial"/>
                <a:ea typeface="Arial"/>
                <a:cs typeface="Arial"/>
                <a:sym typeface="Arial"/>
              </a:rPr>
              <a:t>“Fuerza Bruta”</a:t>
            </a:r>
            <a:endParaRPr/>
          </a:p>
        </p:txBody>
      </p:sp>
      <p:sp>
        <p:nvSpPr>
          <p:cNvPr id="417" name="Google Shape;417;p6"/>
          <p:cNvSpPr txBox="1"/>
          <p:nvPr/>
        </p:nvSpPr>
        <p:spPr>
          <a:xfrm>
            <a:off x="468312" y="1268412"/>
            <a:ext cx="2303462" cy="1152525"/>
          </a:xfrm>
          <a:prstGeom prst="rect">
            <a:avLst/>
          </a:prstGeom>
          <a:noFill/>
          <a:ln>
            <a:noFill/>
          </a:ln>
        </p:spPr>
        <p:txBody>
          <a:bodyPr anchorCtr="0" anchor="t" bIns="45700" lIns="91425" spcFirstLastPara="1" rIns="91425" wrap="square" tIns="45700">
            <a:noAutofit/>
          </a:bodyPr>
          <a:lstStyle/>
          <a:p>
            <a:pPr indent="-457200" lvl="0" marL="457200" marR="0" rtl="0" algn="ctr">
              <a:lnSpc>
                <a:spcPct val="100000"/>
              </a:lnSpc>
              <a:spcBef>
                <a:spcPts val="0"/>
              </a:spcBef>
              <a:spcAft>
                <a:spcPts val="0"/>
              </a:spcAft>
              <a:buClr>
                <a:srgbClr val="FFFFFF"/>
              </a:buClr>
              <a:buSzPts val="2000"/>
              <a:buFont typeface="Arial"/>
              <a:buNone/>
            </a:pPr>
            <a:r>
              <a:rPr b="1" i="0" lang="en-US" sz="2000" u="none">
                <a:solidFill>
                  <a:srgbClr val="FFFFFF"/>
                </a:solidFill>
                <a:latin typeface="Arial"/>
                <a:ea typeface="Arial"/>
                <a:cs typeface="Arial"/>
                <a:sym typeface="Arial"/>
              </a:rPr>
              <a:t>Ordenamiento</a:t>
            </a:r>
            <a:endParaRPr/>
          </a:p>
          <a:p>
            <a:pPr indent="-457200" lvl="0" marL="457200" marR="0" rtl="0" algn="ctr">
              <a:lnSpc>
                <a:spcPct val="100000"/>
              </a:lnSpc>
              <a:spcBef>
                <a:spcPts val="400"/>
              </a:spcBef>
              <a:spcAft>
                <a:spcPts val="0"/>
              </a:spcAft>
              <a:buClr>
                <a:srgbClr val="FFFFFF"/>
              </a:buClr>
              <a:buSzPts val="2000"/>
              <a:buFont typeface="Arial"/>
              <a:buNone/>
            </a:pPr>
            <a:r>
              <a:rPr b="1" i="0" lang="en-US" sz="2000" u="none">
                <a:solidFill>
                  <a:srgbClr val="FFFFFF"/>
                </a:solidFill>
                <a:latin typeface="Arial"/>
                <a:ea typeface="Arial"/>
                <a:cs typeface="Arial"/>
                <a:sym typeface="Arial"/>
              </a:rPr>
              <a:t>de 3 objetos</a:t>
            </a:r>
            <a:endParaRPr/>
          </a:p>
          <a:p>
            <a:pPr indent="-457200" lvl="0" marL="457200" marR="0" rtl="0" algn="ctr">
              <a:lnSpc>
                <a:spcPct val="100000"/>
              </a:lnSpc>
              <a:spcBef>
                <a:spcPts val="400"/>
              </a:spcBef>
              <a:spcAft>
                <a:spcPts val="0"/>
              </a:spcAft>
              <a:buClr>
                <a:srgbClr val="FFFFFF"/>
              </a:buClr>
              <a:buSzPts val="2000"/>
              <a:buFont typeface="Arial"/>
              <a:buNone/>
            </a:pPr>
            <a:r>
              <a:rPr b="1" i="0" lang="en-US" sz="2000" u="none">
                <a:solidFill>
                  <a:srgbClr val="FFFFFF"/>
                </a:solidFill>
                <a:latin typeface="Arial"/>
                <a:ea typeface="Arial"/>
                <a:cs typeface="Arial"/>
                <a:sym typeface="Arial"/>
              </a:rPr>
              <a:t>3 ! = 6</a:t>
            </a:r>
            <a:endParaRPr/>
          </a:p>
        </p:txBody>
      </p:sp>
      <p:sp>
        <p:nvSpPr>
          <p:cNvPr id="418" name="Google Shape;418;p6"/>
          <p:cNvSpPr txBox="1"/>
          <p:nvPr/>
        </p:nvSpPr>
        <p:spPr>
          <a:xfrm>
            <a:off x="4643437" y="3573462"/>
            <a:ext cx="3384550" cy="71913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a:solidFill>
                  <a:srgbClr val="FFFFFF"/>
                </a:solidFill>
                <a:latin typeface="Arial"/>
                <a:ea typeface="Arial"/>
                <a:cs typeface="Arial"/>
                <a:sym typeface="Arial"/>
              </a:rPr>
              <a:t>Búsqueda exhaustiva</a:t>
            </a:r>
            <a:endParaRPr/>
          </a:p>
        </p:txBody>
      </p:sp>
      <p:sp>
        <p:nvSpPr>
          <p:cNvPr id="419" name="Google Shape;419;p6"/>
          <p:cNvSpPr txBox="1"/>
          <p:nvPr/>
        </p:nvSpPr>
        <p:spPr>
          <a:xfrm>
            <a:off x="4930775" y="4078287"/>
            <a:ext cx="3673475" cy="71913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a:solidFill>
                  <a:srgbClr val="FFFFFF"/>
                </a:solidFill>
                <a:latin typeface="Arial"/>
                <a:ea typeface="Arial"/>
                <a:cs typeface="Arial"/>
                <a:sym typeface="Arial"/>
              </a:rPr>
              <a:t>Consume demasiado tiempo, recursos de PC</a:t>
            </a:r>
            <a:endParaRPr/>
          </a:p>
        </p:txBody>
      </p:sp>
      <p:sp>
        <p:nvSpPr>
          <p:cNvPr id="420" name="Google Shape;420;p6"/>
          <p:cNvSpPr txBox="1"/>
          <p:nvPr/>
        </p:nvSpPr>
        <p:spPr>
          <a:xfrm>
            <a:off x="468312" y="5013325"/>
            <a:ext cx="8207375" cy="1584325"/>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Se exploran todas las opciones posibles</a:t>
            </a:r>
            <a:endParaRPr/>
          </a:p>
          <a:p>
            <a:pPr indent="0" lvl="0" marL="0" marR="0" rtl="0" algn="ctr">
              <a:lnSpc>
                <a:spcPct val="100000"/>
              </a:lnSpc>
              <a:spcBef>
                <a:spcPts val="440"/>
              </a:spcBef>
              <a:spcAft>
                <a:spcPts val="0"/>
              </a:spcAft>
              <a:buClr>
                <a:srgbClr val="FFFFFF"/>
              </a:buClr>
              <a:buSzPts val="2200"/>
              <a:buFont typeface="Arial"/>
              <a:buNone/>
            </a:pPr>
            <a:r>
              <a:rPr b="1" i="0" lang="en-US" sz="2200" u="none">
                <a:solidFill>
                  <a:srgbClr val="FFFFFF"/>
                </a:solidFill>
                <a:latin typeface="Arial"/>
                <a:ea typeface="Arial"/>
                <a:cs typeface="Arial"/>
                <a:sym typeface="Arial"/>
              </a:rPr>
              <a:t>Cada nodo adicional añadido al espacio de búsqueda incrementa el número de posibles soluciones en una cifra bastante mayor que uno.</a:t>
            </a:r>
            <a:endParaRPr/>
          </a:p>
        </p:txBody>
      </p:sp>
      <p:sp>
        <p:nvSpPr>
          <p:cNvPr id="421" name="Google Shape;421;p6"/>
          <p:cNvSpPr txBox="1"/>
          <p:nvPr/>
        </p:nvSpPr>
        <p:spPr>
          <a:xfrm>
            <a:off x="3924300" y="1327150"/>
            <a:ext cx="4895850" cy="152558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FFFFFF"/>
              </a:buClr>
              <a:buSzPts val="2000"/>
              <a:buFont typeface="Arial"/>
              <a:buNone/>
            </a:pPr>
            <a:r>
              <a:rPr b="1" i="0" lang="en-US" sz="2000" u="none">
                <a:solidFill>
                  <a:srgbClr val="FFFFFF"/>
                </a:solidFill>
                <a:latin typeface="Arial"/>
                <a:ea typeface="Arial"/>
                <a:cs typeface="Arial"/>
                <a:sym typeface="Arial"/>
              </a:rPr>
              <a:t>4 objetos       4 ! = 24 combinaciones</a:t>
            </a:r>
            <a:endParaRPr/>
          </a:p>
          <a:p>
            <a:pPr indent="-457200" lvl="0" marL="457200" marR="0" rtl="0" algn="l">
              <a:lnSpc>
                <a:spcPct val="100000"/>
              </a:lnSpc>
              <a:spcBef>
                <a:spcPts val="400"/>
              </a:spcBef>
              <a:spcAft>
                <a:spcPts val="0"/>
              </a:spcAft>
              <a:buClr>
                <a:srgbClr val="FFFFFF"/>
              </a:buClr>
              <a:buSzPts val="2000"/>
              <a:buFont typeface="Arial"/>
              <a:buNone/>
            </a:pPr>
            <a:r>
              <a:rPr b="1" i="0" lang="en-US" sz="2000" u="none">
                <a:solidFill>
                  <a:srgbClr val="FFFFFF"/>
                </a:solidFill>
                <a:latin typeface="Arial"/>
                <a:ea typeface="Arial"/>
                <a:cs typeface="Arial"/>
                <a:sym typeface="Arial"/>
              </a:rPr>
              <a:t>5 objetos       5 ! = 120 combinaciones</a:t>
            </a:r>
            <a:endParaRPr/>
          </a:p>
          <a:p>
            <a:pPr indent="-457200" lvl="0" marL="457200" marR="0" rtl="0" algn="l">
              <a:lnSpc>
                <a:spcPct val="100000"/>
              </a:lnSpc>
              <a:spcBef>
                <a:spcPts val="400"/>
              </a:spcBef>
              <a:spcAft>
                <a:spcPts val="0"/>
              </a:spcAft>
              <a:buClr>
                <a:srgbClr val="FFFFFF"/>
              </a:buClr>
              <a:buSzPts val="2000"/>
              <a:buFont typeface="Arial"/>
              <a:buNone/>
            </a:pPr>
            <a:r>
              <a:rPr b="1" i="0" lang="en-US" sz="2000" u="none">
                <a:solidFill>
                  <a:srgbClr val="FFFFFF"/>
                </a:solidFill>
                <a:latin typeface="Arial"/>
                <a:ea typeface="Arial"/>
                <a:cs typeface="Arial"/>
                <a:sym typeface="Arial"/>
              </a:rPr>
              <a:t>6 objetos       6 ! = 720 combinaciones</a:t>
            </a:r>
            <a:endParaRPr/>
          </a:p>
          <a:p>
            <a:pPr indent="-457200" lvl="0" marL="457200" marR="0" rtl="0" algn="l">
              <a:lnSpc>
                <a:spcPct val="100000"/>
              </a:lnSpc>
              <a:spcBef>
                <a:spcPts val="400"/>
              </a:spcBef>
              <a:spcAft>
                <a:spcPts val="0"/>
              </a:spcAft>
              <a:buClr>
                <a:srgbClr val="FFFFFF"/>
              </a:buClr>
              <a:buSzPts val="2000"/>
              <a:buFont typeface="Arial"/>
              <a:buNone/>
            </a:pPr>
            <a:r>
              <a:rPr b="1" i="0" lang="en-US" sz="2000" u="none">
                <a:solidFill>
                  <a:srgbClr val="FFFFFF"/>
                </a:solidFill>
                <a:latin typeface="Arial"/>
                <a:ea typeface="Arial"/>
                <a:cs typeface="Arial"/>
                <a:sym typeface="Arial"/>
              </a:rPr>
              <a:t>1000 objetos       1000!</a:t>
            </a:r>
            <a:endParaRPr/>
          </a:p>
          <a:p>
            <a:pPr indent="-457200" lvl="0" marL="457200" marR="0" rtl="0" algn="l">
              <a:lnSpc>
                <a:spcPct val="100000"/>
              </a:lnSpc>
              <a:spcBef>
                <a:spcPts val="400"/>
              </a:spcBef>
              <a:spcAft>
                <a:spcPts val="0"/>
              </a:spcAft>
              <a:buClr>
                <a:schemeClr val="lt1"/>
              </a:buClr>
              <a:buSzPts val="2000"/>
              <a:buFont typeface="Arial"/>
              <a:buNone/>
            </a:pPr>
            <a:r>
              <a:t/>
            </a:r>
            <a:endParaRPr b="1" i="0" sz="2000" u="none">
              <a:solidFill>
                <a:srgbClr val="FFFFFF"/>
              </a:solidFill>
              <a:latin typeface="Arial"/>
              <a:ea typeface="Arial"/>
              <a:cs typeface="Arial"/>
              <a:sym typeface="Arial"/>
            </a:endParaRPr>
          </a:p>
          <a:p>
            <a:pPr indent="-457200" lvl="0" marL="457200" marR="0" rtl="0" algn="l">
              <a:lnSpc>
                <a:spcPct val="100000"/>
              </a:lnSpc>
              <a:spcBef>
                <a:spcPts val="400"/>
              </a:spcBef>
              <a:spcAft>
                <a:spcPts val="0"/>
              </a:spcAft>
              <a:buClr>
                <a:schemeClr val="lt1"/>
              </a:buClr>
              <a:buSzPts val="2000"/>
              <a:buFont typeface="Arial"/>
              <a:buNone/>
            </a:pPr>
            <a:r>
              <a:t/>
            </a:r>
            <a:endParaRPr b="1" i="0" sz="2000" u="none">
              <a:solidFill>
                <a:srgbClr val="FFFFFF"/>
              </a:solidFill>
              <a:latin typeface="Arial"/>
              <a:ea typeface="Arial"/>
              <a:cs typeface="Arial"/>
              <a:sym typeface="Arial"/>
            </a:endParaRPr>
          </a:p>
          <a:p>
            <a:pPr indent="-457200" lvl="0" marL="457200" marR="0" rtl="0" algn="l">
              <a:lnSpc>
                <a:spcPct val="100000"/>
              </a:lnSpc>
              <a:spcBef>
                <a:spcPts val="400"/>
              </a:spcBef>
              <a:spcAft>
                <a:spcPts val="0"/>
              </a:spcAft>
              <a:buClr>
                <a:schemeClr val="lt1"/>
              </a:buClr>
              <a:buSzPts val="2000"/>
              <a:buFont typeface="Arial"/>
              <a:buNone/>
            </a:pPr>
            <a:r>
              <a:t/>
            </a:r>
            <a:endParaRPr b="1" i="0" sz="2000" u="non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00" u="none">
              <a:solidFill>
                <a:srgbClr val="FFFFFF"/>
              </a:solidFill>
              <a:latin typeface="Arial"/>
              <a:ea typeface="Arial"/>
              <a:cs typeface="Arial"/>
              <a:sym typeface="Arial"/>
            </a:endParaRPr>
          </a:p>
        </p:txBody>
      </p:sp>
      <p:sp>
        <p:nvSpPr>
          <p:cNvPr id="422" name="Google Shape;422;p6"/>
          <p:cNvSpPr/>
          <p:nvPr/>
        </p:nvSpPr>
        <p:spPr>
          <a:xfrm>
            <a:off x="5192712" y="1435100"/>
            <a:ext cx="323850" cy="215900"/>
          </a:xfrm>
          <a:prstGeom prst="rightArrow">
            <a:avLst>
              <a:gd fmla="val 14400"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423" name="Google Shape;423;p6"/>
          <p:cNvSpPr/>
          <p:nvPr/>
        </p:nvSpPr>
        <p:spPr>
          <a:xfrm>
            <a:off x="5200650" y="1814512"/>
            <a:ext cx="323850" cy="215900"/>
          </a:xfrm>
          <a:prstGeom prst="rightArrow">
            <a:avLst>
              <a:gd fmla="val 14400"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424" name="Google Shape;424;p6"/>
          <p:cNvSpPr/>
          <p:nvPr/>
        </p:nvSpPr>
        <p:spPr>
          <a:xfrm>
            <a:off x="5200650" y="2160587"/>
            <a:ext cx="323850" cy="215900"/>
          </a:xfrm>
          <a:prstGeom prst="rightArrow">
            <a:avLst>
              <a:gd fmla="val 14400"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425" name="Google Shape;425;p6"/>
          <p:cNvSpPr/>
          <p:nvPr/>
        </p:nvSpPr>
        <p:spPr>
          <a:xfrm>
            <a:off x="5632450" y="2535237"/>
            <a:ext cx="323850" cy="215900"/>
          </a:xfrm>
          <a:prstGeom prst="rightArrow">
            <a:avLst>
              <a:gd fmla="val 14400"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9" name="Shape 429"/>
        <p:cNvGrpSpPr/>
        <p:nvPr/>
      </p:nvGrpSpPr>
      <p:grpSpPr>
        <a:xfrm>
          <a:off x="0" y="0"/>
          <a:ext cx="0" cy="0"/>
          <a:chOff x="0" y="0"/>
          <a:chExt cx="0" cy="0"/>
        </a:xfrm>
      </p:grpSpPr>
      <p:sp>
        <p:nvSpPr>
          <p:cNvPr id="430" name="Google Shape;430;p7"/>
          <p:cNvSpPr txBox="1"/>
          <p:nvPr>
            <p:ph type="title"/>
          </p:nvPr>
        </p:nvSpPr>
        <p:spPr>
          <a:xfrm>
            <a:off x="457200" y="274637"/>
            <a:ext cx="8435975" cy="7778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2. Ramificación y acotación</a:t>
            </a:r>
            <a:endParaRPr/>
          </a:p>
        </p:txBody>
      </p:sp>
      <p:sp>
        <p:nvSpPr>
          <p:cNvPr id="431" name="Google Shape;431;p7"/>
          <p:cNvSpPr txBox="1"/>
          <p:nvPr/>
        </p:nvSpPr>
        <p:spPr>
          <a:xfrm>
            <a:off x="377825" y="1268412"/>
            <a:ext cx="8497887" cy="525621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El Problema del Viajante de Comercio</a:t>
            </a:r>
            <a:endParaRPr/>
          </a:p>
          <a:p>
            <a:pPr indent="0" lvl="0" marL="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Un vendedor tiene una lista de ciudades, cada una de las cuales debe visitar exactamente una vez. Existen carreteras directas entre cada pareja de ciudades de la lista. Encontrar la ruta más corta posible que debe seguir el vendedor que empiece y termine en alguna de estas ciudades.</a:t>
            </a:r>
            <a:endParaRPr/>
          </a:p>
          <a:p>
            <a:pPr indent="0" lvl="0" marL="0" marR="0" rtl="0" algn="just">
              <a:lnSpc>
                <a:spcPct val="100000"/>
              </a:lnSpc>
              <a:spcBef>
                <a:spcPts val="200"/>
              </a:spcBef>
              <a:spcAft>
                <a:spcPts val="0"/>
              </a:spcAft>
              <a:buClr>
                <a:schemeClr val="lt1"/>
              </a:buClr>
              <a:buSzPts val="1000"/>
              <a:buFont typeface="Arial"/>
              <a:buNone/>
            </a:pPr>
            <a:r>
              <a:t/>
            </a:r>
            <a:endParaRPr b="1" i="0" sz="1000" u="none">
              <a:solidFill>
                <a:schemeClr val="lt1"/>
              </a:solidFill>
              <a:latin typeface="Arial"/>
              <a:ea typeface="Arial"/>
              <a:cs typeface="Arial"/>
              <a:sym typeface="Arial"/>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Se podría simplemente explorar todas las rutas posibles y devolver la que tenga menor longitud.</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Esta estrategia funciona en la practica para listas con muy pocas ciudades pero se colapsa rápidamente conforme el número de estas aumenta.</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Si existen N ciudades, el tiempo total empleado para completar la búsqueda es proporcional a N!</a:t>
            </a:r>
            <a:endParaRPr/>
          </a:p>
          <a:p>
            <a:pPr indent="0" lvl="0" marL="0" marR="0" rtl="0" algn="just">
              <a:lnSpc>
                <a:spcPct val="100000"/>
              </a:lnSpc>
              <a:spcBef>
                <a:spcPts val="200"/>
              </a:spcBef>
              <a:spcAft>
                <a:spcPts val="0"/>
              </a:spcAft>
              <a:buClr>
                <a:schemeClr val="lt1"/>
              </a:buClr>
              <a:buSzPts val="1000"/>
              <a:buFont typeface="Arial"/>
              <a:buNone/>
            </a:pPr>
            <a:r>
              <a:t/>
            </a:r>
            <a:endParaRPr b="1" i="0" sz="1000" u="non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Explosión combinatoria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5" name="Shape 435"/>
        <p:cNvGrpSpPr/>
        <p:nvPr/>
      </p:nvGrpSpPr>
      <p:grpSpPr>
        <a:xfrm>
          <a:off x="0" y="0"/>
          <a:ext cx="0" cy="0"/>
          <a:chOff x="0" y="0"/>
          <a:chExt cx="0" cy="0"/>
        </a:xfrm>
      </p:grpSpPr>
      <p:sp>
        <p:nvSpPr>
          <p:cNvPr id="436" name="Google Shape;436;p8"/>
          <p:cNvSpPr txBox="1"/>
          <p:nvPr>
            <p:ph type="title"/>
          </p:nvPr>
        </p:nvSpPr>
        <p:spPr>
          <a:xfrm>
            <a:off x="457200" y="274637"/>
            <a:ext cx="8435975" cy="7778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2. Ramificación y acotación</a:t>
            </a:r>
            <a:endParaRPr/>
          </a:p>
        </p:txBody>
      </p:sp>
      <p:sp>
        <p:nvSpPr>
          <p:cNvPr id="437" name="Google Shape;437;p8"/>
          <p:cNvSpPr txBox="1"/>
          <p:nvPr/>
        </p:nvSpPr>
        <p:spPr>
          <a:xfrm>
            <a:off x="468312" y="4652962"/>
            <a:ext cx="8135937" cy="2016125"/>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La técnica ramificación y acotación comienza generando rutas completas, manteniendo la ruta más corta encontrada hasta el momento.</a:t>
            </a:r>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Se deja de explorar una ruta, tan pronto como su distancia total, hasta ese momento, sea mayor que la que se ha marcado como la más corta</a:t>
            </a:r>
            <a:endParaRPr/>
          </a:p>
        </p:txBody>
      </p:sp>
      <p:sp>
        <p:nvSpPr>
          <p:cNvPr id="438" name="Google Shape;438;p8"/>
          <p:cNvSpPr txBox="1"/>
          <p:nvPr/>
        </p:nvSpPr>
        <p:spPr>
          <a:xfrm>
            <a:off x="5002212" y="1484312"/>
            <a:ext cx="3746500" cy="136842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Aunque este algoritmo es mas eficiente que el anterior, todavía necesita un tiempo exponencial.</a:t>
            </a:r>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
        <p:nvSpPr>
          <p:cNvPr id="439" name="Google Shape;439;p8"/>
          <p:cNvSpPr txBox="1"/>
          <p:nvPr/>
        </p:nvSpPr>
        <p:spPr>
          <a:xfrm>
            <a:off x="5651500" y="3141662"/>
            <a:ext cx="2735262" cy="1079500"/>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Garantiza hallar la ruta más corta (mejor resultado)</a:t>
            </a:r>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
        <p:nvSpPr>
          <p:cNvPr id="440" name="Google Shape;440;p8"/>
          <p:cNvSpPr/>
          <p:nvPr/>
        </p:nvSpPr>
        <p:spPr>
          <a:xfrm>
            <a:off x="684212" y="1916112"/>
            <a:ext cx="4032250" cy="2303462"/>
          </a:xfrm>
          <a:prstGeom prst="ellipse">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441" name="Google Shape;441;p8"/>
          <p:cNvGrpSpPr/>
          <p:nvPr/>
        </p:nvGrpSpPr>
        <p:grpSpPr>
          <a:xfrm>
            <a:off x="755650" y="2176462"/>
            <a:ext cx="3887787" cy="1541462"/>
            <a:chOff x="476" y="1734"/>
            <a:chExt cx="2449" cy="971"/>
          </a:xfrm>
        </p:grpSpPr>
        <p:sp>
          <p:nvSpPr>
            <p:cNvPr id="442" name="Google Shape;442;p8"/>
            <p:cNvSpPr txBox="1"/>
            <p:nvPr/>
          </p:nvSpPr>
          <p:spPr>
            <a:xfrm>
              <a:off x="930" y="1888"/>
              <a:ext cx="1905"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443" name="Google Shape;443;p8"/>
            <p:cNvSpPr txBox="1"/>
            <p:nvPr/>
          </p:nvSpPr>
          <p:spPr>
            <a:xfrm>
              <a:off x="793" y="1888"/>
              <a:ext cx="2087"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444" name="Google Shape;444;p8"/>
            <p:cNvSpPr/>
            <p:nvPr/>
          </p:nvSpPr>
          <p:spPr>
            <a:xfrm>
              <a:off x="1979" y="2456"/>
              <a:ext cx="144" cy="144"/>
            </a:xfrm>
            <a:prstGeom prst="star4">
              <a:avLst>
                <a:gd fmla="val 12500" name="adj"/>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445" name="Google Shape;445;p8"/>
            <p:cNvSpPr/>
            <p:nvPr/>
          </p:nvSpPr>
          <p:spPr>
            <a:xfrm>
              <a:off x="1019" y="2096"/>
              <a:ext cx="144" cy="144"/>
            </a:xfrm>
            <a:prstGeom prst="star4">
              <a:avLst>
                <a:gd fmla="val 12500" name="adj"/>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446" name="Google Shape;446;p8"/>
            <p:cNvSpPr/>
            <p:nvPr/>
          </p:nvSpPr>
          <p:spPr>
            <a:xfrm>
              <a:off x="1115" y="2382"/>
              <a:ext cx="144" cy="144"/>
            </a:xfrm>
            <a:prstGeom prst="star4">
              <a:avLst>
                <a:gd fmla="val 12500" name="adj"/>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447" name="Google Shape;447;p8"/>
            <p:cNvSpPr/>
            <p:nvPr/>
          </p:nvSpPr>
          <p:spPr>
            <a:xfrm>
              <a:off x="1787" y="1806"/>
              <a:ext cx="144" cy="144"/>
            </a:xfrm>
            <a:prstGeom prst="star4">
              <a:avLst>
                <a:gd fmla="val 12500" name="adj"/>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cxnSp>
          <p:nvCxnSpPr>
            <p:cNvPr id="448" name="Google Shape;448;p8"/>
            <p:cNvCxnSpPr/>
            <p:nvPr/>
          </p:nvCxnSpPr>
          <p:spPr>
            <a:xfrm>
              <a:off x="1115" y="2208"/>
              <a:ext cx="48" cy="174"/>
            </a:xfrm>
            <a:prstGeom prst="straightConnector1">
              <a:avLst/>
            </a:prstGeom>
            <a:noFill/>
            <a:ln cap="flat" cmpd="sng" w="9525">
              <a:solidFill>
                <a:schemeClr val="lt1"/>
              </a:solidFill>
              <a:prstDash val="solid"/>
              <a:miter lim="800000"/>
              <a:headEnd len="med" w="med" type="none"/>
              <a:tailEnd len="med" w="med" type="none"/>
            </a:ln>
          </p:spPr>
        </p:cxnSp>
        <p:cxnSp>
          <p:nvCxnSpPr>
            <p:cNvPr id="449" name="Google Shape;449;p8"/>
            <p:cNvCxnSpPr/>
            <p:nvPr/>
          </p:nvCxnSpPr>
          <p:spPr>
            <a:xfrm flipH="1" rot="10800000">
              <a:off x="1163" y="1950"/>
              <a:ext cx="576" cy="144"/>
            </a:xfrm>
            <a:prstGeom prst="straightConnector1">
              <a:avLst/>
            </a:prstGeom>
            <a:noFill/>
            <a:ln cap="flat" cmpd="sng" w="9525">
              <a:solidFill>
                <a:schemeClr val="lt1"/>
              </a:solidFill>
              <a:prstDash val="solid"/>
              <a:miter lim="800000"/>
              <a:headEnd len="med" w="med" type="none"/>
              <a:tailEnd len="med" w="med" type="none"/>
            </a:ln>
          </p:spPr>
        </p:cxnSp>
        <p:cxnSp>
          <p:nvCxnSpPr>
            <p:cNvPr id="450" name="Google Shape;450;p8"/>
            <p:cNvCxnSpPr/>
            <p:nvPr/>
          </p:nvCxnSpPr>
          <p:spPr>
            <a:xfrm>
              <a:off x="1259" y="2526"/>
              <a:ext cx="672" cy="0"/>
            </a:xfrm>
            <a:prstGeom prst="straightConnector1">
              <a:avLst/>
            </a:prstGeom>
            <a:noFill/>
            <a:ln cap="flat" cmpd="sng" w="9525">
              <a:solidFill>
                <a:schemeClr val="lt1"/>
              </a:solidFill>
              <a:prstDash val="solid"/>
              <a:miter lim="800000"/>
              <a:headEnd len="med" w="med" type="none"/>
              <a:tailEnd len="med" w="med" type="none"/>
            </a:ln>
          </p:spPr>
        </p:cxnSp>
        <p:cxnSp>
          <p:nvCxnSpPr>
            <p:cNvPr id="451" name="Google Shape;451;p8"/>
            <p:cNvCxnSpPr/>
            <p:nvPr/>
          </p:nvCxnSpPr>
          <p:spPr>
            <a:xfrm flipH="1" rot="10800000">
              <a:off x="1211" y="1950"/>
              <a:ext cx="576" cy="432"/>
            </a:xfrm>
            <a:prstGeom prst="straightConnector1">
              <a:avLst/>
            </a:prstGeom>
            <a:noFill/>
            <a:ln cap="flat" cmpd="sng" w="9525">
              <a:solidFill>
                <a:schemeClr val="lt1"/>
              </a:solidFill>
              <a:prstDash val="solid"/>
              <a:miter lim="800000"/>
              <a:headEnd len="med" w="med" type="none"/>
              <a:tailEnd len="med" w="med" type="none"/>
            </a:ln>
          </p:spPr>
        </p:cxnSp>
        <p:cxnSp>
          <p:nvCxnSpPr>
            <p:cNvPr id="452" name="Google Shape;452;p8"/>
            <p:cNvCxnSpPr/>
            <p:nvPr/>
          </p:nvCxnSpPr>
          <p:spPr>
            <a:xfrm>
              <a:off x="1883" y="1950"/>
              <a:ext cx="144" cy="504"/>
            </a:xfrm>
            <a:prstGeom prst="straightConnector1">
              <a:avLst/>
            </a:prstGeom>
            <a:noFill/>
            <a:ln cap="flat" cmpd="sng" w="9525">
              <a:solidFill>
                <a:schemeClr val="lt1"/>
              </a:solidFill>
              <a:prstDash val="solid"/>
              <a:miter lim="800000"/>
              <a:headEnd len="med" w="med" type="none"/>
              <a:tailEnd len="med" w="med" type="none"/>
            </a:ln>
          </p:spPr>
        </p:cxnSp>
        <p:cxnSp>
          <p:nvCxnSpPr>
            <p:cNvPr id="453" name="Google Shape;453;p8"/>
            <p:cNvCxnSpPr/>
            <p:nvPr/>
          </p:nvCxnSpPr>
          <p:spPr>
            <a:xfrm>
              <a:off x="1163" y="2166"/>
              <a:ext cx="816" cy="288"/>
            </a:xfrm>
            <a:prstGeom prst="straightConnector1">
              <a:avLst/>
            </a:prstGeom>
            <a:noFill/>
            <a:ln cap="flat" cmpd="sng" w="9525">
              <a:solidFill>
                <a:schemeClr val="lt1"/>
              </a:solidFill>
              <a:prstDash val="solid"/>
              <a:miter lim="800000"/>
              <a:headEnd len="med" w="med" type="none"/>
              <a:tailEnd len="med" w="med" type="none"/>
            </a:ln>
          </p:spPr>
        </p:cxnSp>
        <p:sp>
          <p:nvSpPr>
            <p:cNvPr id="454" name="Google Shape;454;p8"/>
            <p:cNvSpPr txBox="1"/>
            <p:nvPr/>
          </p:nvSpPr>
          <p:spPr>
            <a:xfrm>
              <a:off x="1307" y="1878"/>
              <a:ext cx="192" cy="1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7</a:t>
              </a:r>
              <a:endParaRPr/>
            </a:p>
          </p:txBody>
        </p:sp>
        <p:sp>
          <p:nvSpPr>
            <p:cNvPr id="455" name="Google Shape;455;p8"/>
            <p:cNvSpPr txBox="1"/>
            <p:nvPr/>
          </p:nvSpPr>
          <p:spPr>
            <a:xfrm>
              <a:off x="1931" y="2058"/>
              <a:ext cx="192" cy="1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8</a:t>
              </a:r>
              <a:endParaRPr/>
            </a:p>
          </p:txBody>
        </p:sp>
        <p:sp>
          <p:nvSpPr>
            <p:cNvPr id="456" name="Google Shape;456;p8"/>
            <p:cNvSpPr txBox="1"/>
            <p:nvPr/>
          </p:nvSpPr>
          <p:spPr>
            <a:xfrm>
              <a:off x="975" y="2238"/>
              <a:ext cx="192" cy="1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2</a:t>
              </a:r>
              <a:endParaRPr/>
            </a:p>
          </p:txBody>
        </p:sp>
        <p:sp>
          <p:nvSpPr>
            <p:cNvPr id="457" name="Google Shape;457;p8"/>
            <p:cNvSpPr txBox="1"/>
            <p:nvPr/>
          </p:nvSpPr>
          <p:spPr>
            <a:xfrm>
              <a:off x="1688" y="2205"/>
              <a:ext cx="330" cy="1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12</a:t>
              </a:r>
              <a:endParaRPr/>
            </a:p>
          </p:txBody>
        </p:sp>
        <p:sp>
          <p:nvSpPr>
            <p:cNvPr id="458" name="Google Shape;458;p8"/>
            <p:cNvSpPr txBox="1"/>
            <p:nvPr/>
          </p:nvSpPr>
          <p:spPr>
            <a:xfrm>
              <a:off x="1547" y="2526"/>
              <a:ext cx="192" cy="1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9</a:t>
              </a:r>
              <a:endParaRPr/>
            </a:p>
          </p:txBody>
        </p:sp>
        <p:sp>
          <p:nvSpPr>
            <p:cNvPr id="459" name="Google Shape;459;p8"/>
            <p:cNvSpPr txBox="1"/>
            <p:nvPr/>
          </p:nvSpPr>
          <p:spPr>
            <a:xfrm>
              <a:off x="1610" y="2024"/>
              <a:ext cx="317" cy="1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10</a:t>
              </a:r>
              <a:endParaRPr/>
            </a:p>
          </p:txBody>
        </p:sp>
        <p:sp>
          <p:nvSpPr>
            <p:cNvPr id="460" name="Google Shape;460;p8"/>
            <p:cNvSpPr txBox="1"/>
            <p:nvPr/>
          </p:nvSpPr>
          <p:spPr>
            <a:xfrm>
              <a:off x="703" y="2454"/>
              <a:ext cx="412" cy="1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Sirio</a:t>
              </a:r>
              <a:endParaRPr/>
            </a:p>
          </p:txBody>
        </p:sp>
        <p:sp>
          <p:nvSpPr>
            <p:cNvPr id="461" name="Google Shape;461;p8"/>
            <p:cNvSpPr txBox="1"/>
            <p:nvPr/>
          </p:nvSpPr>
          <p:spPr>
            <a:xfrm>
              <a:off x="1883" y="1734"/>
              <a:ext cx="679" cy="1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Aldebarán</a:t>
              </a:r>
              <a:endParaRPr/>
            </a:p>
          </p:txBody>
        </p:sp>
        <p:sp>
          <p:nvSpPr>
            <p:cNvPr id="462" name="Google Shape;462;p8"/>
            <p:cNvSpPr txBox="1"/>
            <p:nvPr/>
          </p:nvSpPr>
          <p:spPr>
            <a:xfrm>
              <a:off x="2171" y="2454"/>
              <a:ext cx="754" cy="20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Betelgeuse</a:t>
              </a:r>
              <a:endParaRPr/>
            </a:p>
          </p:txBody>
        </p:sp>
        <p:sp>
          <p:nvSpPr>
            <p:cNvPr id="463" name="Google Shape;463;p8"/>
            <p:cNvSpPr txBox="1"/>
            <p:nvPr/>
          </p:nvSpPr>
          <p:spPr>
            <a:xfrm>
              <a:off x="476" y="2022"/>
              <a:ext cx="591" cy="2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Canopus</a:t>
              </a:r>
              <a:endParaRPr/>
            </a:p>
          </p:txBody>
        </p:sp>
      </p:grpSp>
      <p:sp>
        <p:nvSpPr>
          <p:cNvPr id="464" name="Google Shape;464;p8"/>
          <p:cNvSpPr txBox="1"/>
          <p:nvPr/>
        </p:nvSpPr>
        <p:spPr>
          <a:xfrm>
            <a:off x="611187" y="1125537"/>
            <a:ext cx="3816350" cy="71913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Problema del Viajante de Comercio interestelar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8" name="Shape 468"/>
        <p:cNvGrpSpPr/>
        <p:nvPr/>
      </p:nvGrpSpPr>
      <p:grpSpPr>
        <a:xfrm>
          <a:off x="0" y="0"/>
          <a:ext cx="0" cy="0"/>
          <a:chOff x="0" y="0"/>
          <a:chExt cx="0" cy="0"/>
        </a:xfrm>
      </p:grpSpPr>
      <p:sp>
        <p:nvSpPr>
          <p:cNvPr id="469" name="Google Shape;469;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3. Búsqueda primero en anchura</a:t>
            </a:r>
            <a:endParaRPr/>
          </a:p>
        </p:txBody>
      </p:sp>
      <p:sp>
        <p:nvSpPr>
          <p:cNvPr id="470" name="Google Shape;470;p9"/>
          <p:cNvSpPr txBox="1"/>
          <p:nvPr/>
        </p:nvSpPr>
        <p:spPr>
          <a:xfrm>
            <a:off x="468312" y="5229225"/>
            <a:ext cx="8135937" cy="863600"/>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Se evalúa cada nodo del mismo nivel antes de proceder al siguiente nivel más profundo</a:t>
            </a:r>
            <a:endParaRPr/>
          </a:p>
        </p:txBody>
      </p:sp>
      <p:sp>
        <p:nvSpPr>
          <p:cNvPr id="471" name="Google Shape;471;p9"/>
          <p:cNvSpPr txBox="1"/>
          <p:nvPr/>
        </p:nvSpPr>
        <p:spPr>
          <a:xfrm>
            <a:off x="4067175" y="2205037"/>
            <a:ext cx="3384550" cy="10080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Eventualmente degenerará en               una búsqueda exhaustiva</a:t>
            </a:r>
            <a:endParaRPr/>
          </a:p>
        </p:txBody>
      </p:sp>
      <p:sp>
        <p:nvSpPr>
          <p:cNvPr id="472" name="Google Shape;472;p9"/>
          <p:cNvSpPr txBox="1"/>
          <p:nvPr/>
        </p:nvSpPr>
        <p:spPr>
          <a:xfrm>
            <a:off x="1403350" y="1844675"/>
            <a:ext cx="1944687" cy="863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El objetivo es el nodo C</a:t>
            </a:r>
            <a:endParaRPr/>
          </a:p>
        </p:txBody>
      </p:sp>
      <p:sp>
        <p:nvSpPr>
          <p:cNvPr id="473" name="Google Shape;473;p9"/>
          <p:cNvSpPr txBox="1"/>
          <p:nvPr/>
        </p:nvSpPr>
        <p:spPr>
          <a:xfrm>
            <a:off x="6084887" y="1844675"/>
            <a:ext cx="2663825" cy="72072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Garantiza que se hallará una solución</a:t>
            </a:r>
            <a:endParaRPr/>
          </a:p>
        </p:txBody>
      </p:sp>
      <p:sp>
        <p:nvSpPr>
          <p:cNvPr id="474" name="Google Shape;474;p9"/>
          <p:cNvSpPr txBox="1"/>
          <p:nvPr/>
        </p:nvSpPr>
        <p:spPr>
          <a:xfrm>
            <a:off x="971550" y="2563812"/>
            <a:ext cx="2736850" cy="194468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475" name="Google Shape;475;p9"/>
          <p:cNvGrpSpPr/>
          <p:nvPr/>
        </p:nvGrpSpPr>
        <p:grpSpPr>
          <a:xfrm>
            <a:off x="1042987" y="2708275"/>
            <a:ext cx="2590800" cy="1485900"/>
            <a:chOff x="3414" y="9594"/>
            <a:chExt cx="4080" cy="2340"/>
          </a:xfrm>
        </p:grpSpPr>
        <p:sp>
          <p:nvSpPr>
            <p:cNvPr id="476" name="Google Shape;476;p9"/>
            <p:cNvSpPr/>
            <p:nvPr/>
          </p:nvSpPr>
          <p:spPr>
            <a:xfrm>
              <a:off x="6174" y="10494"/>
              <a:ext cx="480" cy="48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4D"/>
                </a:buClr>
                <a:buSzPts val="1400"/>
                <a:buFont typeface="Arial"/>
                <a:buNone/>
              </a:pPr>
              <a:r>
                <a:rPr b="1" i="0" lang="en-US" sz="1400" u="none">
                  <a:solidFill>
                    <a:srgbClr val="00004D"/>
                  </a:solidFill>
                  <a:latin typeface="Arial"/>
                  <a:ea typeface="Arial"/>
                  <a:cs typeface="Arial"/>
                  <a:sym typeface="Arial"/>
                </a:rPr>
                <a:t>C</a:t>
              </a:r>
              <a:endParaRPr/>
            </a:p>
          </p:txBody>
        </p:sp>
        <p:sp>
          <p:nvSpPr>
            <p:cNvPr id="477" name="Google Shape;477;p9"/>
            <p:cNvSpPr txBox="1"/>
            <p:nvPr/>
          </p:nvSpPr>
          <p:spPr>
            <a:xfrm>
              <a:off x="5094" y="9594"/>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A</a:t>
              </a:r>
              <a:endParaRPr/>
            </a:p>
          </p:txBody>
        </p:sp>
        <p:sp>
          <p:nvSpPr>
            <p:cNvPr id="478" name="Google Shape;478;p9"/>
            <p:cNvSpPr txBox="1"/>
            <p:nvPr/>
          </p:nvSpPr>
          <p:spPr>
            <a:xfrm>
              <a:off x="4134" y="10580"/>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B</a:t>
              </a:r>
              <a:endParaRPr/>
            </a:p>
          </p:txBody>
        </p:sp>
        <p:sp>
          <p:nvSpPr>
            <p:cNvPr id="479" name="Google Shape;479;p9"/>
            <p:cNvSpPr txBox="1"/>
            <p:nvPr/>
          </p:nvSpPr>
          <p:spPr>
            <a:xfrm>
              <a:off x="3414" y="11480"/>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D</a:t>
              </a:r>
              <a:endParaRPr/>
            </a:p>
          </p:txBody>
        </p:sp>
        <p:sp>
          <p:nvSpPr>
            <p:cNvPr id="480" name="Google Shape;480;p9"/>
            <p:cNvSpPr txBox="1"/>
            <p:nvPr/>
          </p:nvSpPr>
          <p:spPr>
            <a:xfrm>
              <a:off x="4854" y="11480"/>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E</a:t>
              </a:r>
              <a:endParaRPr/>
            </a:p>
          </p:txBody>
        </p:sp>
        <p:sp>
          <p:nvSpPr>
            <p:cNvPr id="481" name="Google Shape;481;p9"/>
            <p:cNvSpPr txBox="1"/>
            <p:nvPr/>
          </p:nvSpPr>
          <p:spPr>
            <a:xfrm>
              <a:off x="5454" y="11480"/>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F</a:t>
              </a:r>
              <a:endParaRPr/>
            </a:p>
          </p:txBody>
        </p:sp>
        <p:sp>
          <p:nvSpPr>
            <p:cNvPr id="482" name="Google Shape;482;p9"/>
            <p:cNvSpPr txBox="1"/>
            <p:nvPr/>
          </p:nvSpPr>
          <p:spPr>
            <a:xfrm>
              <a:off x="7014" y="11480"/>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G</a:t>
              </a:r>
              <a:endParaRPr/>
            </a:p>
          </p:txBody>
        </p:sp>
        <p:cxnSp>
          <p:nvCxnSpPr>
            <p:cNvPr id="483" name="Google Shape;483;p9"/>
            <p:cNvCxnSpPr/>
            <p:nvPr/>
          </p:nvCxnSpPr>
          <p:spPr>
            <a:xfrm flipH="1">
              <a:off x="4614" y="9954"/>
              <a:ext cx="480" cy="540"/>
            </a:xfrm>
            <a:prstGeom prst="straightConnector1">
              <a:avLst/>
            </a:prstGeom>
            <a:noFill/>
            <a:ln cap="flat" cmpd="sng" w="9525">
              <a:solidFill>
                <a:schemeClr val="lt1"/>
              </a:solidFill>
              <a:prstDash val="solid"/>
              <a:miter lim="800000"/>
              <a:headEnd len="med" w="med" type="none"/>
              <a:tailEnd len="med" w="med" type="none"/>
            </a:ln>
          </p:spPr>
        </p:cxnSp>
        <p:cxnSp>
          <p:nvCxnSpPr>
            <p:cNvPr id="484" name="Google Shape;484;p9"/>
            <p:cNvCxnSpPr/>
            <p:nvPr/>
          </p:nvCxnSpPr>
          <p:spPr>
            <a:xfrm flipH="1">
              <a:off x="3774" y="11034"/>
              <a:ext cx="480" cy="540"/>
            </a:xfrm>
            <a:prstGeom prst="straightConnector1">
              <a:avLst/>
            </a:prstGeom>
            <a:noFill/>
            <a:ln cap="flat" cmpd="sng" w="9525">
              <a:solidFill>
                <a:schemeClr val="lt1"/>
              </a:solidFill>
              <a:prstDash val="solid"/>
              <a:miter lim="800000"/>
              <a:headEnd len="med" w="med" type="none"/>
              <a:tailEnd len="med" w="med" type="none"/>
            </a:ln>
          </p:spPr>
        </p:cxnSp>
        <p:cxnSp>
          <p:nvCxnSpPr>
            <p:cNvPr id="485" name="Google Shape;485;p9"/>
            <p:cNvCxnSpPr/>
            <p:nvPr/>
          </p:nvCxnSpPr>
          <p:spPr>
            <a:xfrm>
              <a:off x="5574" y="9954"/>
              <a:ext cx="480" cy="540"/>
            </a:xfrm>
            <a:prstGeom prst="straightConnector1">
              <a:avLst/>
            </a:prstGeom>
            <a:noFill/>
            <a:ln cap="flat" cmpd="sng" w="9525">
              <a:solidFill>
                <a:schemeClr val="lt1"/>
              </a:solidFill>
              <a:prstDash val="solid"/>
              <a:miter lim="800000"/>
              <a:headEnd len="med" w="med" type="none"/>
              <a:tailEnd len="med" w="med" type="none"/>
            </a:ln>
          </p:spPr>
        </p:cxnSp>
        <p:cxnSp>
          <p:nvCxnSpPr>
            <p:cNvPr id="486" name="Google Shape;486;p9"/>
            <p:cNvCxnSpPr/>
            <p:nvPr/>
          </p:nvCxnSpPr>
          <p:spPr>
            <a:xfrm>
              <a:off x="6534" y="11034"/>
              <a:ext cx="480" cy="540"/>
            </a:xfrm>
            <a:prstGeom prst="straightConnector1">
              <a:avLst/>
            </a:prstGeom>
            <a:noFill/>
            <a:ln cap="flat" cmpd="sng" w="9525">
              <a:solidFill>
                <a:schemeClr val="lt1"/>
              </a:solidFill>
              <a:prstDash val="solid"/>
              <a:miter lim="800000"/>
              <a:headEnd len="med" w="med" type="none"/>
              <a:tailEnd len="med" w="med" type="none"/>
            </a:ln>
          </p:spPr>
        </p:cxnSp>
        <p:cxnSp>
          <p:nvCxnSpPr>
            <p:cNvPr id="487" name="Google Shape;487;p9"/>
            <p:cNvCxnSpPr/>
            <p:nvPr/>
          </p:nvCxnSpPr>
          <p:spPr>
            <a:xfrm>
              <a:off x="4494" y="11034"/>
              <a:ext cx="480" cy="540"/>
            </a:xfrm>
            <a:prstGeom prst="straightConnector1">
              <a:avLst/>
            </a:prstGeom>
            <a:noFill/>
            <a:ln cap="flat" cmpd="sng" w="9525">
              <a:solidFill>
                <a:schemeClr val="lt1"/>
              </a:solidFill>
              <a:prstDash val="solid"/>
              <a:miter lim="800000"/>
              <a:headEnd len="med" w="med" type="none"/>
              <a:tailEnd len="med" w="med" type="none"/>
            </a:ln>
          </p:spPr>
        </p:cxnSp>
        <p:cxnSp>
          <p:nvCxnSpPr>
            <p:cNvPr id="488" name="Google Shape;488;p9"/>
            <p:cNvCxnSpPr/>
            <p:nvPr/>
          </p:nvCxnSpPr>
          <p:spPr>
            <a:xfrm flipH="1">
              <a:off x="5814" y="11034"/>
              <a:ext cx="480" cy="540"/>
            </a:xfrm>
            <a:prstGeom prst="straightConnector1">
              <a:avLst/>
            </a:prstGeom>
            <a:noFill/>
            <a:ln cap="flat" cmpd="sng" w="9525">
              <a:solidFill>
                <a:schemeClr val="lt1"/>
              </a:solidFill>
              <a:prstDash val="solid"/>
              <a:miter lim="800000"/>
              <a:headEnd len="med" w="med" type="none"/>
              <a:tailEnd len="med" w="med" type="none"/>
            </a:ln>
          </p:spPr>
        </p:cxnSp>
        <p:cxnSp>
          <p:nvCxnSpPr>
            <p:cNvPr id="489" name="Google Shape;489;p9"/>
            <p:cNvCxnSpPr/>
            <p:nvPr/>
          </p:nvCxnSpPr>
          <p:spPr>
            <a:xfrm flipH="1">
              <a:off x="4374" y="9774"/>
              <a:ext cx="600" cy="660"/>
            </a:xfrm>
            <a:prstGeom prst="straightConnector1">
              <a:avLst/>
            </a:prstGeom>
            <a:noFill/>
            <a:ln cap="flat" cmpd="sng" w="9525">
              <a:solidFill>
                <a:schemeClr val="lt1"/>
              </a:solidFill>
              <a:prstDash val="solid"/>
              <a:miter lim="800000"/>
              <a:headEnd len="med" w="med" type="none"/>
              <a:tailEnd len="med" w="med" type="triangle"/>
            </a:ln>
          </p:spPr>
        </p:cxnSp>
        <p:cxnSp>
          <p:nvCxnSpPr>
            <p:cNvPr id="490" name="Google Shape;490;p9"/>
            <p:cNvCxnSpPr/>
            <p:nvPr/>
          </p:nvCxnSpPr>
          <p:spPr>
            <a:xfrm>
              <a:off x="4614" y="10674"/>
              <a:ext cx="1320" cy="0"/>
            </a:xfrm>
            <a:prstGeom prst="straightConnector1">
              <a:avLst/>
            </a:prstGeom>
            <a:noFill/>
            <a:ln>
              <a:noFill/>
            </a:ln>
          </p:spPr>
        </p:cxn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4" name="Shape 494"/>
        <p:cNvGrpSpPr/>
        <p:nvPr/>
      </p:nvGrpSpPr>
      <p:grpSpPr>
        <a:xfrm>
          <a:off x="0" y="0"/>
          <a:ext cx="0" cy="0"/>
          <a:chOff x="0" y="0"/>
          <a:chExt cx="0" cy="0"/>
        </a:xfrm>
      </p:grpSpPr>
      <p:sp>
        <p:nvSpPr>
          <p:cNvPr id="495" name="Google Shape;495;p10"/>
          <p:cNvSpPr txBox="1"/>
          <p:nvPr>
            <p:ph type="title"/>
          </p:nvPr>
        </p:nvSpPr>
        <p:spPr>
          <a:xfrm>
            <a:off x="457200" y="274637"/>
            <a:ext cx="8229600" cy="9937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3. Búsqueda primero en anchura</a:t>
            </a:r>
            <a:endParaRPr/>
          </a:p>
        </p:txBody>
      </p:sp>
      <p:sp>
        <p:nvSpPr>
          <p:cNvPr id="496" name="Google Shape;496;p10"/>
          <p:cNvSpPr txBox="1"/>
          <p:nvPr/>
        </p:nvSpPr>
        <p:spPr>
          <a:xfrm>
            <a:off x="755650" y="1268412"/>
            <a:ext cx="7848600" cy="266541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Estrategia de control sistemática para el problema </a:t>
            </a:r>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de las jarras de agua</a:t>
            </a:r>
            <a:endParaRPr/>
          </a:p>
          <a:p>
            <a:pPr indent="0" lvl="0" marL="0" marR="0" rtl="0" algn="ctr">
              <a:lnSpc>
                <a:spcPct val="100000"/>
              </a:lnSpc>
              <a:spcBef>
                <a:spcPts val="400"/>
              </a:spcBef>
              <a:spcAft>
                <a:spcPts val="0"/>
              </a:spcAft>
              <a:buClr>
                <a:schemeClr val="lt1"/>
              </a:buClr>
              <a:buSzPts val="2000"/>
              <a:buFont typeface="Arial"/>
              <a:buNone/>
            </a:pPr>
            <a:r>
              <a:t/>
            </a:r>
            <a:endParaRPr b="1" i="0" sz="2000" u="none">
              <a:solidFill>
                <a:srgbClr val="FF0000"/>
              </a:solidFill>
              <a:latin typeface="Arial"/>
              <a:ea typeface="Arial"/>
              <a:cs typeface="Arial"/>
              <a:sym typeface="Arial"/>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Construir un árbol cuya raíz sea el estado inicial.</a:t>
            </a:r>
            <a:endParaRPr/>
          </a:p>
          <a:p>
            <a:pPr indent="0" lvl="0" marL="0" marR="0" rtl="0" algn="just">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Todas las ramificaciones de la raíz se generan al aplicar cada una de las reglas aplicables al estado inicial.</a:t>
            </a:r>
            <a:endParaRPr/>
          </a:p>
        </p:txBody>
      </p:sp>
      <p:grpSp>
        <p:nvGrpSpPr>
          <p:cNvPr id="497" name="Google Shape;497;p10"/>
          <p:cNvGrpSpPr/>
          <p:nvPr/>
        </p:nvGrpSpPr>
        <p:grpSpPr>
          <a:xfrm>
            <a:off x="3563937" y="4256087"/>
            <a:ext cx="1800225" cy="973137"/>
            <a:chOff x="3560" y="2227"/>
            <a:chExt cx="1134" cy="613"/>
          </a:xfrm>
        </p:grpSpPr>
        <p:sp>
          <p:nvSpPr>
            <p:cNvPr id="498" name="Google Shape;498;p10"/>
            <p:cNvSpPr txBox="1"/>
            <p:nvPr/>
          </p:nvSpPr>
          <p:spPr>
            <a:xfrm>
              <a:off x="3560" y="2635"/>
              <a:ext cx="453" cy="205"/>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(4,0)</a:t>
              </a:r>
              <a:endParaRPr/>
            </a:p>
          </p:txBody>
        </p:sp>
        <p:sp>
          <p:nvSpPr>
            <p:cNvPr id="499" name="Google Shape;499;p10"/>
            <p:cNvSpPr txBox="1"/>
            <p:nvPr/>
          </p:nvSpPr>
          <p:spPr>
            <a:xfrm>
              <a:off x="4278" y="2635"/>
              <a:ext cx="416" cy="205"/>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(0,3)</a:t>
              </a:r>
              <a:endParaRPr/>
            </a:p>
          </p:txBody>
        </p:sp>
        <p:cxnSp>
          <p:nvCxnSpPr>
            <p:cNvPr id="500" name="Google Shape;500;p10"/>
            <p:cNvCxnSpPr/>
            <p:nvPr/>
          </p:nvCxnSpPr>
          <p:spPr>
            <a:xfrm flipH="1">
              <a:off x="3798" y="2419"/>
              <a:ext cx="240" cy="216"/>
            </a:xfrm>
            <a:prstGeom prst="straightConnector1">
              <a:avLst/>
            </a:prstGeom>
            <a:noFill/>
            <a:ln cap="flat" cmpd="sng" w="9525">
              <a:solidFill>
                <a:schemeClr val="lt1"/>
              </a:solidFill>
              <a:prstDash val="solid"/>
              <a:miter lim="800000"/>
              <a:headEnd len="med" w="med" type="none"/>
              <a:tailEnd len="med" w="med" type="none"/>
            </a:ln>
          </p:spPr>
        </p:cxnSp>
        <p:cxnSp>
          <p:nvCxnSpPr>
            <p:cNvPr id="501" name="Google Shape;501;p10"/>
            <p:cNvCxnSpPr/>
            <p:nvPr/>
          </p:nvCxnSpPr>
          <p:spPr>
            <a:xfrm>
              <a:off x="4182" y="2419"/>
              <a:ext cx="240" cy="216"/>
            </a:xfrm>
            <a:prstGeom prst="straightConnector1">
              <a:avLst/>
            </a:prstGeom>
            <a:noFill/>
            <a:ln cap="flat" cmpd="sng" w="9525">
              <a:solidFill>
                <a:schemeClr val="lt1"/>
              </a:solidFill>
              <a:prstDash val="solid"/>
              <a:miter lim="800000"/>
              <a:headEnd len="med" w="med" type="none"/>
              <a:tailEnd len="med" w="med" type="none"/>
            </a:ln>
          </p:spPr>
        </p:cxnSp>
        <p:sp>
          <p:nvSpPr>
            <p:cNvPr id="502" name="Google Shape;502;p10"/>
            <p:cNvSpPr txBox="1"/>
            <p:nvPr/>
          </p:nvSpPr>
          <p:spPr>
            <a:xfrm>
              <a:off x="3878" y="2227"/>
              <a:ext cx="453" cy="205"/>
            </a:xfrm>
            <a:prstGeom prst="rect">
              <a:avLst/>
            </a:prstGeom>
            <a:solidFill>
              <a:schemeClr val="dk2"/>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(0,0)</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6" name="Shape 506"/>
        <p:cNvGrpSpPr/>
        <p:nvPr/>
      </p:nvGrpSpPr>
      <p:grpSpPr>
        <a:xfrm>
          <a:off x="0" y="0"/>
          <a:ext cx="0" cy="0"/>
          <a:chOff x="0" y="0"/>
          <a:chExt cx="0" cy="0"/>
        </a:xfrm>
      </p:grpSpPr>
      <p:sp>
        <p:nvSpPr>
          <p:cNvPr id="507" name="Google Shape;507;p11"/>
          <p:cNvSpPr txBox="1"/>
          <p:nvPr>
            <p:ph type="title"/>
          </p:nvPr>
        </p:nvSpPr>
        <p:spPr>
          <a:xfrm>
            <a:off x="457200" y="274637"/>
            <a:ext cx="8229600" cy="9937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3. Búsqueda primero en anchura</a:t>
            </a:r>
            <a:endParaRPr/>
          </a:p>
        </p:txBody>
      </p:sp>
      <p:sp>
        <p:nvSpPr>
          <p:cNvPr id="508" name="Google Shape;508;p11"/>
          <p:cNvSpPr txBox="1"/>
          <p:nvPr/>
        </p:nvSpPr>
        <p:spPr>
          <a:xfrm>
            <a:off x="755650" y="1268412"/>
            <a:ext cx="7848600" cy="23764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Estrategia de control sistemática para el problema </a:t>
            </a:r>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de las jarras de agua</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Ahora, para cada nodo, se generan todas las posibles situaciones resultantes de la aplicación de todas las reglas adecuadas.</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Se continúa con este proceso hasta que alguna regla produce un estado objetivo.</a:t>
            </a:r>
            <a:endParaRPr/>
          </a:p>
          <a:p>
            <a:pPr indent="0" lvl="0" marL="0" marR="0" rtl="0" algn="just">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grpSp>
        <p:nvGrpSpPr>
          <p:cNvPr id="509" name="Google Shape;509;p11"/>
          <p:cNvGrpSpPr/>
          <p:nvPr/>
        </p:nvGrpSpPr>
        <p:grpSpPr>
          <a:xfrm>
            <a:off x="2484437" y="3895725"/>
            <a:ext cx="4319587" cy="973137"/>
            <a:chOff x="3560" y="2227"/>
            <a:chExt cx="840" cy="613"/>
          </a:xfrm>
        </p:grpSpPr>
        <p:sp>
          <p:nvSpPr>
            <p:cNvPr id="510" name="Google Shape;510;p11"/>
            <p:cNvSpPr txBox="1"/>
            <p:nvPr/>
          </p:nvSpPr>
          <p:spPr>
            <a:xfrm>
              <a:off x="3560" y="2635"/>
              <a:ext cx="140" cy="205"/>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(4,0)</a:t>
              </a:r>
              <a:endParaRPr/>
            </a:p>
          </p:txBody>
        </p:sp>
        <p:sp>
          <p:nvSpPr>
            <p:cNvPr id="511" name="Google Shape;511;p11"/>
            <p:cNvSpPr txBox="1"/>
            <p:nvPr/>
          </p:nvSpPr>
          <p:spPr>
            <a:xfrm>
              <a:off x="4260" y="2635"/>
              <a:ext cx="140" cy="205"/>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(0,3)</a:t>
              </a:r>
              <a:endParaRPr/>
            </a:p>
          </p:txBody>
        </p:sp>
        <p:cxnSp>
          <p:nvCxnSpPr>
            <p:cNvPr id="512" name="Google Shape;512;p11"/>
            <p:cNvCxnSpPr/>
            <p:nvPr/>
          </p:nvCxnSpPr>
          <p:spPr>
            <a:xfrm flipH="1">
              <a:off x="3642" y="2419"/>
              <a:ext cx="240" cy="216"/>
            </a:xfrm>
            <a:prstGeom prst="straightConnector1">
              <a:avLst/>
            </a:prstGeom>
            <a:noFill/>
            <a:ln cap="flat" cmpd="sng" w="9525">
              <a:solidFill>
                <a:schemeClr val="lt1"/>
              </a:solidFill>
              <a:prstDash val="solid"/>
              <a:miter lim="800000"/>
              <a:headEnd len="med" w="med" type="none"/>
              <a:tailEnd len="med" w="med" type="none"/>
            </a:ln>
          </p:spPr>
        </p:cxnSp>
        <p:cxnSp>
          <p:nvCxnSpPr>
            <p:cNvPr id="513" name="Google Shape;513;p11"/>
            <p:cNvCxnSpPr/>
            <p:nvPr/>
          </p:nvCxnSpPr>
          <p:spPr>
            <a:xfrm>
              <a:off x="4022" y="2428"/>
              <a:ext cx="240" cy="216"/>
            </a:xfrm>
            <a:prstGeom prst="straightConnector1">
              <a:avLst/>
            </a:prstGeom>
            <a:noFill/>
            <a:ln cap="flat" cmpd="sng" w="9525">
              <a:solidFill>
                <a:schemeClr val="lt1"/>
              </a:solidFill>
              <a:prstDash val="solid"/>
              <a:miter lim="800000"/>
              <a:headEnd len="med" w="med" type="none"/>
              <a:tailEnd len="med" w="med" type="none"/>
            </a:ln>
          </p:spPr>
        </p:cxnSp>
        <p:sp>
          <p:nvSpPr>
            <p:cNvPr id="514" name="Google Shape;514;p11"/>
            <p:cNvSpPr txBox="1"/>
            <p:nvPr/>
          </p:nvSpPr>
          <p:spPr>
            <a:xfrm>
              <a:off x="3878" y="2227"/>
              <a:ext cx="140" cy="205"/>
            </a:xfrm>
            <a:prstGeom prst="rect">
              <a:avLst/>
            </a:prstGeom>
            <a:solidFill>
              <a:schemeClr val="dk2"/>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(0,0)</a:t>
              </a:r>
              <a:endParaRPr/>
            </a:p>
          </p:txBody>
        </p:sp>
      </p:grpSp>
      <p:sp>
        <p:nvSpPr>
          <p:cNvPr id="515" name="Google Shape;515;p11"/>
          <p:cNvSpPr txBox="1"/>
          <p:nvPr/>
        </p:nvSpPr>
        <p:spPr>
          <a:xfrm>
            <a:off x="1331912" y="5335587"/>
            <a:ext cx="719137" cy="325437"/>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(4,3)</a:t>
            </a:r>
            <a:endParaRPr/>
          </a:p>
        </p:txBody>
      </p:sp>
      <p:sp>
        <p:nvSpPr>
          <p:cNvPr id="516" name="Google Shape;516;p11"/>
          <p:cNvSpPr txBox="1"/>
          <p:nvPr/>
        </p:nvSpPr>
        <p:spPr>
          <a:xfrm>
            <a:off x="2471737" y="5335587"/>
            <a:ext cx="660400" cy="325437"/>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(0,0)</a:t>
            </a:r>
            <a:endParaRPr/>
          </a:p>
        </p:txBody>
      </p:sp>
      <p:sp>
        <p:nvSpPr>
          <p:cNvPr id="517" name="Google Shape;517;p11"/>
          <p:cNvSpPr txBox="1"/>
          <p:nvPr/>
        </p:nvSpPr>
        <p:spPr>
          <a:xfrm>
            <a:off x="3479800" y="5335587"/>
            <a:ext cx="660400" cy="325437"/>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(1,3)</a:t>
            </a:r>
            <a:endParaRPr/>
          </a:p>
        </p:txBody>
      </p:sp>
      <p:sp>
        <p:nvSpPr>
          <p:cNvPr id="518" name="Google Shape;518;p11"/>
          <p:cNvSpPr txBox="1"/>
          <p:nvPr/>
        </p:nvSpPr>
        <p:spPr>
          <a:xfrm>
            <a:off x="5003800" y="5335587"/>
            <a:ext cx="719137" cy="325437"/>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(4,3)</a:t>
            </a:r>
            <a:endParaRPr/>
          </a:p>
        </p:txBody>
      </p:sp>
      <p:sp>
        <p:nvSpPr>
          <p:cNvPr id="519" name="Google Shape;519;p11"/>
          <p:cNvSpPr txBox="1"/>
          <p:nvPr/>
        </p:nvSpPr>
        <p:spPr>
          <a:xfrm>
            <a:off x="6143625" y="5335587"/>
            <a:ext cx="660400" cy="325437"/>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(0,0)</a:t>
            </a:r>
            <a:endParaRPr/>
          </a:p>
        </p:txBody>
      </p:sp>
      <p:sp>
        <p:nvSpPr>
          <p:cNvPr id="520" name="Google Shape;520;p11"/>
          <p:cNvSpPr txBox="1"/>
          <p:nvPr/>
        </p:nvSpPr>
        <p:spPr>
          <a:xfrm>
            <a:off x="7151687" y="5335587"/>
            <a:ext cx="660400" cy="325437"/>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(3,0)</a:t>
            </a:r>
            <a:endParaRPr/>
          </a:p>
        </p:txBody>
      </p:sp>
      <p:cxnSp>
        <p:nvCxnSpPr>
          <p:cNvPr id="521" name="Google Shape;521;p11"/>
          <p:cNvCxnSpPr/>
          <p:nvPr/>
        </p:nvCxnSpPr>
        <p:spPr>
          <a:xfrm flipH="1">
            <a:off x="1619250" y="4868862"/>
            <a:ext cx="1223962" cy="466725"/>
          </a:xfrm>
          <a:prstGeom prst="straightConnector1">
            <a:avLst/>
          </a:prstGeom>
          <a:noFill/>
          <a:ln cap="flat" cmpd="sng" w="9525">
            <a:solidFill>
              <a:schemeClr val="lt1"/>
            </a:solidFill>
            <a:prstDash val="solid"/>
            <a:miter lim="800000"/>
            <a:headEnd len="med" w="med" type="none"/>
            <a:tailEnd len="med" w="med" type="none"/>
          </a:ln>
        </p:spPr>
      </p:cxnSp>
      <p:cxnSp>
        <p:nvCxnSpPr>
          <p:cNvPr id="522" name="Google Shape;522;p11"/>
          <p:cNvCxnSpPr/>
          <p:nvPr/>
        </p:nvCxnSpPr>
        <p:spPr>
          <a:xfrm>
            <a:off x="2843212" y="4868862"/>
            <a:ext cx="966787" cy="466725"/>
          </a:xfrm>
          <a:prstGeom prst="straightConnector1">
            <a:avLst/>
          </a:prstGeom>
          <a:noFill/>
          <a:ln cap="flat" cmpd="sng" w="9525">
            <a:solidFill>
              <a:schemeClr val="lt1"/>
            </a:solidFill>
            <a:prstDash val="solid"/>
            <a:miter lim="800000"/>
            <a:headEnd len="med" w="med" type="none"/>
            <a:tailEnd len="med" w="med" type="none"/>
          </a:ln>
        </p:spPr>
      </p:cxnSp>
      <p:cxnSp>
        <p:nvCxnSpPr>
          <p:cNvPr id="523" name="Google Shape;523;p11"/>
          <p:cNvCxnSpPr/>
          <p:nvPr/>
        </p:nvCxnSpPr>
        <p:spPr>
          <a:xfrm flipH="1">
            <a:off x="5219700" y="4868862"/>
            <a:ext cx="1223962" cy="466725"/>
          </a:xfrm>
          <a:prstGeom prst="straightConnector1">
            <a:avLst/>
          </a:prstGeom>
          <a:noFill/>
          <a:ln cap="flat" cmpd="sng" w="9525">
            <a:solidFill>
              <a:schemeClr val="lt1"/>
            </a:solidFill>
            <a:prstDash val="solid"/>
            <a:miter lim="800000"/>
            <a:headEnd len="med" w="med" type="none"/>
            <a:tailEnd len="med" w="med" type="none"/>
          </a:ln>
        </p:spPr>
      </p:cxnSp>
      <p:cxnSp>
        <p:nvCxnSpPr>
          <p:cNvPr id="524" name="Google Shape;524;p11"/>
          <p:cNvCxnSpPr/>
          <p:nvPr/>
        </p:nvCxnSpPr>
        <p:spPr>
          <a:xfrm>
            <a:off x="6443662" y="4868862"/>
            <a:ext cx="966787" cy="466725"/>
          </a:xfrm>
          <a:prstGeom prst="straightConnector1">
            <a:avLst/>
          </a:prstGeom>
          <a:noFill/>
          <a:ln cap="flat" cmpd="sng" w="9525">
            <a:solidFill>
              <a:schemeClr val="lt1"/>
            </a:solidFill>
            <a:prstDash val="solid"/>
            <a:miter lim="800000"/>
            <a:headEnd len="med" w="med" type="none"/>
            <a:tailEnd len="med" w="med" type="none"/>
          </a:ln>
        </p:spPr>
      </p:cxnSp>
      <p:cxnSp>
        <p:nvCxnSpPr>
          <p:cNvPr id="525" name="Google Shape;525;p11"/>
          <p:cNvCxnSpPr/>
          <p:nvPr/>
        </p:nvCxnSpPr>
        <p:spPr>
          <a:xfrm>
            <a:off x="2843212" y="4868862"/>
            <a:ext cx="0" cy="466725"/>
          </a:xfrm>
          <a:prstGeom prst="straightConnector1">
            <a:avLst/>
          </a:prstGeom>
          <a:noFill/>
          <a:ln cap="flat" cmpd="sng" w="9525">
            <a:solidFill>
              <a:schemeClr val="lt1"/>
            </a:solidFill>
            <a:prstDash val="solid"/>
            <a:miter lim="800000"/>
            <a:headEnd len="med" w="med" type="none"/>
            <a:tailEnd len="med" w="med" type="none"/>
          </a:ln>
        </p:spPr>
      </p:cxnSp>
      <p:cxnSp>
        <p:nvCxnSpPr>
          <p:cNvPr id="526" name="Google Shape;526;p11"/>
          <p:cNvCxnSpPr/>
          <p:nvPr/>
        </p:nvCxnSpPr>
        <p:spPr>
          <a:xfrm>
            <a:off x="6443662" y="4868862"/>
            <a:ext cx="0" cy="466725"/>
          </a:xfrm>
          <a:prstGeom prst="straightConnector1">
            <a:avLst/>
          </a:prstGeom>
          <a:noFill/>
          <a:ln cap="flat" cmpd="sng" w="9525">
            <a:solidFill>
              <a:schemeClr val="lt1"/>
            </a:solidFill>
            <a:prstDash val="solid"/>
            <a:miter lim="800000"/>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0" name="Shape 530"/>
        <p:cNvGrpSpPr/>
        <p:nvPr/>
      </p:nvGrpSpPr>
      <p:grpSpPr>
        <a:xfrm>
          <a:off x="0" y="0"/>
          <a:ext cx="0" cy="0"/>
          <a:chOff x="0" y="0"/>
          <a:chExt cx="0" cy="0"/>
        </a:xfrm>
      </p:grpSpPr>
      <p:sp>
        <p:nvSpPr>
          <p:cNvPr id="531" name="Google Shape;531;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4. Búsqueda primero en profundidad</a:t>
            </a:r>
            <a:endParaRPr/>
          </a:p>
        </p:txBody>
      </p:sp>
      <p:sp>
        <p:nvSpPr>
          <p:cNvPr id="532" name="Google Shape;532;p12"/>
          <p:cNvSpPr txBox="1"/>
          <p:nvPr/>
        </p:nvSpPr>
        <p:spPr>
          <a:xfrm>
            <a:off x="468312" y="5446712"/>
            <a:ext cx="8135937" cy="9350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Se explora cada camino posible hacia el objetivo hasta su conclusión, antes de intentar otro camino</a:t>
            </a:r>
            <a:endParaRPr/>
          </a:p>
        </p:txBody>
      </p:sp>
      <p:sp>
        <p:nvSpPr>
          <p:cNvPr id="533" name="Google Shape;533;p12"/>
          <p:cNvSpPr txBox="1"/>
          <p:nvPr/>
        </p:nvSpPr>
        <p:spPr>
          <a:xfrm>
            <a:off x="1403350" y="1844675"/>
            <a:ext cx="1944687" cy="863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El objetivo es el nodo F</a:t>
            </a:r>
            <a:endParaRPr/>
          </a:p>
        </p:txBody>
      </p:sp>
      <p:sp>
        <p:nvSpPr>
          <p:cNvPr id="534" name="Google Shape;534;p12"/>
          <p:cNvSpPr txBox="1"/>
          <p:nvPr/>
        </p:nvSpPr>
        <p:spPr>
          <a:xfrm>
            <a:off x="900112" y="2563812"/>
            <a:ext cx="3024187" cy="2089150"/>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535" name="Google Shape;535;p12"/>
          <p:cNvGrpSpPr/>
          <p:nvPr/>
        </p:nvGrpSpPr>
        <p:grpSpPr>
          <a:xfrm>
            <a:off x="971550" y="2708275"/>
            <a:ext cx="2808287" cy="1698625"/>
            <a:chOff x="3073" y="1975"/>
            <a:chExt cx="4421" cy="2677"/>
          </a:xfrm>
        </p:grpSpPr>
        <p:sp>
          <p:nvSpPr>
            <p:cNvPr id="536" name="Google Shape;536;p12"/>
            <p:cNvSpPr/>
            <p:nvPr/>
          </p:nvSpPr>
          <p:spPr>
            <a:xfrm>
              <a:off x="5612" y="3879"/>
              <a:ext cx="480" cy="480"/>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4D"/>
                </a:buClr>
                <a:buSzPts val="1400"/>
                <a:buFont typeface="Verdana"/>
                <a:buNone/>
              </a:pPr>
              <a:r>
                <a:rPr b="1" i="0" lang="en-US" sz="1400" u="none">
                  <a:solidFill>
                    <a:srgbClr val="00004D"/>
                  </a:solidFill>
                  <a:latin typeface="Verdana"/>
                  <a:ea typeface="Verdana"/>
                  <a:cs typeface="Verdana"/>
                  <a:sym typeface="Verdana"/>
                </a:rPr>
                <a:t>F</a:t>
              </a:r>
              <a:endParaRPr/>
            </a:p>
          </p:txBody>
        </p:sp>
        <p:sp>
          <p:nvSpPr>
            <p:cNvPr id="537" name="Google Shape;537;p12"/>
            <p:cNvSpPr txBox="1"/>
            <p:nvPr/>
          </p:nvSpPr>
          <p:spPr>
            <a:xfrm>
              <a:off x="5094" y="1975"/>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A</a:t>
              </a:r>
              <a:endParaRPr/>
            </a:p>
          </p:txBody>
        </p:sp>
        <p:sp>
          <p:nvSpPr>
            <p:cNvPr id="538" name="Google Shape;538;p12"/>
            <p:cNvSpPr txBox="1"/>
            <p:nvPr/>
          </p:nvSpPr>
          <p:spPr>
            <a:xfrm>
              <a:off x="4134" y="2961"/>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B</a:t>
              </a:r>
              <a:endParaRPr/>
            </a:p>
          </p:txBody>
        </p:sp>
        <p:sp>
          <p:nvSpPr>
            <p:cNvPr id="539" name="Google Shape;539;p12"/>
            <p:cNvSpPr txBox="1"/>
            <p:nvPr/>
          </p:nvSpPr>
          <p:spPr>
            <a:xfrm>
              <a:off x="3414" y="3861"/>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D</a:t>
              </a:r>
              <a:endParaRPr/>
            </a:p>
          </p:txBody>
        </p:sp>
        <p:sp>
          <p:nvSpPr>
            <p:cNvPr id="540" name="Google Shape;540;p12"/>
            <p:cNvSpPr txBox="1"/>
            <p:nvPr/>
          </p:nvSpPr>
          <p:spPr>
            <a:xfrm>
              <a:off x="4854" y="3861"/>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E</a:t>
              </a:r>
              <a:endParaRPr/>
            </a:p>
          </p:txBody>
        </p:sp>
        <p:sp>
          <p:nvSpPr>
            <p:cNvPr id="541" name="Google Shape;541;p12"/>
            <p:cNvSpPr txBox="1"/>
            <p:nvPr/>
          </p:nvSpPr>
          <p:spPr>
            <a:xfrm>
              <a:off x="6134" y="2884"/>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C</a:t>
              </a:r>
              <a:endParaRPr/>
            </a:p>
          </p:txBody>
        </p:sp>
        <p:sp>
          <p:nvSpPr>
            <p:cNvPr id="542" name="Google Shape;542;p12"/>
            <p:cNvSpPr txBox="1"/>
            <p:nvPr/>
          </p:nvSpPr>
          <p:spPr>
            <a:xfrm>
              <a:off x="7014" y="3861"/>
              <a:ext cx="480" cy="4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G</a:t>
              </a:r>
              <a:endParaRPr/>
            </a:p>
          </p:txBody>
        </p:sp>
        <p:cxnSp>
          <p:nvCxnSpPr>
            <p:cNvPr id="543" name="Google Shape;543;p12"/>
            <p:cNvCxnSpPr/>
            <p:nvPr/>
          </p:nvCxnSpPr>
          <p:spPr>
            <a:xfrm flipH="1">
              <a:off x="4615" y="2335"/>
              <a:ext cx="480" cy="540"/>
            </a:xfrm>
            <a:prstGeom prst="straightConnector1">
              <a:avLst/>
            </a:prstGeom>
            <a:noFill/>
            <a:ln cap="flat" cmpd="sng" w="9525">
              <a:solidFill>
                <a:schemeClr val="lt1"/>
              </a:solidFill>
              <a:prstDash val="solid"/>
              <a:miter lim="800000"/>
              <a:headEnd len="med" w="med" type="none"/>
              <a:tailEnd len="med" w="med" type="none"/>
            </a:ln>
          </p:spPr>
        </p:cxnSp>
        <p:cxnSp>
          <p:nvCxnSpPr>
            <p:cNvPr id="544" name="Google Shape;544;p12"/>
            <p:cNvCxnSpPr/>
            <p:nvPr/>
          </p:nvCxnSpPr>
          <p:spPr>
            <a:xfrm flipH="1">
              <a:off x="3773" y="3416"/>
              <a:ext cx="482" cy="538"/>
            </a:xfrm>
            <a:prstGeom prst="straightConnector1">
              <a:avLst/>
            </a:prstGeom>
            <a:noFill/>
            <a:ln cap="flat" cmpd="sng" w="9525">
              <a:solidFill>
                <a:schemeClr val="lt1"/>
              </a:solidFill>
              <a:prstDash val="solid"/>
              <a:miter lim="800000"/>
              <a:headEnd len="med" w="med" type="none"/>
              <a:tailEnd len="med" w="med" type="none"/>
            </a:ln>
          </p:spPr>
        </p:cxnSp>
        <p:cxnSp>
          <p:nvCxnSpPr>
            <p:cNvPr id="545" name="Google Shape;545;p12"/>
            <p:cNvCxnSpPr/>
            <p:nvPr/>
          </p:nvCxnSpPr>
          <p:spPr>
            <a:xfrm>
              <a:off x="5575" y="2335"/>
              <a:ext cx="480" cy="540"/>
            </a:xfrm>
            <a:prstGeom prst="straightConnector1">
              <a:avLst/>
            </a:prstGeom>
            <a:noFill/>
            <a:ln cap="flat" cmpd="sng" w="9525">
              <a:solidFill>
                <a:schemeClr val="lt1"/>
              </a:solidFill>
              <a:prstDash val="solid"/>
              <a:miter lim="800000"/>
              <a:headEnd len="med" w="med" type="none"/>
              <a:tailEnd len="med" w="med" type="none"/>
            </a:ln>
          </p:spPr>
        </p:cxnSp>
        <p:cxnSp>
          <p:nvCxnSpPr>
            <p:cNvPr id="546" name="Google Shape;546;p12"/>
            <p:cNvCxnSpPr/>
            <p:nvPr/>
          </p:nvCxnSpPr>
          <p:spPr>
            <a:xfrm>
              <a:off x="6534" y="3416"/>
              <a:ext cx="480" cy="538"/>
            </a:xfrm>
            <a:prstGeom prst="straightConnector1">
              <a:avLst/>
            </a:prstGeom>
            <a:noFill/>
            <a:ln cap="flat" cmpd="sng" w="9525">
              <a:solidFill>
                <a:schemeClr val="lt1"/>
              </a:solidFill>
              <a:prstDash val="solid"/>
              <a:miter lim="800000"/>
              <a:headEnd len="med" w="med" type="none"/>
              <a:tailEnd len="med" w="med" type="none"/>
            </a:ln>
          </p:spPr>
        </p:cxnSp>
        <p:cxnSp>
          <p:nvCxnSpPr>
            <p:cNvPr id="547" name="Google Shape;547;p12"/>
            <p:cNvCxnSpPr/>
            <p:nvPr/>
          </p:nvCxnSpPr>
          <p:spPr>
            <a:xfrm>
              <a:off x="4495" y="3416"/>
              <a:ext cx="480" cy="538"/>
            </a:xfrm>
            <a:prstGeom prst="straightConnector1">
              <a:avLst/>
            </a:prstGeom>
            <a:noFill/>
            <a:ln cap="flat" cmpd="sng" w="9525">
              <a:solidFill>
                <a:schemeClr val="lt1"/>
              </a:solidFill>
              <a:prstDash val="solid"/>
              <a:miter lim="800000"/>
              <a:headEnd len="med" w="med" type="none"/>
              <a:tailEnd len="med" w="med" type="none"/>
            </a:ln>
          </p:spPr>
        </p:cxnSp>
        <p:cxnSp>
          <p:nvCxnSpPr>
            <p:cNvPr id="548" name="Google Shape;548;p12"/>
            <p:cNvCxnSpPr/>
            <p:nvPr/>
          </p:nvCxnSpPr>
          <p:spPr>
            <a:xfrm flipH="1">
              <a:off x="5815" y="3416"/>
              <a:ext cx="480" cy="538"/>
            </a:xfrm>
            <a:prstGeom prst="straightConnector1">
              <a:avLst/>
            </a:prstGeom>
            <a:noFill/>
            <a:ln cap="flat" cmpd="sng" w="9525">
              <a:solidFill>
                <a:schemeClr val="lt1"/>
              </a:solidFill>
              <a:prstDash val="solid"/>
              <a:miter lim="800000"/>
              <a:headEnd len="med" w="med" type="none"/>
              <a:tailEnd len="med" w="med" type="none"/>
            </a:ln>
          </p:spPr>
        </p:cxnSp>
        <p:cxnSp>
          <p:nvCxnSpPr>
            <p:cNvPr id="549" name="Google Shape;549;p12"/>
            <p:cNvCxnSpPr/>
            <p:nvPr/>
          </p:nvCxnSpPr>
          <p:spPr>
            <a:xfrm flipH="1">
              <a:off x="4135" y="2155"/>
              <a:ext cx="840" cy="958"/>
            </a:xfrm>
            <a:prstGeom prst="straightConnector1">
              <a:avLst/>
            </a:prstGeom>
            <a:noFill/>
            <a:ln cap="flat" cmpd="sng" w="9525">
              <a:solidFill>
                <a:schemeClr val="lt1"/>
              </a:solidFill>
              <a:prstDash val="solid"/>
              <a:miter lim="800000"/>
              <a:headEnd len="med" w="med" type="none"/>
              <a:tailEnd len="med" w="med" type="triangle"/>
            </a:ln>
          </p:spPr>
        </p:cxnSp>
        <p:cxnSp>
          <p:nvCxnSpPr>
            <p:cNvPr id="550" name="Google Shape;550;p12"/>
            <p:cNvCxnSpPr/>
            <p:nvPr/>
          </p:nvCxnSpPr>
          <p:spPr>
            <a:xfrm>
              <a:off x="5455" y="2633"/>
              <a:ext cx="600" cy="660"/>
            </a:xfrm>
            <a:prstGeom prst="straightConnector1">
              <a:avLst/>
            </a:prstGeom>
            <a:noFill/>
            <a:ln cap="flat" cmpd="sng" w="9525">
              <a:solidFill>
                <a:schemeClr val="lt1"/>
              </a:solidFill>
              <a:prstDash val="solid"/>
              <a:miter lim="800000"/>
              <a:headEnd len="med" w="med" type="none"/>
              <a:tailEnd len="med" w="med" type="triangle"/>
            </a:ln>
          </p:spPr>
        </p:cxnSp>
        <p:cxnSp>
          <p:nvCxnSpPr>
            <p:cNvPr id="551" name="Google Shape;551;p12"/>
            <p:cNvCxnSpPr/>
            <p:nvPr/>
          </p:nvCxnSpPr>
          <p:spPr>
            <a:xfrm flipH="1">
              <a:off x="3533" y="3173"/>
              <a:ext cx="602" cy="660"/>
            </a:xfrm>
            <a:prstGeom prst="straightConnector1">
              <a:avLst/>
            </a:prstGeom>
            <a:noFill/>
            <a:ln cap="flat" cmpd="sng" w="9525">
              <a:solidFill>
                <a:schemeClr val="lt1"/>
              </a:solidFill>
              <a:prstDash val="solid"/>
              <a:miter lim="800000"/>
              <a:headEnd len="med" w="med" type="none"/>
              <a:tailEnd len="med" w="med" type="triangle"/>
            </a:ln>
          </p:spPr>
        </p:cxnSp>
        <p:cxnSp>
          <p:nvCxnSpPr>
            <p:cNvPr id="552" name="Google Shape;552;p12"/>
            <p:cNvCxnSpPr/>
            <p:nvPr/>
          </p:nvCxnSpPr>
          <p:spPr>
            <a:xfrm flipH="1" rot="10800000">
              <a:off x="3653" y="3596"/>
              <a:ext cx="722" cy="778"/>
            </a:xfrm>
            <a:prstGeom prst="straightConnector1">
              <a:avLst/>
            </a:prstGeom>
            <a:noFill/>
            <a:ln cap="flat" cmpd="sng" w="9525">
              <a:solidFill>
                <a:schemeClr val="lt1"/>
              </a:solidFill>
              <a:prstDash val="solid"/>
              <a:miter lim="800000"/>
              <a:headEnd len="med" w="med" type="none"/>
              <a:tailEnd len="med" w="med" type="triangle"/>
            </a:ln>
          </p:spPr>
        </p:cxnSp>
        <p:sp>
          <p:nvSpPr>
            <p:cNvPr id="553" name="Google Shape;553;p12"/>
            <p:cNvSpPr/>
            <p:nvPr/>
          </p:nvSpPr>
          <p:spPr>
            <a:xfrm>
              <a:off x="4740" y="2563"/>
              <a:ext cx="667" cy="753"/>
            </a:xfrm>
            <a:custGeom>
              <a:rect b="b" l="l" r="r" t="t"/>
              <a:pathLst>
                <a:path extrusionOk="0" h="753" w="669">
                  <a:moveTo>
                    <a:pt x="669" y="0"/>
                  </a:moveTo>
                  <a:lnTo>
                    <a:pt x="435" y="50"/>
                  </a:lnTo>
                  <a:lnTo>
                    <a:pt x="16" y="536"/>
                  </a:lnTo>
                  <a:lnTo>
                    <a:pt x="0" y="753"/>
                  </a:lnTo>
                </a:path>
              </a:pathLst>
            </a:custGeom>
            <a:noFill/>
            <a:ln cap="flat" cmpd="sng" w="9525">
              <a:solidFill>
                <a:schemeClr val="lt1"/>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cxnSp>
          <p:nvCxnSpPr>
            <p:cNvPr id="554" name="Google Shape;554;p12"/>
            <p:cNvCxnSpPr/>
            <p:nvPr/>
          </p:nvCxnSpPr>
          <p:spPr>
            <a:xfrm>
              <a:off x="4495" y="3654"/>
              <a:ext cx="600" cy="718"/>
            </a:xfrm>
            <a:prstGeom prst="straightConnector1">
              <a:avLst/>
            </a:prstGeom>
            <a:noFill/>
            <a:ln cap="flat" cmpd="sng" w="9525">
              <a:solidFill>
                <a:schemeClr val="lt1"/>
              </a:solidFill>
              <a:prstDash val="solid"/>
              <a:miter lim="800000"/>
              <a:headEnd len="med" w="med" type="none"/>
              <a:tailEnd len="med" w="med" type="triangle"/>
            </a:ln>
          </p:spPr>
        </p:cxnSp>
        <p:cxnSp>
          <p:nvCxnSpPr>
            <p:cNvPr id="555" name="Google Shape;555;p12"/>
            <p:cNvCxnSpPr/>
            <p:nvPr/>
          </p:nvCxnSpPr>
          <p:spPr>
            <a:xfrm>
              <a:off x="4735" y="3293"/>
              <a:ext cx="600" cy="721"/>
            </a:xfrm>
            <a:prstGeom prst="straightConnector1">
              <a:avLst/>
            </a:prstGeom>
            <a:noFill/>
            <a:ln cap="flat" cmpd="sng" w="9525">
              <a:solidFill>
                <a:schemeClr val="lt1"/>
              </a:solidFill>
              <a:prstDash val="solid"/>
              <a:miter lim="800000"/>
              <a:headEnd len="med" w="med" type="triangle"/>
              <a:tailEnd len="med" w="med" type="none"/>
            </a:ln>
          </p:spPr>
        </p:cxnSp>
        <p:sp>
          <p:nvSpPr>
            <p:cNvPr id="556" name="Google Shape;556;p12"/>
            <p:cNvSpPr/>
            <p:nvPr/>
          </p:nvSpPr>
          <p:spPr>
            <a:xfrm>
              <a:off x="5107" y="4052"/>
              <a:ext cx="452" cy="505"/>
            </a:xfrm>
            <a:custGeom>
              <a:rect b="b" l="l" r="r" t="t"/>
              <a:pathLst>
                <a:path extrusionOk="0" h="505" w="452">
                  <a:moveTo>
                    <a:pt x="0" y="318"/>
                  </a:moveTo>
                  <a:lnTo>
                    <a:pt x="201" y="452"/>
                  </a:lnTo>
                  <a:cubicBezTo>
                    <a:pt x="271" y="477"/>
                    <a:pt x="377" y="505"/>
                    <a:pt x="419" y="469"/>
                  </a:cubicBezTo>
                  <a:lnTo>
                    <a:pt x="452" y="235"/>
                  </a:lnTo>
                  <a:lnTo>
                    <a:pt x="285" y="0"/>
                  </a:lnTo>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557" name="Google Shape;557;p12"/>
            <p:cNvSpPr/>
            <p:nvPr/>
          </p:nvSpPr>
          <p:spPr>
            <a:xfrm>
              <a:off x="3073" y="3869"/>
              <a:ext cx="492" cy="783"/>
            </a:xfrm>
            <a:custGeom>
              <a:rect b="b" l="l" r="r" t="t"/>
              <a:pathLst>
                <a:path extrusionOk="0" h="784" w="493">
                  <a:moveTo>
                    <a:pt x="410" y="0"/>
                  </a:moveTo>
                  <a:lnTo>
                    <a:pt x="58" y="402"/>
                  </a:lnTo>
                  <a:cubicBezTo>
                    <a:pt x="0" y="533"/>
                    <a:pt x="21" y="723"/>
                    <a:pt x="61" y="784"/>
                  </a:cubicBezTo>
                  <a:lnTo>
                    <a:pt x="297" y="769"/>
                  </a:lnTo>
                  <a:lnTo>
                    <a:pt x="493" y="558"/>
                  </a:lnTo>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558" name="Google Shape;558;p12"/>
            <p:cNvSpPr/>
            <p:nvPr/>
          </p:nvSpPr>
          <p:spPr>
            <a:xfrm>
              <a:off x="5575" y="3216"/>
              <a:ext cx="470" cy="738"/>
            </a:xfrm>
            <a:custGeom>
              <a:rect b="b" l="l" r="r" t="t"/>
              <a:pathLst>
                <a:path extrusionOk="0" h="739" w="471">
                  <a:moveTo>
                    <a:pt x="471" y="0"/>
                  </a:moveTo>
                  <a:lnTo>
                    <a:pt x="437" y="251"/>
                  </a:lnTo>
                  <a:lnTo>
                    <a:pt x="0" y="739"/>
                  </a:lnTo>
                </a:path>
              </a:pathLst>
            </a:custGeom>
            <a:noFill/>
            <a:ln cap="flat" cmpd="sng" w="9525">
              <a:solidFill>
                <a:schemeClr val="lt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sp>
        <p:nvSpPr>
          <p:cNvPr id="559" name="Google Shape;559;p12"/>
          <p:cNvSpPr txBox="1"/>
          <p:nvPr/>
        </p:nvSpPr>
        <p:spPr>
          <a:xfrm>
            <a:off x="4500562" y="2133600"/>
            <a:ext cx="3384550" cy="10080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Eventualmente degenerará en               una búsqueda exhaustiva</a:t>
            </a:r>
            <a:endParaRPr/>
          </a:p>
        </p:txBody>
      </p:sp>
      <p:sp>
        <p:nvSpPr>
          <p:cNvPr id="560" name="Google Shape;560;p12"/>
          <p:cNvSpPr txBox="1"/>
          <p:nvPr/>
        </p:nvSpPr>
        <p:spPr>
          <a:xfrm>
            <a:off x="6588125" y="1774825"/>
            <a:ext cx="1800225" cy="863600"/>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Se hallará una solución</a:t>
            </a:r>
            <a:endParaRPr/>
          </a:p>
        </p:txBody>
      </p:sp>
      <p:grpSp>
        <p:nvGrpSpPr>
          <p:cNvPr id="561" name="Google Shape;561;p12"/>
          <p:cNvGrpSpPr/>
          <p:nvPr/>
        </p:nvGrpSpPr>
        <p:grpSpPr>
          <a:xfrm>
            <a:off x="6372225" y="3859212"/>
            <a:ext cx="1871662" cy="1370012"/>
            <a:chOff x="3515" y="2409"/>
            <a:chExt cx="1179" cy="863"/>
          </a:xfrm>
        </p:grpSpPr>
        <p:cxnSp>
          <p:nvCxnSpPr>
            <p:cNvPr id="562" name="Google Shape;562;p12"/>
            <p:cNvCxnSpPr/>
            <p:nvPr/>
          </p:nvCxnSpPr>
          <p:spPr>
            <a:xfrm flipH="1">
              <a:off x="3774" y="2931"/>
              <a:ext cx="240" cy="216"/>
            </a:xfrm>
            <a:prstGeom prst="straightConnector1">
              <a:avLst/>
            </a:prstGeom>
            <a:noFill/>
            <a:ln cap="flat" cmpd="sng" w="9525">
              <a:solidFill>
                <a:schemeClr val="lt1"/>
              </a:solidFill>
              <a:prstDash val="solid"/>
              <a:miter lim="800000"/>
              <a:headEnd len="med" w="med" type="none"/>
              <a:tailEnd len="med" w="med" type="none"/>
            </a:ln>
          </p:spPr>
        </p:cxnSp>
        <p:cxnSp>
          <p:nvCxnSpPr>
            <p:cNvPr id="563" name="Google Shape;563;p12"/>
            <p:cNvCxnSpPr/>
            <p:nvPr/>
          </p:nvCxnSpPr>
          <p:spPr>
            <a:xfrm flipH="1">
              <a:off x="4195" y="2523"/>
              <a:ext cx="240" cy="216"/>
            </a:xfrm>
            <a:prstGeom prst="straightConnector1">
              <a:avLst/>
            </a:prstGeom>
            <a:noFill/>
            <a:ln cap="flat" cmpd="sng" w="9525">
              <a:solidFill>
                <a:schemeClr val="lt1"/>
              </a:solidFill>
              <a:prstDash val="solid"/>
              <a:miter lim="800000"/>
              <a:headEnd len="med" w="med" type="none"/>
              <a:tailEnd len="med" w="med" type="none"/>
            </a:ln>
          </p:spPr>
        </p:cxnSp>
        <p:sp>
          <p:nvSpPr>
            <p:cNvPr id="564" name="Google Shape;564;p12"/>
            <p:cNvSpPr txBox="1"/>
            <p:nvPr/>
          </p:nvSpPr>
          <p:spPr>
            <a:xfrm>
              <a:off x="4241" y="2409"/>
              <a:ext cx="453" cy="205"/>
            </a:xfrm>
            <a:prstGeom prst="rect">
              <a:avLst/>
            </a:prstGeom>
            <a:solidFill>
              <a:schemeClr val="dk2"/>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(0,0)</a:t>
              </a:r>
              <a:endParaRPr/>
            </a:p>
          </p:txBody>
        </p:sp>
        <p:sp>
          <p:nvSpPr>
            <p:cNvPr id="565" name="Google Shape;565;p12"/>
            <p:cNvSpPr txBox="1"/>
            <p:nvPr/>
          </p:nvSpPr>
          <p:spPr>
            <a:xfrm>
              <a:off x="3879" y="2726"/>
              <a:ext cx="453" cy="205"/>
            </a:xfrm>
            <a:prstGeom prst="rect">
              <a:avLst/>
            </a:prstGeom>
            <a:solidFill>
              <a:schemeClr val="dk2"/>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(4,0)</a:t>
              </a:r>
              <a:endParaRPr/>
            </a:p>
          </p:txBody>
        </p:sp>
        <p:sp>
          <p:nvSpPr>
            <p:cNvPr id="566" name="Google Shape;566;p12"/>
            <p:cNvSpPr txBox="1"/>
            <p:nvPr/>
          </p:nvSpPr>
          <p:spPr>
            <a:xfrm>
              <a:off x="3515" y="3067"/>
              <a:ext cx="453" cy="205"/>
            </a:xfrm>
            <a:prstGeom prst="rect">
              <a:avLst/>
            </a:prstGeom>
            <a:solidFill>
              <a:schemeClr val="dk2"/>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Verdana"/>
                <a:buNone/>
              </a:pPr>
              <a:r>
                <a:rPr b="1" i="0" lang="en-US" sz="1400" u="none">
                  <a:solidFill>
                    <a:schemeClr val="lt1"/>
                  </a:solidFill>
                  <a:latin typeface="Verdana"/>
                  <a:ea typeface="Verdana"/>
                  <a:cs typeface="Verdana"/>
                  <a:sym typeface="Verdana"/>
                </a:rPr>
                <a:t>(4,3)</a:t>
              </a:r>
              <a:endParaRPr/>
            </a:p>
          </p:txBody>
        </p:sp>
      </p:grpSp>
      <p:sp>
        <p:nvSpPr>
          <p:cNvPr id="567" name="Google Shape;567;p12"/>
          <p:cNvSpPr txBox="1"/>
          <p:nvPr/>
        </p:nvSpPr>
        <p:spPr>
          <a:xfrm>
            <a:off x="5940425" y="3500437"/>
            <a:ext cx="1582737" cy="71913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Jarras de agua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1" name="Shape 571"/>
        <p:cNvGrpSpPr/>
        <p:nvPr/>
      </p:nvGrpSpPr>
      <p:grpSpPr>
        <a:xfrm>
          <a:off x="0" y="0"/>
          <a:ext cx="0" cy="0"/>
          <a:chOff x="0" y="0"/>
          <a:chExt cx="0" cy="0"/>
        </a:xfrm>
      </p:grpSpPr>
      <p:sp>
        <p:nvSpPr>
          <p:cNvPr id="572" name="Google Shape;572;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4. Búsqueda primero en profundidad</a:t>
            </a:r>
            <a:endParaRPr/>
          </a:p>
        </p:txBody>
      </p:sp>
      <p:sp>
        <p:nvSpPr>
          <p:cNvPr id="573" name="Google Shape;573;p13"/>
          <p:cNvSpPr txBox="1"/>
          <p:nvPr/>
        </p:nvSpPr>
        <p:spPr>
          <a:xfrm>
            <a:off x="539750" y="1341437"/>
            <a:ext cx="8280400" cy="482441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Esta estrategia de control sistemática, se basa en continuar por una sola rama del árbol hasta encontrar una solución o hasta que se tome la decisión de terminar la búsqueda por esa dirección.</a:t>
            </a:r>
            <a:endParaRPr/>
          </a:p>
          <a:p>
            <a:pPr indent="0" lvl="0" marL="0" marR="0" rtl="0" algn="just">
              <a:lnSpc>
                <a:spcPct val="100000"/>
              </a:lnSpc>
              <a:spcBef>
                <a:spcPts val="200"/>
              </a:spcBef>
              <a:spcAft>
                <a:spcPts val="0"/>
              </a:spcAft>
              <a:buClr>
                <a:schemeClr val="lt1"/>
              </a:buClr>
              <a:buSzPts val="1000"/>
              <a:buFont typeface="Arial"/>
              <a:buNone/>
            </a:pPr>
            <a:r>
              <a:t/>
            </a:r>
            <a:endParaRPr b="1" i="0" sz="1000" u="non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Terminar la búsqueda por una ruta</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Se llega a un callejón sin salida</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Se produce un estado ya alcanzado</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La ruta se alarga más de lo especificado en algún limite de “inutilidad”</a:t>
            </a:r>
            <a:endParaRPr/>
          </a:p>
          <a:p>
            <a:pPr indent="0" lvl="0" marL="0" marR="0" rtl="0" algn="just">
              <a:lnSpc>
                <a:spcPct val="100000"/>
              </a:lnSpc>
              <a:spcBef>
                <a:spcPts val="200"/>
              </a:spcBef>
              <a:spcAft>
                <a:spcPts val="0"/>
              </a:spcAft>
              <a:buClr>
                <a:schemeClr val="lt1"/>
              </a:buClr>
              <a:buSzPts val="1000"/>
              <a:buFont typeface="Arial"/>
              <a:buNone/>
            </a:pPr>
            <a:r>
              <a:t/>
            </a:r>
            <a:endParaRPr b="1" i="0" sz="1000" u="non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Se produce una vuelta atrás (backtracking)</a:t>
            </a:r>
            <a:endParaRPr/>
          </a:p>
          <a:p>
            <a:pPr indent="0" lvl="0" marL="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Se revisita el estado más recientemente creado desde el que sea posible algún movimiento alternativo más y se crea así un nuevo estado.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7" name="Shape 577"/>
        <p:cNvGrpSpPr/>
        <p:nvPr/>
      </p:nvGrpSpPr>
      <p:grpSpPr>
        <a:xfrm>
          <a:off x="0" y="0"/>
          <a:ext cx="0" cy="0"/>
          <a:chOff x="0" y="0"/>
          <a:chExt cx="0" cy="0"/>
        </a:xfrm>
      </p:grpSpPr>
      <p:sp>
        <p:nvSpPr>
          <p:cNvPr id="578" name="Google Shape;578;p14"/>
          <p:cNvSpPr txBox="1"/>
          <p:nvPr/>
        </p:nvSpPr>
        <p:spPr>
          <a:xfrm>
            <a:off x="395287" y="333375"/>
            <a:ext cx="8229600" cy="93503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800"/>
              <a:buFont typeface="Arial"/>
              <a:buNone/>
            </a:pPr>
            <a:r>
              <a:rPr b="1" i="0" lang="en-US" sz="2800" u="none">
                <a:solidFill>
                  <a:srgbClr val="FF0000"/>
                </a:solidFill>
                <a:latin typeface="Arial"/>
                <a:ea typeface="Arial"/>
                <a:cs typeface="Arial"/>
                <a:sym typeface="Arial"/>
              </a:rPr>
              <a:t>Ventajas de la Búsqueda 1º en profundidad</a:t>
            </a:r>
            <a:endParaRPr/>
          </a:p>
        </p:txBody>
      </p:sp>
      <p:sp>
        <p:nvSpPr>
          <p:cNvPr id="579" name="Google Shape;579;p14"/>
          <p:cNvSpPr txBox="1"/>
          <p:nvPr/>
        </p:nvSpPr>
        <p:spPr>
          <a:xfrm>
            <a:off x="539750" y="1125537"/>
            <a:ext cx="7993062" cy="5256212"/>
          </a:xfrm>
          <a:prstGeom prst="rect">
            <a:avLst/>
          </a:prstGeom>
          <a:noFill/>
          <a:ln>
            <a:noFill/>
          </a:ln>
        </p:spPr>
        <p:txBody>
          <a:bodyPr anchorCtr="0" anchor="t" bIns="45700" lIns="91425" spcFirstLastPara="1" rIns="91425" wrap="square" tIns="45700">
            <a:noAutofit/>
          </a:bodyPr>
          <a:lstStyle/>
          <a:p>
            <a:pPr indent="-174625" lvl="0" marL="174625" marR="0" rtl="0" algn="just">
              <a:lnSpc>
                <a:spcPct val="100000"/>
              </a:lnSpc>
              <a:spcBef>
                <a:spcPts val="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Necesita menos memoria, ya que solo se almacenan los nodos del camino que se está siguiendo en ese instante.</a:t>
            </a:r>
            <a:endParaRPr/>
          </a:p>
          <a:p>
            <a:pPr indent="0" lvl="1" marL="179387" marR="0" rtl="0" algn="just">
              <a:lnSpc>
                <a:spcPct val="100000"/>
              </a:lnSpc>
              <a:spcBef>
                <a:spcPts val="440"/>
              </a:spcBef>
              <a:spcAft>
                <a:spcPts val="0"/>
              </a:spcAft>
              <a:buClr>
                <a:schemeClr val="lt1"/>
              </a:buClr>
              <a:buSzPts val="2200"/>
              <a:buFont typeface="Arial"/>
              <a:buNone/>
            </a:pPr>
            <a:r>
              <a:rPr b="1" i="0" lang="en-US" sz="2200" u="none" cap="none" strike="noStrike">
                <a:solidFill>
                  <a:schemeClr val="lt1"/>
                </a:solidFill>
                <a:latin typeface="Arial"/>
                <a:ea typeface="Arial"/>
                <a:cs typeface="Arial"/>
                <a:sym typeface="Arial"/>
              </a:rPr>
              <a:t>En la búsqueda primero en anchura debe almacenarse todo el árbol que haya sido generado hasta ese momento.</a:t>
            </a:r>
            <a:endParaRPr/>
          </a:p>
          <a:p>
            <a:pPr indent="-79375" lvl="0" marL="174625" marR="0" rtl="0" algn="just">
              <a:lnSpc>
                <a:spcPct val="100000"/>
              </a:lnSpc>
              <a:spcBef>
                <a:spcPts val="300"/>
              </a:spcBef>
              <a:spcAft>
                <a:spcPts val="0"/>
              </a:spcAft>
              <a:buClr>
                <a:schemeClr val="lt1"/>
              </a:buClr>
              <a:buSzPts val="1500"/>
              <a:buFont typeface="Arial"/>
              <a:buNone/>
            </a:pPr>
            <a:r>
              <a:t/>
            </a:r>
            <a:endParaRPr b="1" i="0" sz="1500" u="none">
              <a:solidFill>
                <a:schemeClr val="lt1"/>
              </a:solidFill>
              <a:latin typeface="Arial"/>
              <a:ea typeface="Arial"/>
              <a:cs typeface="Arial"/>
              <a:sym typeface="Arial"/>
            </a:endParaRPr>
          </a:p>
          <a:p>
            <a:pPr indent="-174625" lvl="0" marL="174625" marR="0" rtl="0" algn="just">
              <a:lnSpc>
                <a:spcPct val="100000"/>
              </a:lnSpc>
              <a:spcBef>
                <a:spcPts val="44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Con suerte, puede encontrar una solución sin tener que  examinar gran parte del espacio de estados.</a:t>
            </a:r>
            <a:endParaRPr/>
          </a:p>
          <a:p>
            <a:pPr indent="0" lvl="1" marL="179387" marR="0" rtl="0" algn="just">
              <a:lnSpc>
                <a:spcPct val="100000"/>
              </a:lnSpc>
              <a:spcBef>
                <a:spcPts val="440"/>
              </a:spcBef>
              <a:spcAft>
                <a:spcPts val="0"/>
              </a:spcAft>
              <a:buClr>
                <a:schemeClr val="lt1"/>
              </a:buClr>
              <a:buSzPts val="2200"/>
              <a:buFont typeface="Arial"/>
              <a:buNone/>
            </a:pPr>
            <a:r>
              <a:rPr b="1" i="0" lang="en-US" sz="2200" u="none" cap="none" strike="noStrike">
                <a:solidFill>
                  <a:schemeClr val="lt1"/>
                </a:solidFill>
                <a:latin typeface="Arial"/>
                <a:ea typeface="Arial"/>
                <a:cs typeface="Arial"/>
                <a:sym typeface="Arial"/>
              </a:rPr>
              <a:t>En la búsqueda primero en anchura deben examinarse todas las partes del árbol de nivel n antes de comenzar con los nodos de nivel n+1.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3" name="Shape 583"/>
        <p:cNvGrpSpPr/>
        <p:nvPr/>
      </p:nvGrpSpPr>
      <p:grpSpPr>
        <a:xfrm>
          <a:off x="0" y="0"/>
          <a:ext cx="0" cy="0"/>
          <a:chOff x="0" y="0"/>
          <a:chExt cx="0" cy="0"/>
        </a:xfrm>
      </p:grpSpPr>
      <p:sp>
        <p:nvSpPr>
          <p:cNvPr id="584" name="Google Shape;584;p15"/>
          <p:cNvSpPr txBox="1"/>
          <p:nvPr/>
        </p:nvSpPr>
        <p:spPr>
          <a:xfrm>
            <a:off x="323850" y="260350"/>
            <a:ext cx="7508875" cy="10080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800"/>
              <a:buFont typeface="Arial"/>
              <a:buNone/>
            </a:pPr>
            <a:r>
              <a:rPr b="1" i="0" lang="en-US" sz="2800" u="none">
                <a:solidFill>
                  <a:srgbClr val="FF0000"/>
                </a:solidFill>
                <a:latin typeface="Arial"/>
                <a:ea typeface="Arial"/>
                <a:cs typeface="Arial"/>
                <a:sym typeface="Arial"/>
              </a:rPr>
              <a:t>Ventajas de la búsqueda 1º en anchura</a:t>
            </a:r>
            <a:endParaRPr/>
          </a:p>
        </p:txBody>
      </p:sp>
      <p:sp>
        <p:nvSpPr>
          <p:cNvPr id="585" name="Google Shape;585;p15"/>
          <p:cNvSpPr txBox="1"/>
          <p:nvPr/>
        </p:nvSpPr>
        <p:spPr>
          <a:xfrm>
            <a:off x="539750" y="1196975"/>
            <a:ext cx="8085137" cy="5256212"/>
          </a:xfrm>
          <a:prstGeom prst="rect">
            <a:avLst/>
          </a:prstGeom>
          <a:noFill/>
          <a:ln>
            <a:noFill/>
          </a:ln>
        </p:spPr>
        <p:txBody>
          <a:bodyPr anchorCtr="0" anchor="t" bIns="45700" lIns="91425" spcFirstLastPara="1" rIns="91425" wrap="square" tIns="45700">
            <a:noAutofit/>
          </a:bodyPr>
          <a:lstStyle/>
          <a:p>
            <a:pPr indent="-174625" lvl="0" marL="174625" marR="0" rtl="0" algn="just">
              <a:lnSpc>
                <a:spcPct val="100000"/>
              </a:lnSpc>
              <a:spcBef>
                <a:spcPts val="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No queda atrapada explorando callejones sin salida.</a:t>
            </a:r>
            <a:endParaRPr/>
          </a:p>
          <a:p>
            <a:pPr indent="0" lvl="2" marL="179387" marR="0" rtl="0" algn="just">
              <a:lnSpc>
                <a:spcPct val="100000"/>
              </a:lnSpc>
              <a:spcBef>
                <a:spcPts val="440"/>
              </a:spcBef>
              <a:spcAft>
                <a:spcPts val="0"/>
              </a:spcAft>
              <a:buClr>
                <a:schemeClr val="lt1"/>
              </a:buClr>
              <a:buSzPts val="2200"/>
              <a:buFont typeface="Arial"/>
              <a:buNone/>
            </a:pPr>
            <a:r>
              <a:rPr b="1" i="0" lang="en-US" sz="2200" u="none" cap="none" strike="noStrike">
                <a:solidFill>
                  <a:schemeClr val="lt1"/>
                </a:solidFill>
                <a:latin typeface="Arial"/>
                <a:ea typeface="Arial"/>
                <a:cs typeface="Arial"/>
                <a:sym typeface="Arial"/>
              </a:rPr>
              <a:t>En la búsqueda primero en profundidad se puede seguir una ruta infructuosa durante mucho tiempo antes de acabar en un estado sin sucesores.</a:t>
            </a:r>
            <a:endParaRPr/>
          </a:p>
          <a:p>
            <a:pPr indent="-174625" lvl="0" marL="174625" marR="0" rtl="0" algn="just">
              <a:lnSpc>
                <a:spcPct val="100000"/>
              </a:lnSpc>
              <a:spcBef>
                <a:spcPts val="300"/>
              </a:spcBef>
              <a:spcAft>
                <a:spcPts val="0"/>
              </a:spcAft>
              <a:buClr>
                <a:schemeClr val="lt1"/>
              </a:buClr>
              <a:buSzPts val="1500"/>
              <a:buFont typeface="Arial"/>
              <a:buNone/>
            </a:pPr>
            <a:r>
              <a:t/>
            </a:r>
            <a:endParaRPr b="1" i="0" sz="1500" u="none">
              <a:solidFill>
                <a:schemeClr val="lt1"/>
              </a:solidFill>
              <a:latin typeface="Arial"/>
              <a:ea typeface="Arial"/>
              <a:cs typeface="Arial"/>
              <a:sym typeface="Arial"/>
            </a:endParaRPr>
          </a:p>
          <a:p>
            <a:pPr indent="-174625" lvl="0" marL="174625" marR="0" rtl="0" algn="just">
              <a:lnSpc>
                <a:spcPct val="100000"/>
              </a:lnSpc>
              <a:spcBef>
                <a:spcPts val="44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Si existen múltiples soluciones, garantiza encontrar la solución mínima (requiere el mínimo número de pasos).</a:t>
            </a:r>
            <a:endParaRPr/>
          </a:p>
          <a:p>
            <a:pPr indent="0" lvl="1" marL="179387" marR="0" rtl="0" algn="just">
              <a:lnSpc>
                <a:spcPct val="100000"/>
              </a:lnSpc>
              <a:spcBef>
                <a:spcPts val="440"/>
              </a:spcBef>
              <a:spcAft>
                <a:spcPts val="0"/>
              </a:spcAft>
              <a:buClr>
                <a:schemeClr val="lt1"/>
              </a:buClr>
              <a:buSzPts val="2200"/>
              <a:buFont typeface="Arial"/>
              <a:buNone/>
            </a:pPr>
            <a:r>
              <a:rPr b="1" i="0" lang="en-US" sz="2200" u="none" cap="none" strike="noStrike">
                <a:solidFill>
                  <a:schemeClr val="lt1"/>
                </a:solidFill>
                <a:latin typeface="Arial"/>
                <a:ea typeface="Arial"/>
                <a:cs typeface="Arial"/>
                <a:sym typeface="Arial"/>
              </a:rPr>
              <a:t>Explora las rutas más cortas primero (no se explora una ruta larga hasta que se hayan examinado todas las rutas mas cortas que ella).</a:t>
            </a:r>
            <a:endParaRPr/>
          </a:p>
          <a:p>
            <a:pPr indent="0" lvl="3" marL="179387" marR="0" rtl="0" algn="just">
              <a:lnSpc>
                <a:spcPct val="100000"/>
              </a:lnSpc>
              <a:spcBef>
                <a:spcPts val="440"/>
              </a:spcBef>
              <a:spcAft>
                <a:spcPts val="0"/>
              </a:spcAft>
              <a:buClr>
                <a:schemeClr val="lt1"/>
              </a:buClr>
              <a:buSzPts val="2200"/>
              <a:buFont typeface="Arial"/>
              <a:buNone/>
            </a:pPr>
            <a:r>
              <a:rPr b="1" i="0" lang="en-US" sz="2200" u="none" cap="none" strike="noStrike">
                <a:solidFill>
                  <a:schemeClr val="lt1"/>
                </a:solidFill>
                <a:latin typeface="Arial"/>
                <a:ea typeface="Arial"/>
                <a:cs typeface="Arial"/>
                <a:sym typeface="Arial"/>
              </a:rPr>
              <a:t>En la búsqueda primero en profundidad es posible encontrar una solución larga en alguna parte del árbol, cuando puede existir otra mucho más corta en alguna parte inexplorada del mismo.</a:t>
            </a:r>
            <a:endParaRPr b="1" i="0" sz="2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200" u="none" cap="none" strike="noStrike">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9" name="Shape 589"/>
        <p:cNvGrpSpPr/>
        <p:nvPr/>
      </p:nvGrpSpPr>
      <p:grpSpPr>
        <a:xfrm>
          <a:off x="0" y="0"/>
          <a:ext cx="0" cy="0"/>
          <a:chOff x="0" y="0"/>
          <a:chExt cx="0" cy="0"/>
        </a:xfrm>
      </p:grpSpPr>
      <p:sp>
        <p:nvSpPr>
          <p:cNvPr id="590" name="Google Shape;590;p16"/>
          <p:cNvSpPr txBox="1"/>
          <p:nvPr>
            <p:ph type="title"/>
          </p:nvPr>
        </p:nvSpPr>
        <p:spPr>
          <a:xfrm>
            <a:off x="457200" y="274637"/>
            <a:ext cx="8435975" cy="9223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Heurística</a:t>
            </a:r>
            <a:endParaRPr/>
          </a:p>
        </p:txBody>
      </p:sp>
      <p:sp>
        <p:nvSpPr>
          <p:cNvPr id="591" name="Google Shape;591;p16"/>
          <p:cNvSpPr txBox="1"/>
          <p:nvPr/>
        </p:nvSpPr>
        <p:spPr>
          <a:xfrm>
            <a:off x="1476375" y="1628775"/>
            <a:ext cx="6121400" cy="3384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592" name="Google Shape;592;p16"/>
          <p:cNvSpPr txBox="1"/>
          <p:nvPr/>
        </p:nvSpPr>
        <p:spPr>
          <a:xfrm>
            <a:off x="468312" y="5013325"/>
            <a:ext cx="8135937" cy="1008062"/>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No garantiza encontrar la mejor respuesta</a:t>
            </a:r>
            <a:endParaRPr/>
          </a:p>
          <a:p>
            <a:pPr indent="0" lvl="0" marL="0" marR="0" rtl="0" algn="ctr">
              <a:lnSpc>
                <a:spcPct val="100000"/>
              </a:lnSpc>
              <a:spcBef>
                <a:spcPts val="48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pero casi siempre encuentra una buena solución</a:t>
            </a:r>
            <a:endParaRPr/>
          </a:p>
        </p:txBody>
      </p:sp>
      <p:sp>
        <p:nvSpPr>
          <p:cNvPr id="593" name="Google Shape;593;p16"/>
          <p:cNvSpPr txBox="1"/>
          <p:nvPr/>
        </p:nvSpPr>
        <p:spPr>
          <a:xfrm>
            <a:off x="468312" y="3717925"/>
            <a:ext cx="8135937" cy="1223962"/>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No optimiza la función objetivo</a:t>
            </a:r>
            <a:endParaRPr/>
          </a:p>
          <a:p>
            <a:pPr indent="0" lvl="0" marL="0" marR="0" rtl="0" algn="ctr">
              <a:lnSpc>
                <a:spcPct val="100000"/>
              </a:lnSpc>
              <a:spcBef>
                <a:spcPts val="48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se acerca a un valor óptimo en un tiempo de cálculo razonable</a:t>
            </a:r>
            <a:endParaRPr/>
          </a:p>
        </p:txBody>
      </p:sp>
      <p:sp>
        <p:nvSpPr>
          <p:cNvPr id="594" name="Google Shape;594;p16"/>
          <p:cNvSpPr txBox="1"/>
          <p:nvPr/>
        </p:nvSpPr>
        <p:spPr>
          <a:xfrm>
            <a:off x="468312" y="2709862"/>
            <a:ext cx="8135937" cy="938212"/>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Aumenta la eficiencia de un proceso de búsqueda sacrificando demandas de completitud</a:t>
            </a:r>
            <a:endParaRPr/>
          </a:p>
        </p:txBody>
      </p:sp>
      <p:sp>
        <p:nvSpPr>
          <p:cNvPr id="595" name="Google Shape;595;p16"/>
          <p:cNvSpPr txBox="1"/>
          <p:nvPr/>
        </p:nvSpPr>
        <p:spPr>
          <a:xfrm>
            <a:off x="468312" y="1341437"/>
            <a:ext cx="8135937" cy="129698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Es un tipo de estrategia que limita en forma drástica la búsqueda de soluciones </a:t>
            </a:r>
            <a:endParaRPr/>
          </a:p>
          <a:p>
            <a:pPr indent="0" lvl="0" marL="0" marR="0" rtl="0" algn="ctr">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(reduce el espacio de búsqueda)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9" name="Shape 599"/>
        <p:cNvGrpSpPr/>
        <p:nvPr/>
      </p:nvGrpSpPr>
      <p:grpSpPr>
        <a:xfrm>
          <a:off x="0" y="0"/>
          <a:ext cx="0" cy="0"/>
          <a:chOff x="0" y="0"/>
          <a:chExt cx="0" cy="0"/>
        </a:xfrm>
      </p:grpSpPr>
      <p:sp>
        <p:nvSpPr>
          <p:cNvPr id="600" name="Google Shape;600;p17"/>
          <p:cNvSpPr txBox="1"/>
          <p:nvPr>
            <p:ph type="title"/>
          </p:nvPr>
        </p:nvSpPr>
        <p:spPr>
          <a:xfrm>
            <a:off x="457200" y="274637"/>
            <a:ext cx="8435975" cy="9223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Heurística del vecino más próximo</a:t>
            </a:r>
            <a:endParaRPr/>
          </a:p>
        </p:txBody>
      </p:sp>
      <p:sp>
        <p:nvSpPr>
          <p:cNvPr id="601" name="Google Shape;601;p17"/>
          <p:cNvSpPr txBox="1"/>
          <p:nvPr/>
        </p:nvSpPr>
        <p:spPr>
          <a:xfrm>
            <a:off x="1476375" y="1628775"/>
            <a:ext cx="6121400" cy="3384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02" name="Google Shape;602;p17"/>
          <p:cNvSpPr txBox="1"/>
          <p:nvPr/>
        </p:nvSpPr>
        <p:spPr>
          <a:xfrm>
            <a:off x="539750" y="1125537"/>
            <a:ext cx="7993062" cy="5256212"/>
          </a:xfrm>
          <a:prstGeom prst="rect">
            <a:avLst/>
          </a:prstGeom>
          <a:noFill/>
          <a:ln>
            <a:noFill/>
          </a:ln>
        </p:spPr>
        <p:txBody>
          <a:bodyPr anchorCtr="0" anchor="t" bIns="45700" lIns="91425" spcFirstLastPara="1" rIns="91425" wrap="square" tIns="45700">
            <a:noAutofit/>
          </a:bodyPr>
          <a:lstStyle/>
          <a:p>
            <a:pPr indent="-174625" lvl="0" marL="174625" marR="0" rtl="0" algn="just">
              <a:lnSpc>
                <a:spcPct val="100000"/>
              </a:lnSpc>
              <a:spcBef>
                <a:spcPts val="0"/>
              </a:spcBef>
              <a:spcAft>
                <a:spcPts val="0"/>
              </a:spcAft>
              <a:buClr>
                <a:schemeClr val="lt1"/>
              </a:buClr>
              <a:buSzPts val="2100"/>
              <a:buFont typeface="Arial"/>
              <a:buChar char="•"/>
            </a:pPr>
            <a:r>
              <a:rPr b="1" i="0" lang="en-US" sz="2100" u="none">
                <a:solidFill>
                  <a:schemeClr val="lt1"/>
                </a:solidFill>
                <a:latin typeface="Arial"/>
                <a:ea typeface="Arial"/>
                <a:cs typeface="Arial"/>
                <a:sym typeface="Arial"/>
              </a:rPr>
              <a:t>Buena heurística de propósito general válida para varios problemas combinatorios.</a:t>
            </a:r>
            <a:endParaRPr/>
          </a:p>
          <a:p>
            <a:pPr indent="-174625" lvl="0" marL="174625" marR="0" rtl="0" algn="just">
              <a:lnSpc>
                <a:spcPct val="100000"/>
              </a:lnSpc>
              <a:spcBef>
                <a:spcPts val="420"/>
              </a:spcBef>
              <a:spcAft>
                <a:spcPts val="0"/>
              </a:spcAft>
              <a:buClr>
                <a:schemeClr val="lt1"/>
              </a:buClr>
              <a:buSzPts val="2100"/>
              <a:buFont typeface="Arial"/>
              <a:buChar char="•"/>
            </a:pPr>
            <a:r>
              <a:rPr b="1" i="0" lang="en-US" sz="2100" u="none">
                <a:solidFill>
                  <a:schemeClr val="lt1"/>
                </a:solidFill>
                <a:latin typeface="Arial"/>
                <a:ea typeface="Arial"/>
                <a:cs typeface="Arial"/>
                <a:sym typeface="Arial"/>
              </a:rPr>
              <a:t>Al aplicarla, por ejemplo, al </a:t>
            </a:r>
            <a:r>
              <a:rPr b="1" i="0" lang="en-US" sz="2100" u="none">
                <a:solidFill>
                  <a:srgbClr val="FF0000"/>
                </a:solidFill>
                <a:latin typeface="Arial"/>
                <a:ea typeface="Arial"/>
                <a:cs typeface="Arial"/>
                <a:sym typeface="Arial"/>
              </a:rPr>
              <a:t>problema del viajante de comercio</a:t>
            </a:r>
            <a:r>
              <a:rPr b="1" i="0" lang="en-US" sz="2100" u="none">
                <a:solidFill>
                  <a:schemeClr val="lt1"/>
                </a:solidFill>
                <a:latin typeface="Arial"/>
                <a:ea typeface="Arial"/>
                <a:cs typeface="Arial"/>
                <a:sym typeface="Arial"/>
              </a:rPr>
              <a:t>, se puede esperar una buena solución (posiblemente no la óptima) en un tiempo menor al exponencial.</a:t>
            </a:r>
            <a:endParaRPr/>
          </a:p>
          <a:p>
            <a:pPr indent="-174625" lvl="0" marL="174625" marR="0" rtl="0" algn="just">
              <a:lnSpc>
                <a:spcPct val="100000"/>
              </a:lnSpc>
              <a:spcBef>
                <a:spcPts val="300"/>
              </a:spcBef>
              <a:spcAft>
                <a:spcPts val="0"/>
              </a:spcAft>
              <a:buClr>
                <a:schemeClr val="lt1"/>
              </a:buClr>
              <a:buSzPts val="1500"/>
              <a:buFont typeface="Arial"/>
              <a:buNone/>
            </a:pPr>
            <a:r>
              <a:t/>
            </a:r>
            <a:endParaRPr b="1" i="0" sz="1500" u="none">
              <a:solidFill>
                <a:schemeClr val="lt1"/>
              </a:solidFill>
              <a:latin typeface="Arial"/>
              <a:ea typeface="Arial"/>
              <a:cs typeface="Arial"/>
              <a:sym typeface="Arial"/>
            </a:endParaRPr>
          </a:p>
          <a:p>
            <a:pPr indent="-174625" lvl="0" marL="174625" marR="0" rtl="0" algn="ctr">
              <a:lnSpc>
                <a:spcPct val="100000"/>
              </a:lnSpc>
              <a:spcBef>
                <a:spcPts val="460"/>
              </a:spcBef>
              <a:spcAft>
                <a:spcPts val="0"/>
              </a:spcAft>
              <a:buClr>
                <a:srgbClr val="FF0000"/>
              </a:buClr>
              <a:buSzPts val="2300"/>
              <a:buFont typeface="Arial"/>
              <a:buNone/>
            </a:pPr>
            <a:r>
              <a:rPr b="1" i="0" lang="en-US" sz="2300" u="none">
                <a:solidFill>
                  <a:srgbClr val="FF0000"/>
                </a:solidFill>
                <a:latin typeface="Arial"/>
                <a:ea typeface="Arial"/>
                <a:cs typeface="Arial"/>
                <a:sym typeface="Arial"/>
              </a:rPr>
              <a:t>Proceso que surge al aplicar la heurística</a:t>
            </a:r>
            <a:endParaRPr/>
          </a:p>
          <a:p>
            <a:pPr indent="-174625" lvl="0" marL="174625" marR="0" rtl="0" algn="just">
              <a:lnSpc>
                <a:spcPct val="100000"/>
              </a:lnSpc>
              <a:spcBef>
                <a:spcPts val="420"/>
              </a:spcBef>
              <a:spcAft>
                <a:spcPts val="0"/>
              </a:spcAft>
              <a:buClr>
                <a:schemeClr val="lt1"/>
              </a:buClr>
              <a:buSzPts val="2100"/>
              <a:buFont typeface="Arial"/>
              <a:buAutoNum type="arabicPeriod"/>
            </a:pPr>
            <a:r>
              <a:rPr b="1" i="0" lang="en-US" sz="2100" u="none">
                <a:solidFill>
                  <a:schemeClr val="lt1"/>
                </a:solidFill>
                <a:latin typeface="Arial"/>
                <a:ea typeface="Arial"/>
                <a:cs typeface="Arial"/>
                <a:sym typeface="Arial"/>
              </a:rPr>
              <a:t> Seleccionar arbitrariamente una ciudad de comienzo.</a:t>
            </a:r>
            <a:endParaRPr/>
          </a:p>
          <a:p>
            <a:pPr indent="-174625" lvl="0" marL="174625" marR="0" rtl="0" algn="just">
              <a:lnSpc>
                <a:spcPct val="100000"/>
              </a:lnSpc>
              <a:spcBef>
                <a:spcPts val="420"/>
              </a:spcBef>
              <a:spcAft>
                <a:spcPts val="0"/>
              </a:spcAft>
              <a:buClr>
                <a:schemeClr val="lt1"/>
              </a:buClr>
              <a:buSzPts val="2100"/>
              <a:buFont typeface="Arial"/>
              <a:buAutoNum type="arabicPeriod"/>
            </a:pPr>
            <a:r>
              <a:rPr b="1" i="0" lang="en-US" sz="2100" u="none">
                <a:solidFill>
                  <a:schemeClr val="lt1"/>
                </a:solidFill>
                <a:latin typeface="Arial"/>
                <a:ea typeface="Arial"/>
                <a:cs typeface="Arial"/>
                <a:sym typeface="Arial"/>
              </a:rPr>
              <a:t> Para seleccionar la siguiente ciudad, fijarse en las ciudades que todavía no se han visitado y seleccionar aquella que sea más cercana. Ir a esa ciudad.</a:t>
            </a:r>
            <a:endParaRPr/>
          </a:p>
          <a:p>
            <a:pPr indent="-174625" lvl="0" marL="174625" marR="0" rtl="0" algn="just">
              <a:lnSpc>
                <a:spcPct val="100000"/>
              </a:lnSpc>
              <a:spcBef>
                <a:spcPts val="420"/>
              </a:spcBef>
              <a:spcAft>
                <a:spcPts val="0"/>
              </a:spcAft>
              <a:buClr>
                <a:schemeClr val="lt1"/>
              </a:buClr>
              <a:buSzPts val="2100"/>
              <a:buFont typeface="Arial"/>
              <a:buAutoNum type="arabicPeriod"/>
            </a:pPr>
            <a:r>
              <a:rPr b="1" i="0" lang="en-US" sz="2100" u="none">
                <a:solidFill>
                  <a:schemeClr val="lt1"/>
                </a:solidFill>
                <a:latin typeface="Arial"/>
                <a:ea typeface="Arial"/>
                <a:cs typeface="Arial"/>
                <a:sym typeface="Arial"/>
              </a:rPr>
              <a:t> Repetir el paso 2 hasta que todas las ciudades hayan sido visitadas.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6" name="Shape 606"/>
        <p:cNvGrpSpPr/>
        <p:nvPr/>
      </p:nvGrpSpPr>
      <p:grpSpPr>
        <a:xfrm>
          <a:off x="0" y="0"/>
          <a:ext cx="0" cy="0"/>
          <a:chOff x="0" y="0"/>
          <a:chExt cx="0" cy="0"/>
        </a:xfrm>
      </p:grpSpPr>
      <p:sp>
        <p:nvSpPr>
          <p:cNvPr id="607" name="Google Shape;607;p18"/>
          <p:cNvSpPr txBox="1"/>
          <p:nvPr>
            <p:ph type="title"/>
          </p:nvPr>
        </p:nvSpPr>
        <p:spPr>
          <a:xfrm>
            <a:off x="457200" y="274637"/>
            <a:ext cx="8229600" cy="63341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Heurística (algoritmos golosos)</a:t>
            </a:r>
            <a:endParaRPr/>
          </a:p>
        </p:txBody>
      </p:sp>
      <p:sp>
        <p:nvSpPr>
          <p:cNvPr id="608" name="Google Shape;608;p18"/>
          <p:cNvSpPr txBox="1"/>
          <p:nvPr/>
        </p:nvSpPr>
        <p:spPr>
          <a:xfrm>
            <a:off x="179387" y="908050"/>
            <a:ext cx="8785225" cy="568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300"/>
              <a:buFont typeface="Arial"/>
              <a:buNone/>
            </a:pPr>
            <a:r>
              <a:rPr b="1" i="0" lang="en-US" sz="2300" u="none">
                <a:solidFill>
                  <a:srgbClr val="FF0000"/>
                </a:solidFill>
                <a:latin typeface="Arial"/>
                <a:ea typeface="Arial"/>
                <a:cs typeface="Arial"/>
                <a:sym typeface="Arial"/>
              </a:rPr>
              <a:t>Problema de la Mochila</a:t>
            </a:r>
            <a:endParaRPr/>
          </a:p>
          <a:p>
            <a:pPr indent="0" lvl="0" marL="0" marR="0" rtl="0" algn="ctr">
              <a:lnSpc>
                <a:spcPct val="100000"/>
              </a:lnSpc>
              <a:spcBef>
                <a:spcPts val="420"/>
              </a:spcBef>
              <a:spcAft>
                <a:spcPts val="0"/>
              </a:spcAft>
              <a:buClr>
                <a:schemeClr val="lt1"/>
              </a:buClr>
              <a:buSzPts val="2100"/>
              <a:buFont typeface="Arial"/>
              <a:buNone/>
            </a:pPr>
            <a:r>
              <a:rPr b="0" i="0" lang="en-US" sz="2100" u="none">
                <a:solidFill>
                  <a:schemeClr val="lt1"/>
                </a:solidFill>
                <a:latin typeface="Arial"/>
                <a:ea typeface="Arial"/>
                <a:cs typeface="Arial"/>
                <a:sym typeface="Arial"/>
              </a:rPr>
              <a:t>Consiste en elegir, de entre un conjunto de n elementos de un negocio (cada uno con un valor </a:t>
            </a:r>
            <a:r>
              <a:rPr b="1" i="0" lang="en-US" sz="2100" u="none">
                <a:solidFill>
                  <a:schemeClr val="lt1"/>
                </a:solidFill>
                <a:latin typeface="Arial"/>
                <a:ea typeface="Arial"/>
                <a:cs typeface="Arial"/>
                <a:sym typeface="Arial"/>
              </a:rPr>
              <a:t>v</a:t>
            </a:r>
            <a:r>
              <a:rPr b="1" baseline="-25000" i="0" lang="en-US" sz="2100" u="none">
                <a:solidFill>
                  <a:schemeClr val="lt1"/>
                </a:solidFill>
                <a:latin typeface="Arial"/>
                <a:ea typeface="Arial"/>
                <a:cs typeface="Arial"/>
                <a:sym typeface="Arial"/>
              </a:rPr>
              <a:t>i</a:t>
            </a:r>
            <a:r>
              <a:rPr b="0" i="0" lang="en-US" sz="2100" u="none">
                <a:solidFill>
                  <a:schemeClr val="lt1"/>
                </a:solidFill>
                <a:latin typeface="Arial"/>
                <a:ea typeface="Arial"/>
                <a:cs typeface="Arial"/>
                <a:sym typeface="Arial"/>
              </a:rPr>
              <a:t> y un peso </a:t>
            </a:r>
            <a:r>
              <a:rPr b="1" i="0" lang="en-US" sz="2100" u="none">
                <a:solidFill>
                  <a:schemeClr val="lt1"/>
                </a:solidFill>
                <a:latin typeface="Arial"/>
                <a:ea typeface="Arial"/>
                <a:cs typeface="Arial"/>
                <a:sym typeface="Arial"/>
              </a:rPr>
              <a:t>p</a:t>
            </a:r>
            <a:r>
              <a:rPr b="1" baseline="-25000" i="0" lang="en-US" sz="2100" u="none">
                <a:solidFill>
                  <a:schemeClr val="lt1"/>
                </a:solidFill>
                <a:latin typeface="Arial"/>
                <a:ea typeface="Arial"/>
                <a:cs typeface="Arial"/>
                <a:sym typeface="Arial"/>
              </a:rPr>
              <a:t>i</a:t>
            </a:r>
            <a:r>
              <a:rPr b="0" i="0" lang="en-US" sz="2100" u="none">
                <a:solidFill>
                  <a:schemeClr val="lt1"/>
                </a:solidFill>
                <a:latin typeface="Arial"/>
                <a:ea typeface="Arial"/>
                <a:cs typeface="Arial"/>
                <a:sym typeface="Arial"/>
              </a:rPr>
              <a:t>), aquellos que puedan ser cargados en la mochila de un individuo, que decide hacer una visita nocturna al negocio. La mochila resiste un peso máximo </a:t>
            </a:r>
            <a:r>
              <a:rPr b="1" i="0" lang="en-US" sz="2100" u="none">
                <a:solidFill>
                  <a:schemeClr val="lt1"/>
                </a:solidFill>
                <a:latin typeface="Arial"/>
                <a:ea typeface="Arial"/>
                <a:cs typeface="Arial"/>
                <a:sym typeface="Arial"/>
              </a:rPr>
              <a:t>P</a:t>
            </a:r>
            <a:r>
              <a:rPr b="0" i="0" lang="en-US" sz="2100" u="none">
                <a:solidFill>
                  <a:schemeClr val="lt1"/>
                </a:solidFill>
                <a:latin typeface="Arial"/>
                <a:ea typeface="Arial"/>
                <a:cs typeface="Arial"/>
                <a:sym typeface="Arial"/>
              </a:rPr>
              <a:t> y se debe tener en cuenta que el visitante pretende acumular el mayor valor posible, entre todos los objetos que recoge.</a:t>
            </a:r>
            <a:endParaRPr/>
          </a:p>
          <a:p>
            <a:pPr indent="0" lvl="0" marL="0" marR="0" rtl="0" algn="ctr">
              <a:lnSpc>
                <a:spcPct val="100000"/>
              </a:lnSpc>
              <a:spcBef>
                <a:spcPts val="420"/>
              </a:spcBef>
              <a:spcAft>
                <a:spcPts val="0"/>
              </a:spcAft>
              <a:buClr>
                <a:schemeClr val="lt1"/>
              </a:buClr>
              <a:buSzPts val="2100"/>
              <a:buFont typeface="Arial"/>
              <a:buNone/>
            </a:pPr>
            <a:r>
              <a:t/>
            </a:r>
            <a:endParaRPr b="0" i="0" sz="2100" u="none">
              <a:solidFill>
                <a:schemeClr val="lt1"/>
              </a:solidFill>
              <a:latin typeface="Arial"/>
              <a:ea typeface="Arial"/>
              <a:cs typeface="Arial"/>
              <a:sym typeface="Arial"/>
            </a:endParaRPr>
          </a:p>
          <a:p>
            <a:pPr indent="0" lvl="0" marL="0" marR="0" rtl="0" algn="ctr">
              <a:lnSpc>
                <a:spcPct val="100000"/>
              </a:lnSpc>
              <a:spcBef>
                <a:spcPts val="100"/>
              </a:spcBef>
              <a:spcAft>
                <a:spcPts val="0"/>
              </a:spcAft>
              <a:buClr>
                <a:schemeClr val="lt1"/>
              </a:buClr>
              <a:buSzPts val="500"/>
              <a:buFont typeface="Arial"/>
              <a:buNone/>
            </a:pPr>
            <a:r>
              <a:t/>
            </a:r>
            <a:endParaRPr b="0" i="0" sz="500" u="none">
              <a:solidFill>
                <a:schemeClr val="lt1"/>
              </a:solidFill>
              <a:latin typeface="Arial"/>
              <a:ea typeface="Arial"/>
              <a:cs typeface="Arial"/>
              <a:sym typeface="Arial"/>
            </a:endParaRPr>
          </a:p>
          <a:p>
            <a:pPr indent="0" lvl="0" marL="0" marR="0" rtl="0" algn="ctr">
              <a:lnSpc>
                <a:spcPct val="100000"/>
              </a:lnSpc>
              <a:spcBef>
                <a:spcPts val="100"/>
              </a:spcBef>
              <a:spcAft>
                <a:spcPts val="0"/>
              </a:spcAft>
              <a:buClr>
                <a:schemeClr val="lt1"/>
              </a:buClr>
              <a:buSzPts val="500"/>
              <a:buFont typeface="Arial"/>
              <a:buNone/>
            </a:pPr>
            <a:r>
              <a:t/>
            </a:r>
            <a:endParaRPr b="0" i="0" sz="500" u="none">
              <a:solidFill>
                <a:schemeClr val="lt1"/>
              </a:solidFill>
              <a:latin typeface="Arial"/>
              <a:ea typeface="Arial"/>
              <a:cs typeface="Arial"/>
              <a:sym typeface="Arial"/>
            </a:endParaRPr>
          </a:p>
          <a:p>
            <a:pPr indent="0" lvl="0" marL="0" marR="0" rtl="0" algn="ctr">
              <a:lnSpc>
                <a:spcPct val="100000"/>
              </a:lnSpc>
              <a:spcBef>
                <a:spcPts val="420"/>
              </a:spcBef>
              <a:spcAft>
                <a:spcPts val="0"/>
              </a:spcAft>
              <a:buClr>
                <a:schemeClr val="lt1"/>
              </a:buClr>
              <a:buSzPts val="2100"/>
              <a:buFont typeface="Arial"/>
              <a:buNone/>
            </a:pPr>
            <a:r>
              <a:rPr b="0" i="0" lang="en-US" sz="2100" u="none">
                <a:solidFill>
                  <a:schemeClr val="lt1"/>
                </a:solidFill>
                <a:latin typeface="Arial"/>
                <a:ea typeface="Arial"/>
                <a:cs typeface="Arial"/>
                <a:sym typeface="Arial"/>
              </a:rPr>
              <a:t>Problema en el que hay dificultad para hallar una solución óptima exacta, principalmente por el tiempo que llevaría recorrer y combinar todas las posibilidades en forma exhaustiva.</a:t>
            </a:r>
            <a:endParaRPr/>
          </a:p>
          <a:p>
            <a:pPr indent="0" lvl="0" marL="0" marR="0" rtl="0" algn="ctr">
              <a:lnSpc>
                <a:spcPct val="100000"/>
              </a:lnSpc>
              <a:spcBef>
                <a:spcPts val="100"/>
              </a:spcBef>
              <a:spcAft>
                <a:spcPts val="0"/>
              </a:spcAft>
              <a:buClr>
                <a:schemeClr val="lt1"/>
              </a:buClr>
              <a:buSzPts val="500"/>
              <a:buFont typeface="Arial"/>
              <a:buNone/>
            </a:pPr>
            <a:r>
              <a:t/>
            </a:r>
            <a:endParaRPr b="0" i="0" sz="500" u="none">
              <a:solidFill>
                <a:srgbClr val="FF0000"/>
              </a:solidFill>
              <a:latin typeface="Arial"/>
              <a:ea typeface="Arial"/>
              <a:cs typeface="Arial"/>
              <a:sym typeface="Arial"/>
            </a:endParaRPr>
          </a:p>
          <a:p>
            <a:pPr indent="0" lvl="0" marL="0" marR="0" rtl="0" algn="ctr">
              <a:lnSpc>
                <a:spcPct val="100000"/>
              </a:lnSpc>
              <a:spcBef>
                <a:spcPts val="100"/>
              </a:spcBef>
              <a:spcAft>
                <a:spcPts val="0"/>
              </a:spcAft>
              <a:buClr>
                <a:schemeClr val="lt1"/>
              </a:buClr>
              <a:buSzPts val="500"/>
              <a:buFont typeface="Arial"/>
              <a:buNone/>
            </a:pPr>
            <a:r>
              <a:t/>
            </a:r>
            <a:endParaRPr b="0" i="0" sz="500" u="none">
              <a:solidFill>
                <a:srgbClr val="FF0000"/>
              </a:solidFill>
              <a:latin typeface="Arial"/>
              <a:ea typeface="Arial"/>
              <a:cs typeface="Arial"/>
              <a:sym typeface="Arial"/>
            </a:endParaRPr>
          </a:p>
          <a:p>
            <a:pPr indent="0" lvl="0" marL="0" marR="0" rtl="0" algn="ctr">
              <a:lnSpc>
                <a:spcPct val="100000"/>
              </a:lnSpc>
              <a:spcBef>
                <a:spcPts val="100"/>
              </a:spcBef>
              <a:spcAft>
                <a:spcPts val="0"/>
              </a:spcAft>
              <a:buClr>
                <a:schemeClr val="lt1"/>
              </a:buClr>
              <a:buSzPts val="500"/>
              <a:buFont typeface="Arial"/>
              <a:buNone/>
            </a:pPr>
            <a:r>
              <a:t/>
            </a:r>
            <a:endParaRPr b="0" i="0" sz="500" u="none">
              <a:solidFill>
                <a:srgbClr val="FF0000"/>
              </a:solidFill>
              <a:latin typeface="Arial"/>
              <a:ea typeface="Arial"/>
              <a:cs typeface="Arial"/>
              <a:sym typeface="Arial"/>
            </a:endParaRPr>
          </a:p>
          <a:p>
            <a:pPr indent="0" lvl="0" marL="0" marR="0" rtl="0" algn="ctr">
              <a:lnSpc>
                <a:spcPct val="100000"/>
              </a:lnSpc>
              <a:spcBef>
                <a:spcPts val="100"/>
              </a:spcBef>
              <a:spcAft>
                <a:spcPts val="0"/>
              </a:spcAft>
              <a:buClr>
                <a:schemeClr val="lt1"/>
              </a:buClr>
              <a:buSzPts val="500"/>
              <a:buFont typeface="Arial"/>
              <a:buNone/>
            </a:pPr>
            <a:r>
              <a:t/>
            </a:r>
            <a:endParaRPr b="0" i="0" sz="500" u="none">
              <a:solidFill>
                <a:srgbClr val="FF0000"/>
              </a:solidFill>
              <a:latin typeface="Arial"/>
              <a:ea typeface="Arial"/>
              <a:cs typeface="Arial"/>
              <a:sym typeface="Arial"/>
            </a:endParaRPr>
          </a:p>
          <a:p>
            <a:pPr indent="0" lvl="0" marL="0" marR="0" rtl="0" algn="ctr">
              <a:lnSpc>
                <a:spcPct val="100000"/>
              </a:lnSpc>
              <a:spcBef>
                <a:spcPts val="100"/>
              </a:spcBef>
              <a:spcAft>
                <a:spcPts val="0"/>
              </a:spcAft>
              <a:buClr>
                <a:schemeClr val="lt1"/>
              </a:buClr>
              <a:buSzPts val="500"/>
              <a:buFont typeface="Arial"/>
              <a:buNone/>
            </a:pPr>
            <a:r>
              <a:t/>
            </a:r>
            <a:endParaRPr b="0" i="0" sz="500" u="none">
              <a:solidFill>
                <a:srgbClr val="FF0000"/>
              </a:solidFill>
              <a:latin typeface="Arial"/>
              <a:ea typeface="Arial"/>
              <a:cs typeface="Arial"/>
              <a:sym typeface="Arial"/>
            </a:endParaRPr>
          </a:p>
          <a:p>
            <a:pPr indent="0" lvl="0" marL="0" marR="0" rtl="0" algn="ctr">
              <a:lnSpc>
                <a:spcPct val="100000"/>
              </a:lnSpc>
              <a:spcBef>
                <a:spcPts val="420"/>
              </a:spcBef>
              <a:spcAft>
                <a:spcPts val="0"/>
              </a:spcAft>
              <a:buClr>
                <a:schemeClr val="lt1"/>
              </a:buClr>
              <a:buSzPts val="2100"/>
              <a:buFont typeface="Arial"/>
              <a:buNone/>
            </a:pPr>
            <a:r>
              <a:rPr b="0" i="0" lang="en-US" sz="2100" u="none">
                <a:solidFill>
                  <a:schemeClr val="lt1"/>
                </a:solidFill>
                <a:latin typeface="Arial"/>
                <a:ea typeface="Arial"/>
                <a:cs typeface="Arial"/>
                <a:sym typeface="Arial"/>
              </a:rPr>
              <a:t>Existen </a:t>
            </a:r>
            <a:r>
              <a:rPr b="0" i="0" lang="en-US" sz="2100" u="none">
                <a:solidFill>
                  <a:srgbClr val="FF0000"/>
                </a:solidFill>
                <a:latin typeface="Arial"/>
                <a:ea typeface="Arial"/>
                <a:cs typeface="Arial"/>
                <a:sym typeface="Arial"/>
              </a:rPr>
              <a:t>métodos heurísticos </a:t>
            </a:r>
            <a:r>
              <a:rPr b="0" i="0" lang="en-US" sz="2100" u="none">
                <a:solidFill>
                  <a:schemeClr val="lt1"/>
                </a:solidFill>
                <a:latin typeface="Arial"/>
                <a:ea typeface="Arial"/>
                <a:cs typeface="Arial"/>
                <a:sym typeface="Arial"/>
              </a:rPr>
              <a:t>que proporcionan soluciones que satisfacen las restricciones del problema y que aunque no optimicen la función objetivo, se acercan al valor óptimo en un tiempo de cálculo razonable.</a:t>
            </a:r>
            <a:endParaRPr/>
          </a:p>
        </p:txBody>
      </p:sp>
      <p:sp>
        <p:nvSpPr>
          <p:cNvPr id="609" name="Google Shape;609;p18"/>
          <p:cNvSpPr/>
          <p:nvPr/>
        </p:nvSpPr>
        <p:spPr>
          <a:xfrm>
            <a:off x="4356100" y="3429000"/>
            <a:ext cx="503237" cy="431800"/>
          </a:xfrm>
          <a:prstGeom prst="downArrow">
            <a:avLst>
              <a:gd fmla="val 10800"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10" name="Google Shape;610;p18"/>
          <p:cNvSpPr/>
          <p:nvPr/>
        </p:nvSpPr>
        <p:spPr>
          <a:xfrm>
            <a:off x="4427537" y="4970462"/>
            <a:ext cx="503237" cy="431800"/>
          </a:xfrm>
          <a:prstGeom prst="downArrow">
            <a:avLst>
              <a:gd fmla="val 10800"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14" name="Shape 614"/>
        <p:cNvGrpSpPr/>
        <p:nvPr/>
      </p:nvGrpSpPr>
      <p:grpSpPr>
        <a:xfrm>
          <a:off x="0" y="0"/>
          <a:ext cx="0" cy="0"/>
          <a:chOff x="0" y="0"/>
          <a:chExt cx="0" cy="0"/>
        </a:xfrm>
      </p:grpSpPr>
      <p:sp>
        <p:nvSpPr>
          <p:cNvPr id="615" name="Google Shape;615;p19"/>
          <p:cNvSpPr txBox="1"/>
          <p:nvPr>
            <p:ph type="title"/>
          </p:nvPr>
        </p:nvSpPr>
        <p:spPr>
          <a:xfrm>
            <a:off x="457200" y="274637"/>
            <a:ext cx="8229600" cy="9223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Heurística (algoritmos golosos)</a:t>
            </a:r>
            <a:endParaRPr/>
          </a:p>
        </p:txBody>
      </p:sp>
      <p:sp>
        <p:nvSpPr>
          <p:cNvPr id="616" name="Google Shape;616;p19"/>
          <p:cNvSpPr txBox="1"/>
          <p:nvPr/>
        </p:nvSpPr>
        <p:spPr>
          <a:xfrm>
            <a:off x="1474787" y="1657350"/>
            <a:ext cx="6121400" cy="3384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17" name="Google Shape;617;p19"/>
          <p:cNvSpPr txBox="1"/>
          <p:nvPr/>
        </p:nvSpPr>
        <p:spPr>
          <a:xfrm>
            <a:off x="468312" y="5013325"/>
            <a:ext cx="8135937" cy="9350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Heurística</a:t>
            </a:r>
            <a:endParaRPr/>
          </a:p>
          <a:p>
            <a:pPr indent="0" lvl="0" marL="0" marR="0" rtl="0" algn="ctr">
              <a:lnSpc>
                <a:spcPct val="100000"/>
              </a:lnSpc>
              <a:spcBef>
                <a:spcPts val="48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Valor   /   Peso</a:t>
            </a:r>
            <a:endParaRPr/>
          </a:p>
        </p:txBody>
      </p:sp>
      <p:sp>
        <p:nvSpPr>
          <p:cNvPr id="618" name="Google Shape;618;p19"/>
          <p:cNvSpPr txBox="1"/>
          <p:nvPr/>
        </p:nvSpPr>
        <p:spPr>
          <a:xfrm>
            <a:off x="539750" y="1196975"/>
            <a:ext cx="8208962" cy="36004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Algoritmos heurísticos         Métodos constructivos</a:t>
            </a:r>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Consisten en ir agregando componentes individuales a la solución hasta que se obtiene una solución factible.</a:t>
            </a:r>
            <a:endParaRPr/>
          </a:p>
          <a:p>
            <a:pPr indent="0" lvl="0" marL="0" marR="0" rtl="0" algn="ctr">
              <a:lnSpc>
                <a:spcPct val="100000"/>
              </a:lnSpc>
              <a:spcBef>
                <a:spcPts val="300"/>
              </a:spcBef>
              <a:spcAft>
                <a:spcPts val="0"/>
              </a:spcAft>
              <a:buClr>
                <a:schemeClr val="lt1"/>
              </a:buClr>
              <a:buSzPts val="1500"/>
              <a:buFont typeface="Arial"/>
              <a:buNone/>
            </a:pPr>
            <a:r>
              <a:t/>
            </a:r>
            <a:endParaRPr b="1" i="0" sz="1500" u="non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Algoritmos greedy (golosos o devoradores)</a:t>
            </a:r>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Van construyendo paso a paso la solución, buscando el máximo beneficio en cada paso.</a:t>
            </a:r>
            <a:endParaRPr/>
          </a:p>
          <a:p>
            <a:pPr indent="0" lvl="0" marL="0" marR="0" rtl="0" algn="ctr">
              <a:lnSpc>
                <a:spcPct val="100000"/>
              </a:lnSpc>
              <a:spcBef>
                <a:spcPts val="300"/>
              </a:spcBef>
              <a:spcAft>
                <a:spcPts val="0"/>
              </a:spcAft>
              <a:buClr>
                <a:schemeClr val="lt1"/>
              </a:buClr>
              <a:buSzPts val="1500"/>
              <a:buFont typeface="Arial"/>
              <a:buNone/>
            </a:pPr>
            <a:r>
              <a:t/>
            </a:r>
            <a:endParaRPr b="1" i="0" sz="1500" u="non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Problema de la mochila         Escoger los elementos que aporten el mayor valor en proporción a su peso.</a:t>
            </a:r>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
        <p:nvSpPr>
          <p:cNvPr id="619" name="Google Shape;619;p19"/>
          <p:cNvSpPr/>
          <p:nvPr/>
        </p:nvSpPr>
        <p:spPr>
          <a:xfrm>
            <a:off x="4479925" y="1268412"/>
            <a:ext cx="358775" cy="288925"/>
          </a:xfrm>
          <a:prstGeom prst="rightArrow">
            <a:avLst>
              <a:gd fmla="val 12903"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20" name="Google Shape;620;p19"/>
          <p:cNvSpPr/>
          <p:nvPr/>
        </p:nvSpPr>
        <p:spPr>
          <a:xfrm>
            <a:off x="3740150" y="3860800"/>
            <a:ext cx="327025" cy="288925"/>
          </a:xfrm>
          <a:prstGeom prst="rightArrow">
            <a:avLst>
              <a:gd fmla="val 12058"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4" name="Shape 624"/>
        <p:cNvGrpSpPr/>
        <p:nvPr/>
      </p:nvGrpSpPr>
      <p:grpSpPr>
        <a:xfrm>
          <a:off x="0" y="0"/>
          <a:ext cx="0" cy="0"/>
          <a:chOff x="0" y="0"/>
          <a:chExt cx="0" cy="0"/>
        </a:xfrm>
      </p:grpSpPr>
      <p:sp>
        <p:nvSpPr>
          <p:cNvPr id="625" name="Google Shape;625;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Heurística (algoritmos golosos)</a:t>
            </a:r>
            <a:endParaRPr/>
          </a:p>
        </p:txBody>
      </p:sp>
      <p:sp>
        <p:nvSpPr>
          <p:cNvPr id="626" name="Google Shape;626;p20"/>
          <p:cNvSpPr txBox="1"/>
          <p:nvPr/>
        </p:nvSpPr>
        <p:spPr>
          <a:xfrm>
            <a:off x="1476375" y="1635125"/>
            <a:ext cx="6121400" cy="3384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27" name="Google Shape;627;p20"/>
          <p:cNvSpPr txBox="1"/>
          <p:nvPr/>
        </p:nvSpPr>
        <p:spPr>
          <a:xfrm>
            <a:off x="468312" y="5157787"/>
            <a:ext cx="8135937" cy="9350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Heurística</a:t>
            </a:r>
            <a:endParaRPr/>
          </a:p>
          <a:p>
            <a:pPr indent="0" lvl="0" marL="0" marR="0" rtl="0" algn="ctr">
              <a:lnSpc>
                <a:spcPct val="100000"/>
              </a:lnSpc>
              <a:spcBef>
                <a:spcPts val="48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Valor   /   Peso</a:t>
            </a:r>
            <a:endParaRPr/>
          </a:p>
        </p:txBody>
      </p:sp>
      <p:sp>
        <p:nvSpPr>
          <p:cNvPr id="628" name="Google Shape;628;p20"/>
          <p:cNvSpPr txBox="1"/>
          <p:nvPr/>
        </p:nvSpPr>
        <p:spPr>
          <a:xfrm>
            <a:off x="1476375" y="1628775"/>
            <a:ext cx="2303462" cy="7207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Problema de la Mochila</a:t>
            </a:r>
            <a:endParaRPr/>
          </a:p>
        </p:txBody>
      </p:sp>
      <p:graphicFrame>
        <p:nvGraphicFramePr>
          <p:cNvPr id="629" name="Google Shape;629;p20"/>
          <p:cNvGraphicFramePr/>
          <p:nvPr/>
        </p:nvGraphicFramePr>
        <p:xfrm>
          <a:off x="3708400" y="2349500"/>
          <a:ext cx="3000000" cy="3000000"/>
        </p:xfrm>
        <a:graphic>
          <a:graphicData uri="http://schemas.openxmlformats.org/drawingml/2006/table">
            <a:tbl>
              <a:tblPr>
                <a:noFill/>
                <a:tableStyleId>{A0E5EC63-1752-49F2-B231-F8F02AE82CE7}</a:tableStyleId>
              </a:tblPr>
              <a:tblGrid>
                <a:gridCol w="892175"/>
                <a:gridCol w="892175"/>
                <a:gridCol w="895350"/>
              </a:tblGrid>
              <a:tr h="696900">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Objeto</a:t>
                      </a:r>
                      <a:endParaRPr/>
                    </a:p>
                  </a:txBody>
                  <a:tcPr marT="45725" marB="45725" marR="91450" marL="91450" anchor="ctr">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Peso (g)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Valor</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DDDDD"/>
                    </a:solidFill>
                  </a:tcPr>
                </a:tc>
              </a:tr>
              <a:tr h="503225">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1</a:t>
                      </a:r>
                      <a:endParaRPr/>
                    </a:p>
                  </a:txBody>
                  <a:tcPr marT="45725" marB="45725" marR="91450" marL="91450" anchor="ctr">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1800</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$ 72</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508000">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2</a:t>
                      </a:r>
                      <a:endParaRPr/>
                    </a:p>
                  </a:txBody>
                  <a:tcPr marT="45725" marB="45725" marR="91450" marL="91450" anchor="ctr">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600</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$ 36</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503225">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3</a:t>
                      </a:r>
                      <a:endParaRPr/>
                    </a:p>
                  </a:txBody>
                  <a:tcPr marT="45725" marB="45725" marR="91450" marL="91450" anchor="ctr">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1200</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$ 60</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r>
            </a:tbl>
          </a:graphicData>
        </a:graphic>
      </p:graphicFrame>
      <p:sp>
        <p:nvSpPr>
          <p:cNvPr id="630" name="Google Shape;630;p20"/>
          <p:cNvSpPr txBox="1"/>
          <p:nvPr/>
        </p:nvSpPr>
        <p:spPr>
          <a:xfrm>
            <a:off x="3059112" y="4652962"/>
            <a:ext cx="25923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Arial"/>
              <a:buNone/>
            </a:pPr>
            <a:r>
              <a:rPr b="1" i="0" lang="en-US" sz="1800" u="none">
                <a:solidFill>
                  <a:schemeClr val="lt1"/>
                </a:solidFill>
                <a:latin typeface="Arial"/>
                <a:ea typeface="Arial"/>
                <a:cs typeface="Arial"/>
                <a:sym typeface="Arial"/>
              </a:rPr>
              <a:t>Peso máximo: 3000 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4" name="Shape 634"/>
        <p:cNvGrpSpPr/>
        <p:nvPr/>
      </p:nvGrpSpPr>
      <p:grpSpPr>
        <a:xfrm>
          <a:off x="0" y="0"/>
          <a:ext cx="0" cy="0"/>
          <a:chOff x="0" y="0"/>
          <a:chExt cx="0" cy="0"/>
        </a:xfrm>
      </p:grpSpPr>
      <p:sp>
        <p:nvSpPr>
          <p:cNvPr id="635" name="Google Shape;635;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Heurística (algoritmos golosos)</a:t>
            </a:r>
            <a:endParaRPr/>
          </a:p>
        </p:txBody>
      </p:sp>
      <p:sp>
        <p:nvSpPr>
          <p:cNvPr id="636" name="Google Shape;636;p21"/>
          <p:cNvSpPr txBox="1"/>
          <p:nvPr/>
        </p:nvSpPr>
        <p:spPr>
          <a:xfrm>
            <a:off x="1476375" y="1628775"/>
            <a:ext cx="6121400" cy="3384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37" name="Google Shape;637;p21"/>
          <p:cNvSpPr txBox="1"/>
          <p:nvPr/>
        </p:nvSpPr>
        <p:spPr>
          <a:xfrm>
            <a:off x="468312" y="5157787"/>
            <a:ext cx="8135937" cy="9350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Heurística</a:t>
            </a:r>
            <a:endParaRPr/>
          </a:p>
          <a:p>
            <a:pPr indent="0" lvl="0" marL="0" marR="0" rtl="0" algn="ctr">
              <a:lnSpc>
                <a:spcPct val="100000"/>
              </a:lnSpc>
              <a:spcBef>
                <a:spcPts val="48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Valor   /   Peso</a:t>
            </a:r>
            <a:endParaRPr/>
          </a:p>
        </p:txBody>
      </p:sp>
      <p:sp>
        <p:nvSpPr>
          <p:cNvPr id="638" name="Google Shape;638;p21"/>
          <p:cNvSpPr txBox="1"/>
          <p:nvPr/>
        </p:nvSpPr>
        <p:spPr>
          <a:xfrm>
            <a:off x="1476375" y="1628775"/>
            <a:ext cx="2303462" cy="7207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Problema de la Mochila</a:t>
            </a:r>
            <a:endParaRPr/>
          </a:p>
        </p:txBody>
      </p:sp>
      <p:graphicFrame>
        <p:nvGraphicFramePr>
          <p:cNvPr id="639" name="Google Shape;639;p21"/>
          <p:cNvGraphicFramePr/>
          <p:nvPr/>
        </p:nvGraphicFramePr>
        <p:xfrm>
          <a:off x="3708400" y="2349500"/>
          <a:ext cx="3000000" cy="3000000"/>
        </p:xfrm>
        <a:graphic>
          <a:graphicData uri="http://schemas.openxmlformats.org/drawingml/2006/table">
            <a:tbl>
              <a:tblPr>
                <a:noFill/>
                <a:tableStyleId>{A0E5EC63-1752-49F2-B231-F8F02AE82CE7}</a:tableStyleId>
              </a:tblPr>
              <a:tblGrid>
                <a:gridCol w="892175"/>
                <a:gridCol w="892175"/>
                <a:gridCol w="895350"/>
                <a:gridCol w="892175"/>
                <a:gridCol w="892175"/>
              </a:tblGrid>
              <a:tr h="696900">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Objeto</a:t>
                      </a:r>
                      <a:endParaRPr/>
                    </a:p>
                  </a:txBody>
                  <a:tcPr marT="45725" marB="45725" marR="91450" marL="91450" anchor="ctr">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Peso (g)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Valor</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Valor / Peso</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DDDDD"/>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Orden</a:t>
                      </a:r>
                      <a:endParaRPr/>
                    </a:p>
                  </a:txBody>
                  <a:tcPr marT="45725" marB="45725" marR="91450" marL="91450" anchor="ctr">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DDDDD"/>
                    </a:solidFill>
                  </a:tcPr>
                </a:tc>
              </a:tr>
              <a:tr h="503225">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1</a:t>
                      </a:r>
                      <a:endParaRPr/>
                    </a:p>
                  </a:txBody>
                  <a:tcPr marT="45725" marB="45725" marR="91450" marL="91450" anchor="ctr">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1800</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$ 72</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0,04</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3</a:t>
                      </a:r>
                      <a:endParaRPr/>
                    </a:p>
                  </a:txBody>
                  <a:tcPr marT="45725" marB="45725" marR="91450" marL="91450" anchor="ctr">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CC"/>
                    </a:solidFill>
                  </a:tcPr>
                </a:tc>
              </a:tr>
              <a:tr h="508000">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2</a:t>
                      </a:r>
                      <a:endParaRPr/>
                    </a:p>
                  </a:txBody>
                  <a:tcPr marT="45725" marB="45725" marR="91450" marL="91450" anchor="ctr">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600</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$ 36</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0,06</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1</a:t>
                      </a:r>
                      <a:endParaRPr/>
                    </a:p>
                  </a:txBody>
                  <a:tcPr marT="45725" marB="45725" marR="91450" marL="91450" anchor="ctr">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FF00"/>
                    </a:solidFill>
                  </a:tcPr>
                </a:tc>
              </a:tr>
              <a:tr h="503225">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3</a:t>
                      </a:r>
                      <a:endParaRPr/>
                    </a:p>
                  </a:txBody>
                  <a:tcPr marT="45725" marB="45725" marR="91450" marL="91450" anchor="ctr">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1200</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$ 60</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0,05</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2</a:t>
                      </a:r>
                      <a:endParaRPr/>
                    </a:p>
                  </a:txBody>
                  <a:tcPr marT="45725" marB="45725" marR="91450" marL="91450" anchor="ctr">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solidFill>
                      <a:srgbClr val="FFFF99"/>
                    </a:solidFill>
                  </a:tcPr>
                </a:tc>
              </a:tr>
            </a:tbl>
          </a:graphicData>
        </a:graphic>
      </p:graphicFrame>
      <p:sp>
        <p:nvSpPr>
          <p:cNvPr id="640" name="Google Shape;640;p21"/>
          <p:cNvSpPr txBox="1"/>
          <p:nvPr/>
        </p:nvSpPr>
        <p:spPr>
          <a:xfrm>
            <a:off x="3059112" y="4652962"/>
            <a:ext cx="25923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Arial"/>
              <a:buNone/>
            </a:pPr>
            <a:r>
              <a:rPr b="1" i="0" lang="en-US" sz="1800" u="none">
                <a:solidFill>
                  <a:schemeClr val="lt1"/>
                </a:solidFill>
                <a:latin typeface="Arial"/>
                <a:ea typeface="Arial"/>
                <a:cs typeface="Arial"/>
                <a:sym typeface="Arial"/>
              </a:rPr>
              <a:t>Peso máximo: 3000 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4" name="Shape 644"/>
        <p:cNvGrpSpPr/>
        <p:nvPr/>
      </p:nvGrpSpPr>
      <p:grpSpPr>
        <a:xfrm>
          <a:off x="0" y="0"/>
          <a:ext cx="0" cy="0"/>
          <a:chOff x="0" y="0"/>
          <a:chExt cx="0" cy="0"/>
        </a:xfrm>
      </p:grpSpPr>
      <p:sp>
        <p:nvSpPr>
          <p:cNvPr id="645" name="Google Shape;645;p22"/>
          <p:cNvSpPr txBox="1"/>
          <p:nvPr>
            <p:ph type="title"/>
          </p:nvPr>
        </p:nvSpPr>
        <p:spPr>
          <a:xfrm>
            <a:off x="457200" y="274637"/>
            <a:ext cx="8435975" cy="12096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Técnicas de Búsqueda heurística</a:t>
            </a:r>
            <a:endParaRPr/>
          </a:p>
        </p:txBody>
      </p:sp>
      <p:sp>
        <p:nvSpPr>
          <p:cNvPr id="646" name="Google Shape;646;p22"/>
          <p:cNvSpPr txBox="1"/>
          <p:nvPr/>
        </p:nvSpPr>
        <p:spPr>
          <a:xfrm>
            <a:off x="1476375" y="1628775"/>
            <a:ext cx="6121400" cy="3384550"/>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Generación y Prueba</a:t>
            </a:r>
            <a:endParaRPr/>
          </a:p>
          <a:p>
            <a:pPr indent="-457200" lvl="0" marL="457200" marR="0" rtl="0" algn="just">
              <a:lnSpc>
                <a:spcPct val="100000"/>
              </a:lnSpc>
              <a:spcBef>
                <a:spcPts val="56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Escalada o Remonte de colinas</a:t>
            </a:r>
            <a:endParaRPr/>
          </a:p>
          <a:p>
            <a:pPr indent="-457200" lvl="0" marL="457200" marR="0" rtl="0" algn="just">
              <a:lnSpc>
                <a:spcPct val="100000"/>
              </a:lnSpc>
              <a:spcBef>
                <a:spcPts val="56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Búsqueda El primero mejor</a:t>
            </a:r>
            <a:endParaRPr/>
          </a:p>
          <a:p>
            <a:pPr indent="-457200" lvl="0" marL="457200" marR="0" rtl="0" algn="just">
              <a:lnSpc>
                <a:spcPct val="100000"/>
              </a:lnSpc>
              <a:spcBef>
                <a:spcPts val="56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Reducción de problemas</a:t>
            </a:r>
            <a:endParaRPr/>
          </a:p>
          <a:p>
            <a:pPr indent="-457200" lvl="0" marL="457200" marR="0" rtl="0" algn="just">
              <a:lnSpc>
                <a:spcPct val="100000"/>
              </a:lnSpc>
              <a:spcBef>
                <a:spcPts val="56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Verificación de restricciones</a:t>
            </a:r>
            <a:endParaRPr/>
          </a:p>
          <a:p>
            <a:pPr indent="-457200" lvl="0" marL="457200" marR="0" rtl="0" algn="just">
              <a:lnSpc>
                <a:spcPct val="100000"/>
              </a:lnSpc>
              <a:spcBef>
                <a:spcPts val="56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Análisis de medios y fines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0" name="Shape 650"/>
        <p:cNvGrpSpPr/>
        <p:nvPr/>
      </p:nvGrpSpPr>
      <p:grpSpPr>
        <a:xfrm>
          <a:off x="0" y="0"/>
          <a:ext cx="0" cy="0"/>
          <a:chOff x="0" y="0"/>
          <a:chExt cx="0" cy="0"/>
        </a:xfrm>
      </p:grpSpPr>
      <p:sp>
        <p:nvSpPr>
          <p:cNvPr id="651" name="Google Shape;651;p23"/>
          <p:cNvSpPr txBox="1"/>
          <p:nvPr>
            <p:ph type="title"/>
          </p:nvPr>
        </p:nvSpPr>
        <p:spPr>
          <a:xfrm>
            <a:off x="457200" y="274637"/>
            <a:ext cx="8435975" cy="7778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1. Generación y Prueba</a:t>
            </a:r>
            <a:endParaRPr/>
          </a:p>
        </p:txBody>
      </p:sp>
      <p:sp>
        <p:nvSpPr>
          <p:cNvPr id="652" name="Google Shape;652;p23"/>
          <p:cNvSpPr txBox="1"/>
          <p:nvPr/>
        </p:nvSpPr>
        <p:spPr>
          <a:xfrm>
            <a:off x="539750" y="3213100"/>
            <a:ext cx="8154987" cy="115252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Es un procedimiento de búsqueda</a:t>
            </a:r>
            <a:r>
              <a:rPr b="1" i="0" lang="en-US" sz="2000" u="none">
                <a:solidFill>
                  <a:schemeClr val="lt2"/>
                </a:solidFill>
                <a:latin typeface="Arial"/>
                <a:ea typeface="Arial"/>
                <a:cs typeface="Arial"/>
                <a:sym typeface="Arial"/>
              </a:rPr>
              <a:t> </a:t>
            </a:r>
            <a:r>
              <a:rPr b="1" i="0" lang="en-US" sz="2000" u="none">
                <a:solidFill>
                  <a:srgbClr val="FF0000"/>
                </a:solidFill>
                <a:latin typeface="Arial"/>
                <a:ea typeface="Arial"/>
                <a:cs typeface="Arial"/>
                <a:sym typeface="Arial"/>
              </a:rPr>
              <a:t>“primero en profundidad”</a:t>
            </a:r>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Las soluciones completas deben generarse antes de que se comprueben</a:t>
            </a:r>
            <a:endParaRPr/>
          </a:p>
        </p:txBody>
      </p:sp>
      <p:sp>
        <p:nvSpPr>
          <p:cNvPr id="653" name="Google Shape;653;p23"/>
          <p:cNvSpPr txBox="1"/>
          <p:nvPr/>
        </p:nvSpPr>
        <p:spPr>
          <a:xfrm>
            <a:off x="539750" y="1125537"/>
            <a:ext cx="8135937" cy="17272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Consiste en: </a:t>
            </a:r>
            <a:endParaRPr/>
          </a:p>
          <a:p>
            <a:pPr indent="-127000" lvl="0" marL="0" marR="0" rtl="0" algn="just">
              <a:lnSpc>
                <a:spcPct val="100000"/>
              </a:lnSpc>
              <a:spcBef>
                <a:spcPts val="400"/>
              </a:spcBef>
              <a:spcAft>
                <a:spcPts val="0"/>
              </a:spcAft>
              <a:buClr>
                <a:schemeClr val="lt1"/>
              </a:buClr>
              <a:buSzPts val="2000"/>
              <a:buFont typeface="Arial"/>
              <a:buAutoNum type="arabicPeriod"/>
            </a:pPr>
            <a:r>
              <a:rPr b="1" i="0" lang="en-US" sz="2000" u="none">
                <a:solidFill>
                  <a:schemeClr val="lt1"/>
                </a:solidFill>
                <a:latin typeface="Arial"/>
                <a:ea typeface="Arial"/>
                <a:cs typeface="Arial"/>
                <a:sym typeface="Arial"/>
              </a:rPr>
              <a:t> Generar una posible solución (objetivo particular en el espacio problema o un camino a partir de un estado inicial).</a:t>
            </a:r>
            <a:endParaRPr/>
          </a:p>
          <a:p>
            <a:pPr indent="-127000" lvl="0" marL="0" marR="0" rtl="0" algn="just">
              <a:lnSpc>
                <a:spcPct val="100000"/>
              </a:lnSpc>
              <a:spcBef>
                <a:spcPts val="400"/>
              </a:spcBef>
              <a:spcAft>
                <a:spcPts val="0"/>
              </a:spcAft>
              <a:buClr>
                <a:schemeClr val="lt1"/>
              </a:buClr>
              <a:buSzPts val="2000"/>
              <a:buFont typeface="Arial"/>
              <a:buAutoNum type="arabicPeriod"/>
            </a:pPr>
            <a:r>
              <a:rPr b="1" i="0" lang="en-US" sz="2000" u="none">
                <a:solidFill>
                  <a:schemeClr val="lt1"/>
                </a:solidFill>
                <a:latin typeface="Arial"/>
                <a:ea typeface="Arial"/>
                <a:cs typeface="Arial"/>
                <a:sym typeface="Arial"/>
              </a:rPr>
              <a:t> Verificar si el objetivo elegido es una solución comparándolo con el objetivo final.</a:t>
            </a:r>
            <a:endParaRPr/>
          </a:p>
        </p:txBody>
      </p:sp>
      <p:sp>
        <p:nvSpPr>
          <p:cNvPr id="654" name="Google Shape;654;p23"/>
          <p:cNvSpPr txBox="1"/>
          <p:nvPr/>
        </p:nvSpPr>
        <p:spPr>
          <a:xfrm>
            <a:off x="539750" y="4652962"/>
            <a:ext cx="8154987" cy="50482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Es una búsqueda exhaustiva por el espacio problema</a:t>
            </a:r>
            <a:endParaRPr/>
          </a:p>
        </p:txBody>
      </p:sp>
      <p:sp>
        <p:nvSpPr>
          <p:cNvPr id="655" name="Google Shape;655;p23"/>
          <p:cNvSpPr txBox="1"/>
          <p:nvPr/>
        </p:nvSpPr>
        <p:spPr>
          <a:xfrm>
            <a:off x="539750" y="5446712"/>
            <a:ext cx="8135937" cy="100647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Puede funcionar de forma que genere las soluciones de forma aleatoria, pero esto no garantiza que se pueda encontrar la solución (Algoritmo del Museo Británico)</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9" name="Shape 659"/>
        <p:cNvGrpSpPr/>
        <p:nvPr/>
      </p:nvGrpSpPr>
      <p:grpSpPr>
        <a:xfrm>
          <a:off x="0" y="0"/>
          <a:ext cx="0" cy="0"/>
          <a:chOff x="0" y="0"/>
          <a:chExt cx="0" cy="0"/>
        </a:xfrm>
      </p:grpSpPr>
      <p:sp>
        <p:nvSpPr>
          <p:cNvPr id="660" name="Google Shape;660;p24"/>
          <p:cNvSpPr txBox="1"/>
          <p:nvPr>
            <p:ph type="title"/>
          </p:nvPr>
        </p:nvSpPr>
        <p:spPr>
          <a:xfrm>
            <a:off x="457200" y="274637"/>
            <a:ext cx="8435975" cy="1066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1. Generación y Prueba</a:t>
            </a:r>
            <a:endParaRPr/>
          </a:p>
        </p:txBody>
      </p:sp>
      <p:sp>
        <p:nvSpPr>
          <p:cNvPr id="661" name="Google Shape;661;p24"/>
          <p:cNvSpPr txBox="1"/>
          <p:nvPr/>
        </p:nvSpPr>
        <p:spPr>
          <a:xfrm>
            <a:off x="611187" y="1341437"/>
            <a:ext cx="8064500" cy="14398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A85FF"/>
              </a:buClr>
              <a:buSzPts val="2400"/>
              <a:buFont typeface="Arial"/>
              <a:buNone/>
            </a:pPr>
            <a:r>
              <a:rPr b="1" i="0" lang="en-US" sz="2400" u="none">
                <a:solidFill>
                  <a:srgbClr val="0A85FF"/>
                </a:solidFill>
                <a:latin typeface="Arial"/>
                <a:ea typeface="Arial"/>
                <a:cs typeface="Arial"/>
                <a:sym typeface="Arial"/>
              </a:rPr>
              <a:t>Problema</a:t>
            </a:r>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Acomodar cuatro cubos de seis caras, cada una de las cuales se encuentra pintada con un color distinto, disponiendo los cubos en fila cada uno con una cara de distinto color al frente </a:t>
            </a:r>
            <a:endParaRPr/>
          </a:p>
        </p:txBody>
      </p:sp>
      <p:sp>
        <p:nvSpPr>
          <p:cNvPr id="662" name="Google Shape;662;p24"/>
          <p:cNvSpPr txBox="1"/>
          <p:nvPr/>
        </p:nvSpPr>
        <p:spPr>
          <a:xfrm>
            <a:off x="468312" y="3573462"/>
            <a:ext cx="8207375" cy="9350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Se genera una solución completa</a:t>
            </a:r>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y se evalúa mediante una heurística</a:t>
            </a:r>
            <a:endParaRPr/>
          </a:p>
        </p:txBody>
      </p:sp>
      <p:sp>
        <p:nvSpPr>
          <p:cNvPr id="663" name="Google Shape;663;p24"/>
          <p:cNvSpPr txBox="1"/>
          <p:nvPr/>
        </p:nvSpPr>
        <p:spPr>
          <a:xfrm>
            <a:off x="5292725" y="3068637"/>
            <a:ext cx="228600" cy="228600"/>
          </a:xfrm>
          <a:prstGeom prst="rect">
            <a:avLst/>
          </a:prstGeom>
          <a:solidFill>
            <a:srgbClr val="3366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64" name="Google Shape;664;p24"/>
          <p:cNvSpPr txBox="1"/>
          <p:nvPr/>
        </p:nvSpPr>
        <p:spPr>
          <a:xfrm>
            <a:off x="468312" y="4581525"/>
            <a:ext cx="8207375" cy="2016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200"/>
              <a:buFont typeface="Arial"/>
              <a:buNone/>
            </a:pPr>
            <a:r>
              <a:rPr b="1" i="0" lang="en-US" sz="2200" u="sng">
                <a:solidFill>
                  <a:srgbClr val="FF0000"/>
                </a:solidFill>
                <a:latin typeface="Arial"/>
                <a:ea typeface="Arial"/>
                <a:cs typeface="Arial"/>
                <a:sym typeface="Arial"/>
              </a:rPr>
              <a:t>Heurística</a:t>
            </a:r>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Evaluar la cantidad de caras al frente de un mismo color y tratar de reducirlas</a:t>
            </a:r>
            <a:endParaRPr/>
          </a:p>
          <a:p>
            <a:pPr indent="0" lvl="0" marL="0" marR="0" rtl="0" algn="ctr">
              <a:lnSpc>
                <a:spcPct val="100000"/>
              </a:lnSpc>
              <a:spcBef>
                <a:spcPts val="100"/>
              </a:spcBef>
              <a:spcAft>
                <a:spcPts val="0"/>
              </a:spcAft>
              <a:buClr>
                <a:schemeClr val="lt1"/>
              </a:buClr>
              <a:buSzPts val="500"/>
              <a:buFont typeface="Arial"/>
              <a:buNone/>
            </a:pPr>
            <a:r>
              <a:t/>
            </a:r>
            <a:endParaRPr b="1" i="0" sz="500" u="none">
              <a:solidFill>
                <a:srgbClr val="FF0000"/>
              </a:solidFill>
              <a:latin typeface="Arial"/>
              <a:ea typeface="Arial"/>
              <a:cs typeface="Arial"/>
              <a:sym typeface="Arial"/>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Al usar esta heurística, muchas configuraciones nunca se exploran y la solución se encuentra más rápidamente.</a:t>
            </a:r>
            <a:endParaRPr/>
          </a:p>
        </p:txBody>
      </p:sp>
      <p:sp>
        <p:nvSpPr>
          <p:cNvPr id="665" name="Google Shape;665;p24"/>
          <p:cNvSpPr txBox="1"/>
          <p:nvPr/>
        </p:nvSpPr>
        <p:spPr>
          <a:xfrm>
            <a:off x="3708400" y="3068637"/>
            <a:ext cx="228600" cy="228600"/>
          </a:xfrm>
          <a:prstGeom prst="rect">
            <a:avLst/>
          </a:prstGeom>
          <a:solidFill>
            <a:srgbClr val="FFFF66"/>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66" name="Google Shape;666;p24"/>
          <p:cNvSpPr txBox="1"/>
          <p:nvPr/>
        </p:nvSpPr>
        <p:spPr>
          <a:xfrm>
            <a:off x="4241800" y="3068637"/>
            <a:ext cx="228600" cy="228600"/>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67" name="Google Shape;667;p24"/>
          <p:cNvSpPr txBox="1"/>
          <p:nvPr/>
        </p:nvSpPr>
        <p:spPr>
          <a:xfrm>
            <a:off x="4775200" y="3068637"/>
            <a:ext cx="228600" cy="228600"/>
          </a:xfrm>
          <a:prstGeom prst="rect">
            <a:avLst/>
          </a:prstGeom>
          <a:solidFill>
            <a:srgbClr val="99CC00"/>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1" name="Shape 671"/>
        <p:cNvGrpSpPr/>
        <p:nvPr/>
      </p:nvGrpSpPr>
      <p:grpSpPr>
        <a:xfrm>
          <a:off x="0" y="0"/>
          <a:ext cx="0" cy="0"/>
          <a:chOff x="0" y="0"/>
          <a:chExt cx="0" cy="0"/>
        </a:xfrm>
      </p:grpSpPr>
      <p:sp>
        <p:nvSpPr>
          <p:cNvPr id="672" name="Google Shape;672;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2. Escalada o Remonte de colinas</a:t>
            </a:r>
            <a:endParaRPr/>
          </a:p>
        </p:txBody>
      </p:sp>
      <p:sp>
        <p:nvSpPr>
          <p:cNvPr id="673" name="Google Shape;673;p25"/>
          <p:cNvSpPr txBox="1"/>
          <p:nvPr/>
        </p:nvSpPr>
        <p:spPr>
          <a:xfrm>
            <a:off x="539750" y="1484312"/>
            <a:ext cx="7848600" cy="33131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Es una variante de Generación y Prueba</a:t>
            </a:r>
            <a:endParaRPr/>
          </a:p>
          <a:p>
            <a:pPr indent="-342900" lvl="0" marL="342900" marR="0" rtl="0" algn="ctr">
              <a:lnSpc>
                <a:spcPct val="100000"/>
              </a:lnSpc>
              <a:spcBef>
                <a:spcPts val="440"/>
              </a:spcBef>
              <a:spcAft>
                <a:spcPts val="0"/>
              </a:spcAft>
              <a:buClr>
                <a:srgbClr val="FF0000"/>
              </a:buClr>
              <a:buSzPts val="2200"/>
              <a:buFont typeface="Arial"/>
              <a:buNone/>
            </a:pPr>
            <a:r>
              <a:rPr b="1" i="0" lang="en-US" sz="2200" u="none">
                <a:solidFill>
                  <a:srgbClr val="FF0000"/>
                </a:solidFill>
                <a:latin typeface="Arial"/>
                <a:ea typeface="Arial"/>
                <a:cs typeface="Arial"/>
                <a:sym typeface="Arial"/>
              </a:rPr>
              <a:t>Función de prueba         responde solo un si o un no</a:t>
            </a:r>
            <a:endParaRPr/>
          </a:p>
          <a:p>
            <a:pPr indent="-203200" lvl="0" marL="342900" marR="0" rtl="0" algn="just">
              <a:lnSpc>
                <a:spcPct val="100000"/>
              </a:lnSpc>
              <a:spcBef>
                <a:spcPts val="440"/>
              </a:spcBef>
              <a:spcAft>
                <a:spcPts val="0"/>
              </a:spcAft>
              <a:buClr>
                <a:schemeClr val="lt1"/>
              </a:buClr>
              <a:buSzPts val="2200"/>
              <a:buFont typeface="Arial"/>
              <a:buNone/>
            </a:pPr>
            <a:r>
              <a:t/>
            </a:r>
            <a:endParaRPr b="1" i="0" sz="2200" u="none">
              <a:solidFill>
                <a:srgbClr val="FF0000"/>
              </a:solidFill>
              <a:latin typeface="Arial"/>
              <a:ea typeface="Arial"/>
              <a:cs typeface="Arial"/>
              <a:sym typeface="Arial"/>
            </a:endParaRPr>
          </a:p>
          <a:p>
            <a:pPr indent="-342900" lvl="0" marL="342900" marR="0" rtl="0" algn="just">
              <a:lnSpc>
                <a:spcPct val="100000"/>
              </a:lnSpc>
              <a:spcBef>
                <a:spcPts val="440"/>
              </a:spcBef>
              <a:spcAft>
                <a:spcPts val="0"/>
              </a:spcAft>
              <a:buClr>
                <a:schemeClr val="lt1"/>
              </a:buClr>
              <a:buSzPts val="2200"/>
              <a:buFont typeface="Arial"/>
              <a:buNone/>
            </a:pPr>
            <a:r>
              <a:t/>
            </a:r>
            <a:endParaRPr b="1" i="0" sz="2200" u="none">
              <a:solidFill>
                <a:srgbClr val="FF0000"/>
              </a:solidFill>
              <a:latin typeface="Arial"/>
              <a:ea typeface="Arial"/>
              <a:cs typeface="Arial"/>
              <a:sym typeface="Arial"/>
            </a:endParaRPr>
          </a:p>
          <a:p>
            <a:pPr indent="-342900" lvl="0" marL="342900" marR="0" rtl="0" algn="just">
              <a:lnSpc>
                <a:spcPct val="100000"/>
              </a:lnSpc>
              <a:spcBef>
                <a:spcPts val="44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La función de prueba se amplía mediante una </a:t>
            </a:r>
            <a:r>
              <a:rPr b="1" i="0" lang="en-US" sz="2200" u="none">
                <a:solidFill>
                  <a:srgbClr val="FF0000"/>
                </a:solidFill>
                <a:latin typeface="Arial"/>
                <a:ea typeface="Arial"/>
                <a:cs typeface="Arial"/>
                <a:sym typeface="Arial"/>
              </a:rPr>
              <a:t>función heurística</a:t>
            </a:r>
            <a:r>
              <a:rPr b="1" i="0" lang="en-US" sz="2200" u="none">
                <a:solidFill>
                  <a:schemeClr val="lt1"/>
                </a:solidFill>
                <a:latin typeface="Arial"/>
                <a:ea typeface="Arial"/>
                <a:cs typeface="Arial"/>
                <a:sym typeface="Arial"/>
              </a:rPr>
              <a:t> que introduce </a:t>
            </a:r>
            <a:r>
              <a:rPr b="1" i="0" lang="en-US" sz="2200" u="none">
                <a:solidFill>
                  <a:srgbClr val="5CADFF"/>
                </a:solidFill>
                <a:latin typeface="Arial"/>
                <a:ea typeface="Arial"/>
                <a:cs typeface="Arial"/>
                <a:sym typeface="Arial"/>
              </a:rPr>
              <a:t>conocimiento</a:t>
            </a:r>
            <a:r>
              <a:rPr b="1" i="0" lang="en-US" sz="2200" u="none">
                <a:solidFill>
                  <a:srgbClr val="0A85FF"/>
                </a:solidFill>
                <a:latin typeface="Arial"/>
                <a:ea typeface="Arial"/>
                <a:cs typeface="Arial"/>
                <a:sym typeface="Arial"/>
              </a:rPr>
              <a:t> </a:t>
            </a:r>
            <a:r>
              <a:rPr b="1" i="0" lang="en-US" sz="2200" u="none">
                <a:solidFill>
                  <a:schemeClr val="lt1"/>
                </a:solidFill>
                <a:latin typeface="Arial"/>
                <a:ea typeface="Arial"/>
                <a:cs typeface="Arial"/>
                <a:sym typeface="Arial"/>
              </a:rPr>
              <a:t>especifico a la tarea realizada.</a:t>
            </a:r>
            <a:endParaRPr/>
          </a:p>
          <a:p>
            <a:pPr indent="-203200" lvl="0" marL="342900" marR="0" rtl="0" algn="just">
              <a:lnSpc>
                <a:spcPct val="100000"/>
              </a:lnSpc>
              <a:spcBef>
                <a:spcPts val="440"/>
              </a:spcBef>
              <a:spcAft>
                <a:spcPts val="0"/>
              </a:spcAft>
              <a:buClr>
                <a:schemeClr val="lt1"/>
              </a:buClr>
              <a:buSzPts val="2200"/>
              <a:buFont typeface="Arial"/>
              <a:buNone/>
            </a:pPr>
            <a:r>
              <a:t/>
            </a:r>
            <a:endParaRPr b="1" i="0" sz="2200" u="non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200" u="none">
              <a:solidFill>
                <a:schemeClr val="lt1"/>
              </a:solidFill>
              <a:latin typeface="Arial"/>
              <a:ea typeface="Arial"/>
              <a:cs typeface="Arial"/>
              <a:sym typeface="Arial"/>
            </a:endParaRPr>
          </a:p>
        </p:txBody>
      </p:sp>
      <p:sp>
        <p:nvSpPr>
          <p:cNvPr id="674" name="Google Shape;674;p25"/>
          <p:cNvSpPr txBox="1"/>
          <p:nvPr/>
        </p:nvSpPr>
        <p:spPr>
          <a:xfrm>
            <a:off x="541337" y="4870450"/>
            <a:ext cx="8207375" cy="9350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Usa una heurística que brinda una estimación de lo cercano que se encuentra un estado al estado objetivo</a:t>
            </a:r>
            <a:endParaRPr/>
          </a:p>
        </p:txBody>
      </p:sp>
      <p:sp>
        <p:nvSpPr>
          <p:cNvPr id="675" name="Google Shape;675;p25"/>
          <p:cNvSpPr txBox="1"/>
          <p:nvPr/>
        </p:nvSpPr>
        <p:spPr>
          <a:xfrm>
            <a:off x="0" y="20462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76" name="Google Shape;676;p25"/>
          <p:cNvSpPr/>
          <p:nvPr/>
        </p:nvSpPr>
        <p:spPr>
          <a:xfrm>
            <a:off x="3698875" y="1987550"/>
            <a:ext cx="358775" cy="288925"/>
          </a:xfrm>
          <a:prstGeom prst="rightArrow">
            <a:avLst>
              <a:gd fmla="val 12903"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0" name="Shape 680"/>
        <p:cNvGrpSpPr/>
        <p:nvPr/>
      </p:nvGrpSpPr>
      <p:grpSpPr>
        <a:xfrm>
          <a:off x="0" y="0"/>
          <a:ext cx="0" cy="0"/>
          <a:chOff x="0" y="0"/>
          <a:chExt cx="0" cy="0"/>
        </a:xfrm>
      </p:grpSpPr>
      <p:sp>
        <p:nvSpPr>
          <p:cNvPr id="681" name="Google Shape;681;p26"/>
          <p:cNvSpPr txBox="1"/>
          <p:nvPr>
            <p:ph type="title"/>
          </p:nvPr>
        </p:nvSpPr>
        <p:spPr>
          <a:xfrm>
            <a:off x="457200" y="274637"/>
            <a:ext cx="8229600" cy="9223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2. Escalada o Remonte de colinas</a:t>
            </a:r>
            <a:endParaRPr/>
          </a:p>
        </p:txBody>
      </p:sp>
      <p:sp>
        <p:nvSpPr>
          <p:cNvPr id="682" name="Google Shape;682;p26"/>
          <p:cNvSpPr txBox="1"/>
          <p:nvPr/>
        </p:nvSpPr>
        <p:spPr>
          <a:xfrm>
            <a:off x="539750" y="1268412"/>
            <a:ext cx="8135937" cy="10810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Suponga que se encuentra en una ciudad desconocida sin ningún mapa. Dirigirse al centro de la ciudad, guiándose por la distancia a los rascacielos.</a:t>
            </a:r>
            <a:endParaRPr/>
          </a:p>
        </p:txBody>
      </p:sp>
      <p:sp>
        <p:nvSpPr>
          <p:cNvPr id="683" name="Google Shape;683;p26"/>
          <p:cNvSpPr txBox="1"/>
          <p:nvPr/>
        </p:nvSpPr>
        <p:spPr>
          <a:xfrm>
            <a:off x="0" y="20462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84" name="Google Shape;684;p26"/>
          <p:cNvSpPr/>
          <p:nvPr/>
        </p:nvSpPr>
        <p:spPr>
          <a:xfrm>
            <a:off x="2555875" y="2989262"/>
            <a:ext cx="431800" cy="358775"/>
          </a:xfrm>
          <a:prstGeom prst="smileyFace">
            <a:avLst>
              <a:gd fmla="val 4653" name="adj"/>
            </a:avLst>
          </a:prstGeom>
          <a:solidFill>
            <a:srgbClr val="FFFF99"/>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aphicFrame>
        <p:nvGraphicFramePr>
          <p:cNvPr id="685" name="Google Shape;685;p26"/>
          <p:cNvGraphicFramePr/>
          <p:nvPr/>
        </p:nvGraphicFramePr>
        <p:xfrm>
          <a:off x="1206500" y="2955925"/>
          <a:ext cx="3000000" cy="3000000"/>
        </p:xfrm>
        <a:graphic>
          <a:graphicData uri="http://schemas.openxmlformats.org/drawingml/2006/table">
            <a:tbl>
              <a:tblPr>
                <a:noFill/>
                <a:tableStyleId>{A0E5EC63-1752-49F2-B231-F8F02AE82CE7}</a:tableStyleId>
              </a:tblPr>
              <a:tblGrid>
                <a:gridCol w="449250"/>
                <a:gridCol w="447675"/>
                <a:gridCol w="449250"/>
                <a:gridCol w="447675"/>
                <a:gridCol w="449250"/>
              </a:tblGrid>
              <a:tr h="411150">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11150">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12750">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DDDDD"/>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11150">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411150">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686" name="Google Shape;686;p26"/>
          <p:cNvSpPr txBox="1"/>
          <p:nvPr/>
        </p:nvSpPr>
        <p:spPr>
          <a:xfrm>
            <a:off x="4294187" y="2997200"/>
            <a:ext cx="4105275" cy="194468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ADD6FF"/>
              </a:buClr>
              <a:buSzPts val="2000"/>
              <a:buFont typeface="Arial"/>
              <a:buNone/>
            </a:pPr>
            <a:r>
              <a:rPr b="1" i="0" lang="en-US" sz="2000" u="none">
                <a:solidFill>
                  <a:srgbClr val="ADD6FF"/>
                </a:solidFill>
                <a:latin typeface="Arial"/>
                <a:ea typeface="Arial"/>
                <a:cs typeface="Arial"/>
                <a:sym typeface="Arial"/>
              </a:rPr>
              <a:t>La función heurística sería la distancia existente entre su posición y los rascacielos y los estados deseables son aquellos en los que esa distancia se minimiza.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0" name="Shape 690"/>
        <p:cNvGrpSpPr/>
        <p:nvPr/>
      </p:nvGrpSpPr>
      <p:grpSpPr>
        <a:xfrm>
          <a:off x="0" y="0"/>
          <a:ext cx="0" cy="0"/>
          <a:chOff x="0" y="0"/>
          <a:chExt cx="0" cy="0"/>
        </a:xfrm>
      </p:grpSpPr>
      <p:sp>
        <p:nvSpPr>
          <p:cNvPr id="691" name="Google Shape;691;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2. Escalada (variantes)</a:t>
            </a:r>
            <a:endParaRPr/>
          </a:p>
        </p:txBody>
      </p:sp>
      <p:sp>
        <p:nvSpPr>
          <p:cNvPr id="692" name="Google Shape;692;p27"/>
          <p:cNvSpPr txBox="1"/>
          <p:nvPr/>
        </p:nvSpPr>
        <p:spPr>
          <a:xfrm>
            <a:off x="0" y="20462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693" name="Google Shape;693;p27"/>
          <p:cNvSpPr txBox="1"/>
          <p:nvPr/>
        </p:nvSpPr>
        <p:spPr>
          <a:xfrm>
            <a:off x="755650" y="1917700"/>
            <a:ext cx="7848600" cy="1258887"/>
          </a:xfrm>
          <a:prstGeom prst="rect">
            <a:avLst/>
          </a:prstGeom>
          <a:noFill/>
          <a:ln>
            <a:noFill/>
          </a:ln>
        </p:spPr>
        <p:txBody>
          <a:bodyPr anchorCtr="0" anchor="t" bIns="45700" lIns="91425" spcFirstLastPara="1" rIns="91425" wrap="square" tIns="45700">
            <a:noAutofit/>
          </a:bodyPr>
          <a:lstStyle/>
          <a:p>
            <a:pPr indent="-174625" lvl="0" marL="174625" marR="0" rtl="0" algn="just">
              <a:lnSpc>
                <a:spcPct val="100000"/>
              </a:lnSpc>
              <a:spcBef>
                <a:spcPts val="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Desde una posición al objetivo, se avanza de a un paso y se valora. Si no es mejor, se vuelve atrás y se busca otro camino</a:t>
            </a:r>
            <a:endParaRPr/>
          </a:p>
        </p:txBody>
      </p:sp>
      <p:sp>
        <p:nvSpPr>
          <p:cNvPr id="694" name="Google Shape;694;p27"/>
          <p:cNvSpPr txBox="1"/>
          <p:nvPr/>
        </p:nvSpPr>
        <p:spPr>
          <a:xfrm>
            <a:off x="755650" y="1341437"/>
            <a:ext cx="3887787" cy="7207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Escalada Simple</a:t>
            </a:r>
            <a:endParaRPr/>
          </a:p>
        </p:txBody>
      </p:sp>
      <p:sp>
        <p:nvSpPr>
          <p:cNvPr id="695" name="Google Shape;695;p27"/>
          <p:cNvSpPr txBox="1"/>
          <p:nvPr/>
        </p:nvSpPr>
        <p:spPr>
          <a:xfrm>
            <a:off x="900112" y="3716337"/>
            <a:ext cx="7488237" cy="2881312"/>
          </a:xfrm>
          <a:prstGeom prst="rect">
            <a:avLst/>
          </a:prstGeom>
          <a:noFill/>
          <a:ln>
            <a:noFill/>
          </a:ln>
        </p:spPr>
        <p:txBody>
          <a:bodyPr anchorCtr="0" anchor="t" bIns="45700" lIns="91425" spcFirstLastPara="1" rIns="91425" wrap="square" tIns="45700">
            <a:noAutofit/>
          </a:bodyPr>
          <a:lstStyle/>
          <a:p>
            <a:pPr indent="-174625" lvl="0" marL="174625" marR="0" rtl="0" algn="just">
              <a:lnSpc>
                <a:spcPct val="100000"/>
              </a:lnSpc>
              <a:spcBef>
                <a:spcPts val="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Se consideran todos los posibles movimientos a partir del estado actual y se elige el mejor de ellos como nuevo estado</a:t>
            </a:r>
            <a:endParaRPr/>
          </a:p>
          <a:p>
            <a:pPr indent="-174625" lvl="0" marL="174625" marR="0" rtl="0" algn="just">
              <a:lnSpc>
                <a:spcPct val="100000"/>
              </a:lnSpc>
              <a:spcBef>
                <a:spcPts val="300"/>
              </a:spcBef>
              <a:spcAft>
                <a:spcPts val="0"/>
              </a:spcAft>
              <a:buClr>
                <a:schemeClr val="lt1"/>
              </a:buClr>
              <a:buSzPts val="1500"/>
              <a:buFont typeface="Arial"/>
              <a:buNone/>
            </a:pPr>
            <a:r>
              <a:t/>
            </a:r>
            <a:endParaRPr b="1" i="0" sz="1500" u="none">
              <a:solidFill>
                <a:schemeClr val="lt1"/>
              </a:solidFill>
              <a:latin typeface="Arial"/>
              <a:ea typeface="Arial"/>
              <a:cs typeface="Arial"/>
              <a:sym typeface="Arial"/>
            </a:endParaRPr>
          </a:p>
          <a:p>
            <a:pPr indent="-174625" lvl="0" marL="174625" marR="0" rtl="0" algn="ctr">
              <a:lnSpc>
                <a:spcPct val="100000"/>
              </a:lnSpc>
              <a:spcBef>
                <a:spcPts val="44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¿Es un estado </a:t>
            </a:r>
            <a:r>
              <a:rPr b="1" i="0" lang="en-US" sz="2200" u="none">
                <a:solidFill>
                  <a:srgbClr val="FF0000"/>
                </a:solidFill>
                <a:latin typeface="Arial"/>
                <a:ea typeface="Arial"/>
                <a:cs typeface="Arial"/>
                <a:sym typeface="Arial"/>
              </a:rPr>
              <a:t>mejor </a:t>
            </a:r>
            <a:r>
              <a:rPr b="1" i="0" lang="en-US" sz="2200" u="none">
                <a:solidFill>
                  <a:schemeClr val="lt1"/>
                </a:solidFill>
                <a:latin typeface="Arial"/>
                <a:ea typeface="Arial"/>
                <a:cs typeface="Arial"/>
                <a:sym typeface="Arial"/>
              </a:rPr>
              <a:t>que otro?</a:t>
            </a:r>
            <a:endParaRPr/>
          </a:p>
          <a:p>
            <a:pPr indent="-174625" lvl="0" marL="174625" marR="0" rtl="0" algn="ctr">
              <a:lnSpc>
                <a:spcPct val="100000"/>
              </a:lnSpc>
              <a:spcBef>
                <a:spcPts val="44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En algunos casos, significa un valor más alto de la función heurística y en otros un valor más bajo.</a:t>
            </a:r>
            <a:endParaRPr/>
          </a:p>
          <a:p>
            <a:pPr indent="0" lvl="0" marL="0" marR="0" rtl="0" algn="l">
              <a:lnSpc>
                <a:spcPct val="100000"/>
              </a:lnSpc>
              <a:spcBef>
                <a:spcPts val="0"/>
              </a:spcBef>
              <a:spcAft>
                <a:spcPts val="0"/>
              </a:spcAft>
              <a:buNone/>
            </a:pPr>
            <a:r>
              <a:t/>
            </a:r>
            <a:endParaRPr b="1" i="0" sz="2200" u="none">
              <a:solidFill>
                <a:schemeClr val="lt1"/>
              </a:solidFill>
              <a:latin typeface="Arial"/>
              <a:ea typeface="Arial"/>
              <a:cs typeface="Arial"/>
              <a:sym typeface="Arial"/>
            </a:endParaRPr>
          </a:p>
        </p:txBody>
      </p:sp>
      <p:sp>
        <p:nvSpPr>
          <p:cNvPr id="696" name="Google Shape;696;p27"/>
          <p:cNvSpPr txBox="1"/>
          <p:nvPr/>
        </p:nvSpPr>
        <p:spPr>
          <a:xfrm>
            <a:off x="900112" y="3140075"/>
            <a:ext cx="6911975" cy="7207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Escalada por la máxima pendiente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0" name="Shape 700"/>
        <p:cNvGrpSpPr/>
        <p:nvPr/>
      </p:nvGrpSpPr>
      <p:grpSpPr>
        <a:xfrm>
          <a:off x="0" y="0"/>
          <a:ext cx="0" cy="0"/>
          <a:chOff x="0" y="0"/>
          <a:chExt cx="0" cy="0"/>
        </a:xfrm>
      </p:grpSpPr>
      <p:sp>
        <p:nvSpPr>
          <p:cNvPr id="701" name="Google Shape;701;p28"/>
          <p:cNvSpPr txBox="1"/>
          <p:nvPr>
            <p:ph type="title"/>
          </p:nvPr>
        </p:nvSpPr>
        <p:spPr>
          <a:xfrm>
            <a:off x="468312" y="274637"/>
            <a:ext cx="842486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2. Escalada (problemas y soluciones)</a:t>
            </a:r>
            <a:endParaRPr/>
          </a:p>
        </p:txBody>
      </p:sp>
      <p:sp>
        <p:nvSpPr>
          <p:cNvPr id="702" name="Google Shape;702;p28"/>
          <p:cNvSpPr txBox="1"/>
          <p:nvPr/>
        </p:nvSpPr>
        <p:spPr>
          <a:xfrm>
            <a:off x="0" y="20462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703" name="Google Shape;703;p28"/>
          <p:cNvSpPr txBox="1"/>
          <p:nvPr/>
        </p:nvSpPr>
        <p:spPr>
          <a:xfrm>
            <a:off x="657225" y="1412875"/>
            <a:ext cx="8137525" cy="42481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Tanto la escalada básica como la de máxima pendiente pueden </a:t>
            </a:r>
            <a:r>
              <a:rPr b="1" i="0" lang="en-US" sz="2200" u="none">
                <a:solidFill>
                  <a:srgbClr val="FF0000"/>
                </a:solidFill>
                <a:latin typeface="Arial"/>
                <a:ea typeface="Arial"/>
                <a:cs typeface="Arial"/>
                <a:sym typeface="Arial"/>
              </a:rPr>
              <a:t>no encontrar una solución </a:t>
            </a:r>
            <a:r>
              <a:rPr b="1" i="0" lang="en-US" sz="2200" u="none">
                <a:solidFill>
                  <a:schemeClr val="lt1"/>
                </a:solidFill>
                <a:latin typeface="Arial"/>
                <a:ea typeface="Arial"/>
                <a:cs typeface="Arial"/>
                <a:sym typeface="Arial"/>
              </a:rPr>
              <a:t>(estado objetivo) y en cambio encontrar un estado del que no sea posible generar nuevos estados mejores que él.</a:t>
            </a:r>
            <a:endParaRPr/>
          </a:p>
          <a:p>
            <a:pPr indent="0" lvl="0" marL="0" marR="0" rtl="0" algn="just">
              <a:lnSpc>
                <a:spcPct val="100000"/>
              </a:lnSpc>
              <a:spcBef>
                <a:spcPts val="0"/>
              </a:spcBef>
              <a:spcAft>
                <a:spcPts val="0"/>
              </a:spcAft>
              <a:buClr>
                <a:schemeClr val="lt1"/>
              </a:buClr>
              <a:buSzPts val="2200"/>
              <a:buFont typeface="Arial"/>
              <a:buNone/>
            </a:pPr>
            <a:r>
              <a:t/>
            </a:r>
            <a:endParaRPr b="1" i="0" sz="2200" u="none">
              <a:solidFill>
                <a:schemeClr val="lt1"/>
              </a:solidFill>
              <a:latin typeface="Arial"/>
              <a:ea typeface="Arial"/>
              <a:cs typeface="Arial"/>
              <a:sym typeface="Arial"/>
            </a:endParaRPr>
          </a:p>
          <a:p>
            <a:pPr indent="0" lvl="0" marL="0" marR="0" rtl="0" algn="just">
              <a:lnSpc>
                <a:spcPct val="100000"/>
              </a:lnSpc>
              <a:spcBef>
                <a:spcPts val="0"/>
              </a:spcBef>
              <a:spcAft>
                <a:spcPts val="0"/>
              </a:spcAft>
              <a:buClr>
                <a:schemeClr val="lt1"/>
              </a:buClr>
              <a:buSzPts val="1000"/>
              <a:buFont typeface="Arial"/>
              <a:buNone/>
            </a:pPr>
            <a:r>
              <a:t/>
            </a:r>
            <a:endParaRPr b="1" i="0" sz="1000" u="none">
              <a:solidFill>
                <a:schemeClr val="lt1"/>
              </a:solidFill>
              <a:latin typeface="Arial"/>
              <a:ea typeface="Arial"/>
              <a:cs typeface="Arial"/>
              <a:sym typeface="Arial"/>
            </a:endParaRPr>
          </a:p>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Esto ocurre si el programa se topa con:</a:t>
            </a:r>
            <a:endParaRPr/>
          </a:p>
          <a:p>
            <a:pPr indent="0" lvl="0" marL="0" marR="0" rtl="0" algn="just">
              <a:lnSpc>
                <a:spcPct val="100000"/>
              </a:lnSpc>
              <a:spcBef>
                <a:spcPts val="0"/>
              </a:spcBef>
              <a:spcAft>
                <a:spcPts val="0"/>
              </a:spcAft>
              <a:buClr>
                <a:schemeClr val="lt1"/>
              </a:buClr>
              <a:buSzPts val="500"/>
              <a:buFont typeface="Arial"/>
              <a:buNone/>
            </a:pPr>
            <a:r>
              <a:t/>
            </a:r>
            <a:endParaRPr b="1" i="0" sz="500" u="none">
              <a:solidFill>
                <a:schemeClr val="lt1"/>
              </a:solidFill>
              <a:latin typeface="Arial"/>
              <a:ea typeface="Arial"/>
              <a:cs typeface="Arial"/>
              <a:sym typeface="Arial"/>
            </a:endParaRPr>
          </a:p>
          <a:p>
            <a:pPr indent="0" lvl="0" marL="0" marR="0" rtl="0" algn="just">
              <a:lnSpc>
                <a:spcPct val="100000"/>
              </a:lnSpc>
              <a:spcBef>
                <a:spcPts val="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un máximo local</a:t>
            </a:r>
            <a:endParaRPr/>
          </a:p>
          <a:p>
            <a:pPr indent="31750" lvl="0" marL="0" marR="0" rtl="0" algn="just">
              <a:lnSpc>
                <a:spcPct val="100000"/>
              </a:lnSpc>
              <a:spcBef>
                <a:spcPts val="0"/>
              </a:spcBef>
              <a:spcAft>
                <a:spcPts val="0"/>
              </a:spcAft>
              <a:buClr>
                <a:schemeClr val="lt1"/>
              </a:buClr>
              <a:buSzPts val="500"/>
              <a:buFont typeface="Arial"/>
              <a:buNone/>
            </a:pPr>
            <a:r>
              <a:t/>
            </a:r>
            <a:endParaRPr b="1" i="0" sz="500" u="none">
              <a:solidFill>
                <a:schemeClr val="lt1"/>
              </a:solidFill>
              <a:latin typeface="Arial"/>
              <a:ea typeface="Arial"/>
              <a:cs typeface="Arial"/>
              <a:sym typeface="Arial"/>
            </a:endParaRPr>
          </a:p>
          <a:p>
            <a:pPr indent="0" lvl="0" marL="0" marR="0" rtl="0" algn="just">
              <a:lnSpc>
                <a:spcPct val="100000"/>
              </a:lnSpc>
              <a:spcBef>
                <a:spcPts val="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una meseta</a:t>
            </a:r>
            <a:endParaRPr/>
          </a:p>
          <a:p>
            <a:pPr indent="31750" lvl="0" marL="0" marR="0" rtl="0" algn="just">
              <a:lnSpc>
                <a:spcPct val="100000"/>
              </a:lnSpc>
              <a:spcBef>
                <a:spcPts val="0"/>
              </a:spcBef>
              <a:spcAft>
                <a:spcPts val="0"/>
              </a:spcAft>
              <a:buClr>
                <a:schemeClr val="lt1"/>
              </a:buClr>
              <a:buSzPts val="500"/>
              <a:buFont typeface="Arial"/>
              <a:buNone/>
            </a:pPr>
            <a:r>
              <a:t/>
            </a:r>
            <a:endParaRPr b="1" i="0" sz="500" u="none">
              <a:solidFill>
                <a:schemeClr val="lt1"/>
              </a:solidFill>
              <a:latin typeface="Arial"/>
              <a:ea typeface="Arial"/>
              <a:cs typeface="Arial"/>
              <a:sym typeface="Arial"/>
            </a:endParaRPr>
          </a:p>
          <a:p>
            <a:pPr indent="0" lvl="0" marL="0" marR="0" rtl="0" algn="just">
              <a:lnSpc>
                <a:spcPct val="100000"/>
              </a:lnSpc>
              <a:spcBef>
                <a:spcPts val="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una cresta</a:t>
            </a:r>
            <a:endParaRPr/>
          </a:p>
          <a:p>
            <a:pPr indent="0" lvl="0" marL="0" marR="0" rtl="0" algn="l">
              <a:lnSpc>
                <a:spcPct val="100000"/>
              </a:lnSpc>
              <a:spcBef>
                <a:spcPts val="0"/>
              </a:spcBef>
              <a:spcAft>
                <a:spcPts val="0"/>
              </a:spcAft>
              <a:buNone/>
            </a:pPr>
            <a:r>
              <a:t/>
            </a:r>
            <a:endParaRPr b="1" i="0" sz="2200" u="non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7" name="Shape 707"/>
        <p:cNvGrpSpPr/>
        <p:nvPr/>
      </p:nvGrpSpPr>
      <p:grpSpPr>
        <a:xfrm>
          <a:off x="0" y="0"/>
          <a:ext cx="0" cy="0"/>
          <a:chOff x="0" y="0"/>
          <a:chExt cx="0" cy="0"/>
        </a:xfrm>
      </p:grpSpPr>
      <p:sp>
        <p:nvSpPr>
          <p:cNvPr id="708" name="Google Shape;708;p29"/>
          <p:cNvSpPr txBox="1"/>
          <p:nvPr>
            <p:ph type="title"/>
          </p:nvPr>
        </p:nvSpPr>
        <p:spPr>
          <a:xfrm>
            <a:off x="468312" y="274637"/>
            <a:ext cx="842486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2. Escalada (problemas y soluciones)</a:t>
            </a:r>
            <a:endParaRPr/>
          </a:p>
        </p:txBody>
      </p:sp>
      <p:sp>
        <p:nvSpPr>
          <p:cNvPr id="709" name="Google Shape;709;p29"/>
          <p:cNvSpPr txBox="1"/>
          <p:nvPr/>
        </p:nvSpPr>
        <p:spPr>
          <a:xfrm>
            <a:off x="0" y="20462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710" name="Google Shape;710;p29"/>
          <p:cNvSpPr txBox="1"/>
          <p:nvPr/>
        </p:nvSpPr>
        <p:spPr>
          <a:xfrm>
            <a:off x="2125662" y="2073275"/>
            <a:ext cx="6264275" cy="417671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5CADFF"/>
              </a:buClr>
              <a:buSzPts val="2200"/>
              <a:buFont typeface="Arial"/>
              <a:buNone/>
            </a:pPr>
            <a:r>
              <a:rPr b="1" i="0" lang="en-US" sz="2200" u="none">
                <a:solidFill>
                  <a:srgbClr val="5CADFF"/>
                </a:solidFill>
                <a:latin typeface="Arial"/>
                <a:ea typeface="Arial"/>
                <a:cs typeface="Arial"/>
                <a:sym typeface="Arial"/>
              </a:rPr>
              <a:t>Problema</a:t>
            </a:r>
            <a:endParaRPr/>
          </a:p>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Estado que es mejor que todos sus vecinos, pero que no es mejor que otros estados de otros lugares.</a:t>
            </a:r>
            <a:endParaRPr/>
          </a:p>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Todos los movimientos producen estados peores.</a:t>
            </a:r>
            <a:endParaRPr/>
          </a:p>
          <a:p>
            <a:pPr indent="0" lvl="0" marL="0" marR="0" rtl="0" algn="just">
              <a:lnSpc>
                <a:spcPct val="100000"/>
              </a:lnSpc>
              <a:spcBef>
                <a:spcPts val="0"/>
              </a:spcBef>
              <a:spcAft>
                <a:spcPts val="0"/>
              </a:spcAft>
              <a:buClr>
                <a:schemeClr val="lt1"/>
              </a:buClr>
              <a:buSzPts val="2200"/>
              <a:buFont typeface="Arial"/>
              <a:buNone/>
            </a:pPr>
            <a:r>
              <a:t/>
            </a:r>
            <a:endParaRPr b="1" i="0" sz="2200" u="none">
              <a:solidFill>
                <a:schemeClr val="lt1"/>
              </a:solidFill>
              <a:latin typeface="Arial"/>
              <a:ea typeface="Arial"/>
              <a:cs typeface="Arial"/>
              <a:sym typeface="Arial"/>
            </a:endParaRPr>
          </a:p>
          <a:p>
            <a:pPr indent="0" lvl="0" marL="0" marR="0" rtl="0" algn="just">
              <a:lnSpc>
                <a:spcPct val="100000"/>
              </a:lnSpc>
              <a:spcBef>
                <a:spcPts val="0"/>
              </a:spcBef>
              <a:spcAft>
                <a:spcPts val="0"/>
              </a:spcAft>
              <a:buClr>
                <a:srgbClr val="5CADFF"/>
              </a:buClr>
              <a:buSzPts val="2200"/>
              <a:buFont typeface="Arial"/>
              <a:buNone/>
            </a:pPr>
            <a:r>
              <a:rPr b="1" i="0" lang="en-US" sz="2200" u="none">
                <a:solidFill>
                  <a:srgbClr val="5CADFF"/>
                </a:solidFill>
                <a:latin typeface="Arial"/>
                <a:ea typeface="Arial"/>
                <a:cs typeface="Arial"/>
                <a:sym typeface="Arial"/>
              </a:rPr>
              <a:t>Solución</a:t>
            </a:r>
            <a:endParaRPr/>
          </a:p>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Volver atrás hacia algún nodo anterior e intentar seguir un camino diferente.</a:t>
            </a:r>
            <a:endParaRPr/>
          </a:p>
          <a:p>
            <a:pPr indent="0" lvl="0" marL="0" marR="0" rtl="0" algn="l">
              <a:lnSpc>
                <a:spcPct val="100000"/>
              </a:lnSpc>
              <a:spcBef>
                <a:spcPts val="0"/>
              </a:spcBef>
              <a:spcAft>
                <a:spcPts val="0"/>
              </a:spcAft>
              <a:buNone/>
            </a:pPr>
            <a:r>
              <a:t/>
            </a:r>
            <a:endParaRPr b="1" i="0" sz="2200" u="none">
              <a:solidFill>
                <a:schemeClr val="lt1"/>
              </a:solidFill>
              <a:latin typeface="Arial"/>
              <a:ea typeface="Arial"/>
              <a:cs typeface="Arial"/>
              <a:sym typeface="Arial"/>
            </a:endParaRPr>
          </a:p>
        </p:txBody>
      </p:sp>
      <p:sp>
        <p:nvSpPr>
          <p:cNvPr id="711" name="Google Shape;711;p29"/>
          <p:cNvSpPr txBox="1"/>
          <p:nvPr/>
        </p:nvSpPr>
        <p:spPr>
          <a:xfrm>
            <a:off x="685800" y="1339850"/>
            <a:ext cx="3527425" cy="7207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800"/>
              <a:buFont typeface="Arial"/>
              <a:buNone/>
            </a:pPr>
            <a:r>
              <a:rPr b="1" i="0" lang="en-US" sz="2800" u="none">
                <a:solidFill>
                  <a:srgbClr val="FF0000"/>
                </a:solidFill>
                <a:latin typeface="Arial"/>
                <a:ea typeface="Arial"/>
                <a:cs typeface="Arial"/>
                <a:sym typeface="Arial"/>
              </a:rPr>
              <a:t>Máximo local</a:t>
            </a:r>
            <a:endParaRPr/>
          </a:p>
        </p:txBody>
      </p:sp>
      <p:sp>
        <p:nvSpPr>
          <p:cNvPr id="712" name="Google Shape;712;p29"/>
          <p:cNvSpPr/>
          <p:nvPr/>
        </p:nvSpPr>
        <p:spPr>
          <a:xfrm flipH="1" rot="10800000">
            <a:off x="1333500" y="1987550"/>
            <a:ext cx="504825" cy="504825"/>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0000"/>
          </a:solidFill>
          <a:ln cap="flat" cmpd="sng" w="9525">
            <a:solidFill>
              <a:srgbClr val="FF0000"/>
            </a:solidFill>
            <a:prstDash val="solid"/>
            <a:miter lim="524288"/>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6" name="Shape 716"/>
        <p:cNvGrpSpPr/>
        <p:nvPr/>
      </p:nvGrpSpPr>
      <p:grpSpPr>
        <a:xfrm>
          <a:off x="0" y="0"/>
          <a:ext cx="0" cy="0"/>
          <a:chOff x="0" y="0"/>
          <a:chExt cx="0" cy="0"/>
        </a:xfrm>
      </p:grpSpPr>
      <p:sp>
        <p:nvSpPr>
          <p:cNvPr id="717" name="Google Shape;717;p30"/>
          <p:cNvSpPr txBox="1"/>
          <p:nvPr>
            <p:ph type="title"/>
          </p:nvPr>
        </p:nvSpPr>
        <p:spPr>
          <a:xfrm>
            <a:off x="468312" y="274637"/>
            <a:ext cx="842486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2. Escalada (problemas y soluciones)</a:t>
            </a:r>
            <a:endParaRPr/>
          </a:p>
        </p:txBody>
      </p:sp>
      <p:sp>
        <p:nvSpPr>
          <p:cNvPr id="718" name="Google Shape;718;p30"/>
          <p:cNvSpPr txBox="1"/>
          <p:nvPr/>
        </p:nvSpPr>
        <p:spPr>
          <a:xfrm>
            <a:off x="0" y="20462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719" name="Google Shape;719;p30"/>
          <p:cNvSpPr txBox="1"/>
          <p:nvPr/>
        </p:nvSpPr>
        <p:spPr>
          <a:xfrm>
            <a:off x="2125662" y="1989137"/>
            <a:ext cx="6478587" cy="453548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5CADFF"/>
              </a:buClr>
              <a:buSzPts val="2200"/>
              <a:buFont typeface="Arial"/>
              <a:buNone/>
            </a:pPr>
            <a:r>
              <a:rPr b="1" i="0" lang="en-US" sz="2200" u="none">
                <a:solidFill>
                  <a:srgbClr val="5CADFF"/>
                </a:solidFill>
                <a:latin typeface="Arial"/>
                <a:ea typeface="Arial"/>
                <a:cs typeface="Arial"/>
                <a:sym typeface="Arial"/>
              </a:rPr>
              <a:t>Problema</a:t>
            </a:r>
            <a:endParaRPr/>
          </a:p>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Área plana del espacio de búsqueda en la que un conjunto de estados vecinos posee el mismo valor.</a:t>
            </a:r>
            <a:endParaRPr/>
          </a:p>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No es posible determinar la mejor dirección a la que moverse.</a:t>
            </a:r>
            <a:endParaRPr/>
          </a:p>
          <a:p>
            <a:pPr indent="0" lvl="0" marL="0" marR="0" rtl="0" algn="just">
              <a:lnSpc>
                <a:spcPct val="100000"/>
              </a:lnSpc>
              <a:spcBef>
                <a:spcPts val="0"/>
              </a:spcBef>
              <a:spcAft>
                <a:spcPts val="0"/>
              </a:spcAft>
              <a:buClr>
                <a:schemeClr val="lt1"/>
              </a:buClr>
              <a:buSzPts val="2200"/>
              <a:buFont typeface="Arial"/>
              <a:buNone/>
            </a:pPr>
            <a:r>
              <a:t/>
            </a:r>
            <a:endParaRPr b="1" i="0" sz="2200" u="none">
              <a:solidFill>
                <a:schemeClr val="lt1"/>
              </a:solidFill>
              <a:latin typeface="Arial"/>
              <a:ea typeface="Arial"/>
              <a:cs typeface="Arial"/>
              <a:sym typeface="Arial"/>
            </a:endParaRPr>
          </a:p>
          <a:p>
            <a:pPr indent="0" lvl="0" marL="0" marR="0" rtl="0" algn="just">
              <a:lnSpc>
                <a:spcPct val="100000"/>
              </a:lnSpc>
              <a:spcBef>
                <a:spcPts val="0"/>
              </a:spcBef>
              <a:spcAft>
                <a:spcPts val="0"/>
              </a:spcAft>
              <a:buClr>
                <a:srgbClr val="5CADFF"/>
              </a:buClr>
              <a:buSzPts val="2200"/>
              <a:buFont typeface="Arial"/>
              <a:buNone/>
            </a:pPr>
            <a:r>
              <a:rPr b="1" i="0" lang="en-US" sz="2200" u="none">
                <a:solidFill>
                  <a:srgbClr val="5CADFF"/>
                </a:solidFill>
                <a:latin typeface="Arial"/>
                <a:ea typeface="Arial"/>
                <a:cs typeface="Arial"/>
                <a:sym typeface="Arial"/>
              </a:rPr>
              <a:t>Solución</a:t>
            </a:r>
            <a:endParaRPr b="1" i="0" sz="2200" u="none">
              <a:solidFill>
                <a:srgbClr val="5CADFF"/>
              </a:solidFill>
              <a:latin typeface="Arial"/>
              <a:ea typeface="Arial"/>
              <a:cs typeface="Arial"/>
              <a:sym typeface="Arial"/>
            </a:endParaRPr>
          </a:p>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Hacer un gran salto en alguna dirección para intentar buscar en una nueva parte del espacio de búsqueda.</a:t>
            </a:r>
            <a:endParaRPr/>
          </a:p>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Si la única regla aplicable describe pequeños pasos, aplicarla varias veces.</a:t>
            </a:r>
            <a:endParaRPr/>
          </a:p>
        </p:txBody>
      </p:sp>
      <p:sp>
        <p:nvSpPr>
          <p:cNvPr id="720" name="Google Shape;720;p30"/>
          <p:cNvSpPr txBox="1"/>
          <p:nvPr/>
        </p:nvSpPr>
        <p:spPr>
          <a:xfrm>
            <a:off x="684212" y="1268412"/>
            <a:ext cx="1655762" cy="7207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800"/>
              <a:buFont typeface="Arial"/>
              <a:buNone/>
            </a:pPr>
            <a:r>
              <a:rPr b="1" i="0" lang="en-US" sz="2800" u="none">
                <a:solidFill>
                  <a:srgbClr val="FF0000"/>
                </a:solidFill>
                <a:latin typeface="Arial"/>
                <a:ea typeface="Arial"/>
                <a:cs typeface="Arial"/>
                <a:sym typeface="Arial"/>
              </a:rPr>
              <a:t>Meseta</a:t>
            </a:r>
            <a:endParaRPr/>
          </a:p>
        </p:txBody>
      </p:sp>
      <p:sp>
        <p:nvSpPr>
          <p:cNvPr id="721" name="Google Shape;721;p30"/>
          <p:cNvSpPr/>
          <p:nvPr/>
        </p:nvSpPr>
        <p:spPr>
          <a:xfrm flipH="1" rot="10800000">
            <a:off x="1333500" y="1916112"/>
            <a:ext cx="504825" cy="504825"/>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0000"/>
          </a:solidFill>
          <a:ln cap="flat" cmpd="sng" w="9525">
            <a:solidFill>
              <a:srgbClr val="FF0000"/>
            </a:solidFill>
            <a:prstDash val="solid"/>
            <a:miter lim="524288"/>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5" name="Shape 725"/>
        <p:cNvGrpSpPr/>
        <p:nvPr/>
      </p:nvGrpSpPr>
      <p:grpSpPr>
        <a:xfrm>
          <a:off x="0" y="0"/>
          <a:ext cx="0" cy="0"/>
          <a:chOff x="0" y="0"/>
          <a:chExt cx="0" cy="0"/>
        </a:xfrm>
      </p:grpSpPr>
      <p:sp>
        <p:nvSpPr>
          <p:cNvPr id="726" name="Google Shape;726;p31"/>
          <p:cNvSpPr txBox="1"/>
          <p:nvPr>
            <p:ph type="title"/>
          </p:nvPr>
        </p:nvSpPr>
        <p:spPr>
          <a:xfrm>
            <a:off x="468312" y="274637"/>
            <a:ext cx="8424862"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2. Escalada (problemas y soluciones)</a:t>
            </a:r>
            <a:endParaRPr/>
          </a:p>
        </p:txBody>
      </p:sp>
      <p:sp>
        <p:nvSpPr>
          <p:cNvPr id="727" name="Google Shape;727;p31"/>
          <p:cNvSpPr txBox="1"/>
          <p:nvPr/>
        </p:nvSpPr>
        <p:spPr>
          <a:xfrm>
            <a:off x="0" y="20462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728" name="Google Shape;728;p31"/>
          <p:cNvSpPr txBox="1"/>
          <p:nvPr/>
        </p:nvSpPr>
        <p:spPr>
          <a:xfrm>
            <a:off x="2125662" y="1989137"/>
            <a:ext cx="6694487" cy="475297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5CADFF"/>
              </a:buClr>
              <a:buSzPts val="2200"/>
              <a:buFont typeface="Arial"/>
              <a:buNone/>
            </a:pPr>
            <a:r>
              <a:rPr b="1" i="0" lang="en-US" sz="2200" u="none">
                <a:solidFill>
                  <a:srgbClr val="5CADFF"/>
                </a:solidFill>
                <a:latin typeface="Arial"/>
                <a:ea typeface="Arial"/>
                <a:cs typeface="Arial"/>
                <a:sym typeface="Arial"/>
              </a:rPr>
              <a:t>Problema</a:t>
            </a:r>
            <a:endParaRPr/>
          </a:p>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Tipo especial de máximo local. </a:t>
            </a:r>
            <a:endParaRPr/>
          </a:p>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Área del espacio de búsqueda más alta que las áreas circundantes y que además posee una inclinación (la cual se podría escalar).</a:t>
            </a:r>
            <a:endParaRPr/>
          </a:p>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El conjunto de movimientos disponibles y direcciones en las que moverse, hace que sea imposible atravesar la cresta mediante movimientos simples.</a:t>
            </a:r>
            <a:endParaRPr/>
          </a:p>
          <a:p>
            <a:pPr indent="0" lvl="0" marL="0" marR="0" rtl="0" algn="just">
              <a:lnSpc>
                <a:spcPct val="100000"/>
              </a:lnSpc>
              <a:spcBef>
                <a:spcPts val="0"/>
              </a:spcBef>
              <a:spcAft>
                <a:spcPts val="0"/>
              </a:spcAft>
              <a:buClr>
                <a:schemeClr val="lt1"/>
              </a:buClr>
              <a:buSzPts val="2200"/>
              <a:buFont typeface="Arial"/>
              <a:buNone/>
            </a:pPr>
            <a:r>
              <a:t/>
            </a:r>
            <a:endParaRPr b="1" i="0" sz="2200" u="none">
              <a:solidFill>
                <a:schemeClr val="lt1"/>
              </a:solidFill>
              <a:latin typeface="Arial"/>
              <a:ea typeface="Arial"/>
              <a:cs typeface="Arial"/>
              <a:sym typeface="Arial"/>
            </a:endParaRPr>
          </a:p>
          <a:p>
            <a:pPr indent="0" lvl="0" marL="0" marR="0" rtl="0" algn="just">
              <a:lnSpc>
                <a:spcPct val="100000"/>
              </a:lnSpc>
              <a:spcBef>
                <a:spcPts val="0"/>
              </a:spcBef>
              <a:spcAft>
                <a:spcPts val="0"/>
              </a:spcAft>
              <a:buClr>
                <a:srgbClr val="5CADFF"/>
              </a:buClr>
              <a:buSzPts val="2200"/>
              <a:buFont typeface="Arial"/>
              <a:buNone/>
            </a:pPr>
            <a:r>
              <a:rPr b="1" i="0" lang="en-US" sz="2200" u="none">
                <a:solidFill>
                  <a:srgbClr val="5CADFF"/>
                </a:solidFill>
                <a:latin typeface="Arial"/>
                <a:ea typeface="Arial"/>
                <a:cs typeface="Arial"/>
                <a:sym typeface="Arial"/>
              </a:rPr>
              <a:t>Solución</a:t>
            </a:r>
            <a:endParaRPr/>
          </a:p>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Aplicar dos o más reglas antes de realizar la evaluación (movimientos en varias direcciones a la vez).</a:t>
            </a:r>
            <a:endParaRPr b="1" i="0" sz="2000" u="non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
        <p:nvSpPr>
          <p:cNvPr id="729" name="Google Shape;729;p31"/>
          <p:cNvSpPr txBox="1"/>
          <p:nvPr/>
        </p:nvSpPr>
        <p:spPr>
          <a:xfrm>
            <a:off x="684212" y="1268412"/>
            <a:ext cx="1655762" cy="7207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0000"/>
              </a:buClr>
              <a:buSzPts val="2800"/>
              <a:buFont typeface="Arial"/>
              <a:buNone/>
            </a:pPr>
            <a:r>
              <a:rPr b="1" i="0" lang="en-US" sz="2800" u="none">
                <a:solidFill>
                  <a:srgbClr val="FF0000"/>
                </a:solidFill>
                <a:latin typeface="Arial"/>
                <a:ea typeface="Arial"/>
                <a:cs typeface="Arial"/>
                <a:sym typeface="Arial"/>
              </a:rPr>
              <a:t>Cresta</a:t>
            </a:r>
            <a:endParaRPr/>
          </a:p>
        </p:txBody>
      </p:sp>
      <p:sp>
        <p:nvSpPr>
          <p:cNvPr id="730" name="Google Shape;730;p31"/>
          <p:cNvSpPr/>
          <p:nvPr/>
        </p:nvSpPr>
        <p:spPr>
          <a:xfrm flipH="1" rot="10800000">
            <a:off x="1333500" y="1916112"/>
            <a:ext cx="504825" cy="504825"/>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0000"/>
          </a:solidFill>
          <a:ln cap="flat" cmpd="sng" w="9525">
            <a:solidFill>
              <a:srgbClr val="FF0000"/>
            </a:solidFill>
            <a:prstDash val="solid"/>
            <a:miter lim="524288"/>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34" name="Shape 734"/>
        <p:cNvGrpSpPr/>
        <p:nvPr/>
      </p:nvGrpSpPr>
      <p:grpSpPr>
        <a:xfrm>
          <a:off x="0" y="0"/>
          <a:ext cx="0" cy="0"/>
          <a:chOff x="0" y="0"/>
          <a:chExt cx="0" cy="0"/>
        </a:xfrm>
      </p:grpSpPr>
      <p:sp>
        <p:nvSpPr>
          <p:cNvPr id="735" name="Google Shape;735;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Ejemplo de Máximo Local</a:t>
            </a:r>
            <a:endParaRPr/>
          </a:p>
        </p:txBody>
      </p:sp>
      <p:sp>
        <p:nvSpPr>
          <p:cNvPr id="736" name="Google Shape;736;p32"/>
          <p:cNvSpPr txBox="1"/>
          <p:nvPr/>
        </p:nvSpPr>
        <p:spPr>
          <a:xfrm>
            <a:off x="900112" y="2565400"/>
            <a:ext cx="57626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737" name="Google Shape;737;p32"/>
          <p:cNvSpPr txBox="1"/>
          <p:nvPr/>
        </p:nvSpPr>
        <p:spPr>
          <a:xfrm>
            <a:off x="611187" y="1341437"/>
            <a:ext cx="7632700" cy="50323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Problema del mundo de los bloques</a:t>
            </a:r>
            <a:endParaRPr/>
          </a:p>
        </p:txBody>
      </p:sp>
      <p:pic>
        <p:nvPicPr>
          <p:cNvPr descr="escalada1" id="738" name="Google Shape;738;p32"/>
          <p:cNvPicPr preferRelativeResize="0"/>
          <p:nvPr>
            <p:ph idx="1" type="body"/>
          </p:nvPr>
        </p:nvPicPr>
        <p:blipFill rotWithShape="1">
          <a:blip r:embed="rId3">
            <a:alphaModFix/>
          </a:blip>
          <a:srcRect b="0" l="0" r="0" t="0"/>
          <a:stretch/>
        </p:blipFill>
        <p:spPr>
          <a:xfrm>
            <a:off x="768350" y="2349500"/>
            <a:ext cx="1277937" cy="2397125"/>
          </a:xfrm>
          <a:prstGeom prst="rect">
            <a:avLst/>
          </a:prstGeom>
          <a:noFill/>
          <a:ln>
            <a:noFill/>
          </a:ln>
        </p:spPr>
      </p:pic>
      <p:sp>
        <p:nvSpPr>
          <p:cNvPr id="739" name="Google Shape;739;p32"/>
          <p:cNvSpPr txBox="1"/>
          <p:nvPr/>
        </p:nvSpPr>
        <p:spPr>
          <a:xfrm>
            <a:off x="830262" y="2159000"/>
            <a:ext cx="57626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cxnSp>
        <p:nvCxnSpPr>
          <p:cNvPr id="740" name="Google Shape;740;p32"/>
          <p:cNvCxnSpPr/>
          <p:nvPr/>
        </p:nvCxnSpPr>
        <p:spPr>
          <a:xfrm>
            <a:off x="541337" y="4856162"/>
            <a:ext cx="719137" cy="0"/>
          </a:xfrm>
          <a:prstGeom prst="straightConnector1">
            <a:avLst/>
          </a:prstGeom>
          <a:noFill/>
          <a:ln cap="flat" cmpd="sng" w="9525">
            <a:solidFill>
              <a:schemeClr val="lt1"/>
            </a:solidFill>
            <a:prstDash val="solid"/>
            <a:miter lim="800000"/>
            <a:headEnd len="med" w="med" type="none"/>
            <a:tailEnd len="med" w="med" type="none"/>
          </a:ln>
        </p:spPr>
      </p:cxnSp>
      <p:cxnSp>
        <p:nvCxnSpPr>
          <p:cNvPr id="741" name="Google Shape;741;p32"/>
          <p:cNvCxnSpPr/>
          <p:nvPr/>
        </p:nvCxnSpPr>
        <p:spPr>
          <a:xfrm>
            <a:off x="1479550" y="4856162"/>
            <a:ext cx="719137" cy="0"/>
          </a:xfrm>
          <a:prstGeom prst="straightConnector1">
            <a:avLst/>
          </a:prstGeom>
          <a:noFill/>
          <a:ln cap="flat" cmpd="sng" w="9525">
            <a:solidFill>
              <a:schemeClr val="lt1"/>
            </a:solidFill>
            <a:prstDash val="solid"/>
            <a:miter lim="800000"/>
            <a:headEnd len="med" w="med" type="none"/>
            <a:tailEnd len="med" w="med" type="none"/>
          </a:ln>
        </p:spPr>
      </p:cxnSp>
      <p:sp>
        <p:nvSpPr>
          <p:cNvPr id="742" name="Google Shape;742;p32"/>
          <p:cNvSpPr txBox="1"/>
          <p:nvPr/>
        </p:nvSpPr>
        <p:spPr>
          <a:xfrm>
            <a:off x="468312" y="4856162"/>
            <a:ext cx="865187" cy="5175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400"/>
              <a:buFont typeface="Arial"/>
              <a:buNone/>
            </a:pPr>
            <a:r>
              <a:rPr b="1" i="0" lang="en-US" sz="1400" u="none">
                <a:solidFill>
                  <a:schemeClr val="lt1"/>
                </a:solidFill>
                <a:latin typeface="Arial"/>
                <a:ea typeface="Arial"/>
                <a:cs typeface="Arial"/>
                <a:sym typeface="Arial"/>
              </a:rPr>
              <a:t>Estado inicial</a:t>
            </a:r>
            <a:endParaRPr/>
          </a:p>
        </p:txBody>
      </p:sp>
      <p:sp>
        <p:nvSpPr>
          <p:cNvPr id="743" name="Google Shape;743;p32"/>
          <p:cNvSpPr txBox="1"/>
          <p:nvPr/>
        </p:nvSpPr>
        <p:spPr>
          <a:xfrm>
            <a:off x="1404937" y="4856162"/>
            <a:ext cx="865187" cy="5175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400"/>
              <a:buFont typeface="Arial"/>
              <a:buNone/>
            </a:pPr>
            <a:r>
              <a:rPr b="1" i="0" lang="en-US" sz="1400" u="none">
                <a:solidFill>
                  <a:schemeClr val="lt1"/>
                </a:solidFill>
                <a:latin typeface="Arial"/>
                <a:ea typeface="Arial"/>
                <a:cs typeface="Arial"/>
                <a:sym typeface="Arial"/>
              </a:rPr>
              <a:t>Estado final</a:t>
            </a:r>
            <a:endParaRPr/>
          </a:p>
        </p:txBody>
      </p:sp>
      <p:sp>
        <p:nvSpPr>
          <p:cNvPr id="744" name="Google Shape;744;p32"/>
          <p:cNvSpPr txBox="1"/>
          <p:nvPr/>
        </p:nvSpPr>
        <p:spPr>
          <a:xfrm>
            <a:off x="2555875" y="1916112"/>
            <a:ext cx="6416675" cy="396081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5CADFF"/>
              </a:buClr>
              <a:buSzPts val="2000"/>
              <a:buFont typeface="Arial"/>
              <a:buNone/>
            </a:pPr>
            <a:r>
              <a:rPr b="1" i="0" lang="en-US" sz="2000" u="none">
                <a:solidFill>
                  <a:srgbClr val="5CADFF"/>
                </a:solidFill>
                <a:latin typeface="Arial"/>
                <a:ea typeface="Arial"/>
                <a:cs typeface="Arial"/>
                <a:sym typeface="Arial"/>
              </a:rPr>
              <a:t>Operadores</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Tomar un bloque y situarlo sobre la mesa</a:t>
            </a:r>
            <a:endParaRPr b="1" i="0" sz="500" u="none">
              <a:solidFill>
                <a:schemeClr val="lt1"/>
              </a:solidFill>
              <a:latin typeface="Arial"/>
              <a:ea typeface="Arial"/>
              <a:cs typeface="Arial"/>
              <a:sym typeface="Arial"/>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Tomar un bloque y situarlo sobre otro</a:t>
            </a:r>
            <a:endParaRPr/>
          </a:p>
          <a:p>
            <a:pPr indent="0" lvl="0" marL="0" marR="0" rtl="0" algn="l">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0" lvl="0" marL="0" marR="0" rtl="0" algn="l">
              <a:lnSpc>
                <a:spcPct val="100000"/>
              </a:lnSpc>
              <a:spcBef>
                <a:spcPts val="400"/>
              </a:spcBef>
              <a:spcAft>
                <a:spcPts val="0"/>
              </a:spcAft>
              <a:buClr>
                <a:srgbClr val="5CADFF"/>
              </a:buClr>
              <a:buSzPts val="2000"/>
              <a:buFont typeface="Arial"/>
              <a:buNone/>
            </a:pPr>
            <a:r>
              <a:rPr b="1" i="0" lang="en-US" sz="2000" u="none">
                <a:solidFill>
                  <a:srgbClr val="5CADFF"/>
                </a:solidFill>
                <a:latin typeface="Arial"/>
                <a:ea typeface="Arial"/>
                <a:cs typeface="Arial"/>
                <a:sym typeface="Arial"/>
              </a:rPr>
              <a:t>Función heurística</a:t>
            </a:r>
            <a:endParaRPr/>
          </a:p>
          <a:p>
            <a:pPr indent="-127000" lvl="0" marL="0" marR="0" rtl="0" algn="l">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Añadir un punto por cada bloque situado sobre el lugar correcto</a:t>
            </a:r>
            <a:endParaRPr b="1" i="0" sz="500" u="none">
              <a:solidFill>
                <a:schemeClr val="lt1"/>
              </a:solidFill>
              <a:latin typeface="Arial"/>
              <a:ea typeface="Arial"/>
              <a:cs typeface="Arial"/>
              <a:sym typeface="Arial"/>
            </a:endParaRPr>
          </a:p>
          <a:p>
            <a:pPr indent="-127000" lvl="0" marL="0" marR="0" rtl="0" algn="l">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Restar un punto por cada bloque situado en un lugar incorrecto</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8" name="Shape 748"/>
        <p:cNvGrpSpPr/>
        <p:nvPr/>
      </p:nvGrpSpPr>
      <p:grpSpPr>
        <a:xfrm>
          <a:off x="0" y="0"/>
          <a:ext cx="0" cy="0"/>
          <a:chOff x="0" y="0"/>
          <a:chExt cx="0" cy="0"/>
        </a:xfrm>
      </p:grpSpPr>
      <p:sp>
        <p:nvSpPr>
          <p:cNvPr id="749" name="Google Shape;749;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Ejemplo de Máximo Local</a:t>
            </a:r>
            <a:endParaRPr/>
          </a:p>
        </p:txBody>
      </p:sp>
      <p:pic>
        <p:nvPicPr>
          <p:cNvPr descr="escalada1" id="750" name="Google Shape;750;p33"/>
          <p:cNvPicPr preferRelativeResize="0"/>
          <p:nvPr>
            <p:ph idx="1" type="body"/>
          </p:nvPr>
        </p:nvPicPr>
        <p:blipFill rotWithShape="1">
          <a:blip r:embed="rId3">
            <a:alphaModFix/>
          </a:blip>
          <a:srcRect b="0" l="0" r="0" t="0"/>
          <a:stretch/>
        </p:blipFill>
        <p:spPr>
          <a:xfrm>
            <a:off x="838200" y="3203575"/>
            <a:ext cx="1277937" cy="2397125"/>
          </a:xfrm>
          <a:prstGeom prst="rect">
            <a:avLst/>
          </a:prstGeom>
          <a:noFill/>
          <a:ln>
            <a:noFill/>
          </a:ln>
        </p:spPr>
      </p:pic>
      <p:pic>
        <p:nvPicPr>
          <p:cNvPr descr="escalada2" id="751" name="Google Shape;751;p33"/>
          <p:cNvPicPr preferRelativeResize="0"/>
          <p:nvPr>
            <p:ph idx="2" type="body"/>
          </p:nvPr>
        </p:nvPicPr>
        <p:blipFill rotWithShape="1">
          <a:blip r:embed="rId4">
            <a:alphaModFix/>
          </a:blip>
          <a:srcRect b="0" l="0" r="0" t="0"/>
          <a:stretch/>
        </p:blipFill>
        <p:spPr>
          <a:xfrm>
            <a:off x="4787900" y="3203575"/>
            <a:ext cx="3292475" cy="2395537"/>
          </a:xfrm>
          <a:prstGeom prst="rect">
            <a:avLst/>
          </a:prstGeom>
          <a:noFill/>
          <a:ln>
            <a:noFill/>
          </a:ln>
        </p:spPr>
      </p:pic>
      <p:sp>
        <p:nvSpPr>
          <p:cNvPr id="752" name="Google Shape;752;p33"/>
          <p:cNvSpPr txBox="1"/>
          <p:nvPr/>
        </p:nvSpPr>
        <p:spPr>
          <a:xfrm>
            <a:off x="900112" y="2781300"/>
            <a:ext cx="57626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cxnSp>
        <p:nvCxnSpPr>
          <p:cNvPr id="753" name="Google Shape;753;p33"/>
          <p:cNvCxnSpPr/>
          <p:nvPr/>
        </p:nvCxnSpPr>
        <p:spPr>
          <a:xfrm>
            <a:off x="611187" y="5694362"/>
            <a:ext cx="719137" cy="0"/>
          </a:xfrm>
          <a:prstGeom prst="straightConnector1">
            <a:avLst/>
          </a:prstGeom>
          <a:noFill/>
          <a:ln cap="flat" cmpd="sng" w="9525">
            <a:solidFill>
              <a:schemeClr val="lt1"/>
            </a:solidFill>
            <a:prstDash val="solid"/>
            <a:miter lim="800000"/>
            <a:headEnd len="med" w="med" type="none"/>
            <a:tailEnd len="med" w="med" type="none"/>
          </a:ln>
        </p:spPr>
      </p:cxnSp>
      <p:cxnSp>
        <p:nvCxnSpPr>
          <p:cNvPr id="754" name="Google Shape;754;p33"/>
          <p:cNvCxnSpPr/>
          <p:nvPr/>
        </p:nvCxnSpPr>
        <p:spPr>
          <a:xfrm>
            <a:off x="1549400" y="5694362"/>
            <a:ext cx="719137" cy="0"/>
          </a:xfrm>
          <a:prstGeom prst="straightConnector1">
            <a:avLst/>
          </a:prstGeom>
          <a:noFill/>
          <a:ln cap="flat" cmpd="sng" w="9525">
            <a:solidFill>
              <a:schemeClr val="lt1"/>
            </a:solidFill>
            <a:prstDash val="solid"/>
            <a:miter lim="800000"/>
            <a:headEnd len="med" w="med" type="none"/>
            <a:tailEnd len="med" w="med" type="none"/>
          </a:ln>
        </p:spPr>
      </p:cxnSp>
      <p:sp>
        <p:nvSpPr>
          <p:cNvPr id="755" name="Google Shape;755;p33"/>
          <p:cNvSpPr txBox="1"/>
          <p:nvPr/>
        </p:nvSpPr>
        <p:spPr>
          <a:xfrm>
            <a:off x="538162" y="5694362"/>
            <a:ext cx="865187" cy="5175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400"/>
              <a:buFont typeface="Arial"/>
              <a:buNone/>
            </a:pPr>
            <a:r>
              <a:rPr b="1" i="0" lang="en-US" sz="1400" u="none">
                <a:solidFill>
                  <a:schemeClr val="lt1"/>
                </a:solidFill>
                <a:latin typeface="Arial"/>
                <a:ea typeface="Arial"/>
                <a:cs typeface="Arial"/>
                <a:sym typeface="Arial"/>
              </a:rPr>
              <a:t>Estado inicial</a:t>
            </a:r>
            <a:endParaRPr/>
          </a:p>
        </p:txBody>
      </p:sp>
      <p:sp>
        <p:nvSpPr>
          <p:cNvPr id="756" name="Google Shape;756;p33"/>
          <p:cNvSpPr txBox="1"/>
          <p:nvPr/>
        </p:nvSpPr>
        <p:spPr>
          <a:xfrm>
            <a:off x="1474787" y="5694362"/>
            <a:ext cx="865187" cy="5175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400"/>
              <a:buFont typeface="Arial"/>
              <a:buNone/>
            </a:pPr>
            <a:r>
              <a:rPr b="1" i="0" lang="en-US" sz="1400" u="none">
                <a:solidFill>
                  <a:schemeClr val="lt1"/>
                </a:solidFill>
                <a:latin typeface="Arial"/>
                <a:ea typeface="Arial"/>
                <a:cs typeface="Arial"/>
                <a:sym typeface="Arial"/>
              </a:rPr>
              <a:t>Estado final</a:t>
            </a:r>
            <a:endParaRPr/>
          </a:p>
        </p:txBody>
      </p:sp>
      <p:cxnSp>
        <p:nvCxnSpPr>
          <p:cNvPr id="757" name="Google Shape;757;p33"/>
          <p:cNvCxnSpPr/>
          <p:nvPr/>
        </p:nvCxnSpPr>
        <p:spPr>
          <a:xfrm>
            <a:off x="4572000" y="5694362"/>
            <a:ext cx="3887787" cy="0"/>
          </a:xfrm>
          <a:prstGeom prst="straightConnector1">
            <a:avLst/>
          </a:prstGeom>
          <a:noFill/>
          <a:ln cap="flat" cmpd="sng" w="9525">
            <a:solidFill>
              <a:schemeClr val="lt1"/>
            </a:solidFill>
            <a:prstDash val="solid"/>
            <a:miter lim="800000"/>
            <a:headEnd len="med" w="med" type="none"/>
            <a:tailEnd len="med" w="med" type="none"/>
          </a:ln>
        </p:spPr>
      </p:cxnSp>
      <p:sp>
        <p:nvSpPr>
          <p:cNvPr id="758" name="Google Shape;758;p33"/>
          <p:cNvSpPr txBox="1"/>
          <p:nvPr/>
        </p:nvSpPr>
        <p:spPr>
          <a:xfrm>
            <a:off x="684212" y="1341437"/>
            <a:ext cx="6840537" cy="1223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Puntos:</a:t>
            </a:r>
            <a:endParaRPr/>
          </a:p>
          <a:p>
            <a:pPr indent="0" lvl="0" marL="0" marR="0" rtl="0" algn="l">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+1 🡪 Cada bloque situado sobre el lugar correcto</a:t>
            </a:r>
            <a:endParaRPr/>
          </a:p>
          <a:p>
            <a:pPr indent="0" lvl="0" marL="0" marR="0" rtl="0" algn="l">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 -1 🡪 Cada bloque situado en lugar incorrecto</a:t>
            </a:r>
            <a:endParaRPr/>
          </a:p>
        </p:txBody>
      </p:sp>
      <p:pic>
        <p:nvPicPr>
          <p:cNvPr descr="escalada3" id="759" name="Google Shape;759;p33"/>
          <p:cNvPicPr preferRelativeResize="0"/>
          <p:nvPr>
            <p:ph idx="3" type="body"/>
          </p:nvPr>
        </p:nvPicPr>
        <p:blipFill rotWithShape="1">
          <a:blip r:embed="rId5">
            <a:alphaModFix/>
          </a:blip>
          <a:srcRect b="0" l="0" r="0" t="0"/>
          <a:stretch/>
        </p:blipFill>
        <p:spPr>
          <a:xfrm>
            <a:off x="3043237" y="3503612"/>
            <a:ext cx="808037" cy="2108200"/>
          </a:xfrm>
          <a:prstGeom prst="rect">
            <a:avLst/>
          </a:prstGeom>
          <a:noFill/>
          <a:ln>
            <a:noFill/>
          </a:ln>
        </p:spPr>
      </p:pic>
      <p:cxnSp>
        <p:nvCxnSpPr>
          <p:cNvPr id="760" name="Google Shape;760;p33"/>
          <p:cNvCxnSpPr/>
          <p:nvPr/>
        </p:nvCxnSpPr>
        <p:spPr>
          <a:xfrm>
            <a:off x="2916237" y="5694362"/>
            <a:ext cx="1079500" cy="0"/>
          </a:xfrm>
          <a:prstGeom prst="straightConnector1">
            <a:avLst/>
          </a:prstGeom>
          <a:noFill/>
          <a:ln cap="flat" cmpd="sng" w="9525">
            <a:solidFill>
              <a:schemeClr val="lt1"/>
            </a:solidFill>
            <a:prstDash val="solid"/>
            <a:miter lim="800000"/>
            <a:headEnd len="med" w="med" type="none"/>
            <a:tailEnd len="med" w="med" type="none"/>
          </a:ln>
        </p:spPr>
      </p:cxnSp>
      <p:sp>
        <p:nvSpPr>
          <p:cNvPr id="761" name="Google Shape;761;p33"/>
          <p:cNvSpPr/>
          <p:nvPr/>
        </p:nvSpPr>
        <p:spPr>
          <a:xfrm>
            <a:off x="2555875" y="4076700"/>
            <a:ext cx="360362" cy="431800"/>
          </a:xfrm>
          <a:prstGeom prst="rightArrow">
            <a:avLst>
              <a:gd fmla="val 50000" name="adj1"/>
              <a:gd fmla="val 50000" name="adj2"/>
            </a:avLst>
          </a:prstGeom>
          <a:gradFill>
            <a:gsLst>
              <a:gs pos="0">
                <a:srgbClr val="FF0000"/>
              </a:gs>
              <a:gs pos="100000">
                <a:srgbClr val="FF9999"/>
              </a:gs>
            </a:gsLst>
            <a:lin ang="0" scaled="0"/>
          </a:gra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762" name="Google Shape;762;p33"/>
          <p:cNvSpPr/>
          <p:nvPr/>
        </p:nvSpPr>
        <p:spPr>
          <a:xfrm>
            <a:off x="4140200" y="4076700"/>
            <a:ext cx="360362" cy="431800"/>
          </a:xfrm>
          <a:prstGeom prst="rightArrow">
            <a:avLst>
              <a:gd fmla="val 50000" name="adj1"/>
              <a:gd fmla="val 50000" name="adj2"/>
            </a:avLst>
          </a:prstGeom>
          <a:gradFill>
            <a:gsLst>
              <a:gs pos="0">
                <a:srgbClr val="FF0000"/>
              </a:gs>
              <a:gs pos="100000">
                <a:srgbClr val="FF9999"/>
              </a:gs>
            </a:gsLst>
            <a:lin ang="0" scaled="0"/>
          </a:gra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763" name="Google Shape;763;p33"/>
          <p:cNvSpPr txBox="1"/>
          <p:nvPr/>
        </p:nvSpPr>
        <p:spPr>
          <a:xfrm>
            <a:off x="323850" y="2781300"/>
            <a:ext cx="1260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valor = 4</a:t>
            </a:r>
            <a:endParaRPr/>
          </a:p>
        </p:txBody>
      </p:sp>
      <p:sp>
        <p:nvSpPr>
          <p:cNvPr id="764" name="Google Shape;764;p33"/>
          <p:cNvSpPr txBox="1"/>
          <p:nvPr/>
        </p:nvSpPr>
        <p:spPr>
          <a:xfrm>
            <a:off x="1366837" y="2781300"/>
            <a:ext cx="1260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valor = 8</a:t>
            </a:r>
            <a:endParaRPr/>
          </a:p>
        </p:txBody>
      </p:sp>
      <p:sp>
        <p:nvSpPr>
          <p:cNvPr id="765" name="Google Shape;765;p33"/>
          <p:cNvSpPr txBox="1"/>
          <p:nvPr/>
        </p:nvSpPr>
        <p:spPr>
          <a:xfrm>
            <a:off x="2811462" y="5827712"/>
            <a:ext cx="1260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valor = 6</a:t>
            </a:r>
            <a:endParaRPr/>
          </a:p>
        </p:txBody>
      </p:sp>
      <p:sp>
        <p:nvSpPr>
          <p:cNvPr id="766" name="Google Shape;766;p33"/>
          <p:cNvSpPr txBox="1"/>
          <p:nvPr/>
        </p:nvSpPr>
        <p:spPr>
          <a:xfrm>
            <a:off x="4319587" y="5829300"/>
            <a:ext cx="1260475"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valor = 4</a:t>
            </a:r>
            <a:endParaRPr/>
          </a:p>
        </p:txBody>
      </p:sp>
      <p:sp>
        <p:nvSpPr>
          <p:cNvPr id="767" name="Google Shape;767;p33"/>
          <p:cNvSpPr txBox="1"/>
          <p:nvPr/>
        </p:nvSpPr>
        <p:spPr>
          <a:xfrm>
            <a:off x="5470525" y="5829300"/>
            <a:ext cx="12620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valor = 4</a:t>
            </a:r>
            <a:endParaRPr/>
          </a:p>
        </p:txBody>
      </p:sp>
      <p:sp>
        <p:nvSpPr>
          <p:cNvPr id="768" name="Google Shape;768;p33"/>
          <p:cNvSpPr txBox="1"/>
          <p:nvPr/>
        </p:nvSpPr>
        <p:spPr>
          <a:xfrm>
            <a:off x="6804025" y="5829300"/>
            <a:ext cx="126206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valor = 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72" name="Shape 772"/>
        <p:cNvGrpSpPr/>
        <p:nvPr/>
      </p:nvGrpSpPr>
      <p:grpSpPr>
        <a:xfrm>
          <a:off x="0" y="0"/>
          <a:ext cx="0" cy="0"/>
          <a:chOff x="0" y="0"/>
          <a:chExt cx="0" cy="0"/>
        </a:xfrm>
      </p:grpSpPr>
      <p:sp>
        <p:nvSpPr>
          <p:cNvPr id="773" name="Google Shape;773;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Ejemplo de Máximo Local</a:t>
            </a:r>
            <a:endParaRPr/>
          </a:p>
        </p:txBody>
      </p:sp>
      <p:sp>
        <p:nvSpPr>
          <p:cNvPr id="774" name="Google Shape;774;p34"/>
          <p:cNvSpPr txBox="1"/>
          <p:nvPr/>
        </p:nvSpPr>
        <p:spPr>
          <a:xfrm>
            <a:off x="468312" y="1341437"/>
            <a:ext cx="8207375" cy="38877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lt1"/>
              </a:buClr>
              <a:buSzPts val="2400"/>
              <a:buFont typeface="Arial"/>
              <a:buChar char="•"/>
            </a:pPr>
            <a:r>
              <a:rPr b="1" i="0" lang="en-US" sz="2400" u="none">
                <a:solidFill>
                  <a:schemeClr val="lt1"/>
                </a:solidFill>
                <a:latin typeface="Arial"/>
                <a:ea typeface="Arial"/>
                <a:cs typeface="Arial"/>
                <a:sym typeface="Arial"/>
              </a:rPr>
              <a:t>El estado actual (valor = 6) parece ser mejor que cualquiera de sus sucesores.</a:t>
            </a:r>
            <a:endParaRPr/>
          </a:p>
          <a:p>
            <a:pPr indent="-228600" lvl="0" marL="342900" marR="0" rtl="0" algn="l">
              <a:lnSpc>
                <a:spcPct val="100000"/>
              </a:lnSpc>
              <a:spcBef>
                <a:spcPts val="360"/>
              </a:spcBef>
              <a:spcAft>
                <a:spcPts val="0"/>
              </a:spcAft>
              <a:buClr>
                <a:schemeClr val="lt1"/>
              </a:buClr>
              <a:buSzPts val="1800"/>
              <a:buFont typeface="Arial"/>
              <a:buNone/>
            </a:pPr>
            <a:r>
              <a:t/>
            </a:r>
            <a:endParaRPr b="1" i="0" sz="1800" u="none">
              <a:solidFill>
                <a:schemeClr val="lt1"/>
              </a:solidFill>
              <a:latin typeface="Arial"/>
              <a:ea typeface="Arial"/>
              <a:cs typeface="Arial"/>
              <a:sym typeface="Arial"/>
            </a:endParaRPr>
          </a:p>
          <a:p>
            <a:pPr indent="-342900" lvl="0" marL="342900" marR="0" rtl="0" algn="l">
              <a:lnSpc>
                <a:spcPct val="100000"/>
              </a:lnSpc>
              <a:spcBef>
                <a:spcPts val="480"/>
              </a:spcBef>
              <a:spcAft>
                <a:spcPts val="0"/>
              </a:spcAft>
              <a:buClr>
                <a:schemeClr val="lt1"/>
              </a:buClr>
              <a:buSzPts val="2400"/>
              <a:buFont typeface="Arial"/>
              <a:buChar char="•"/>
            </a:pPr>
            <a:r>
              <a:rPr b="1" i="0" lang="en-US" sz="2400" u="none">
                <a:solidFill>
                  <a:schemeClr val="lt1"/>
                </a:solidFill>
                <a:latin typeface="Arial"/>
                <a:ea typeface="Arial"/>
                <a:cs typeface="Arial"/>
                <a:sym typeface="Arial"/>
              </a:rPr>
              <a:t>La escalada se detiene ya que estos tres estados tienen puntuaciones mas bajas que el estado actual.</a:t>
            </a:r>
            <a:endParaRPr/>
          </a:p>
          <a:p>
            <a:pPr indent="-342900" lvl="0" marL="342900" marR="0" rtl="0" algn="l">
              <a:lnSpc>
                <a:spcPct val="100000"/>
              </a:lnSpc>
              <a:spcBef>
                <a:spcPts val="360"/>
              </a:spcBef>
              <a:spcAft>
                <a:spcPts val="0"/>
              </a:spcAft>
              <a:buClr>
                <a:schemeClr val="lt1"/>
              </a:buClr>
              <a:buSzPts val="1800"/>
              <a:buFont typeface="Arial"/>
              <a:buNone/>
            </a:pPr>
            <a:r>
              <a:t/>
            </a:r>
            <a:endParaRPr b="1" i="0" sz="1800" u="none">
              <a:solidFill>
                <a:schemeClr val="lt1"/>
              </a:solidFill>
              <a:latin typeface="Arial"/>
              <a:ea typeface="Arial"/>
              <a:cs typeface="Arial"/>
              <a:sym typeface="Arial"/>
            </a:endParaRPr>
          </a:p>
          <a:p>
            <a:pPr indent="-342900" lvl="0" marL="342900" marR="0" rtl="0" algn="l">
              <a:lnSpc>
                <a:spcPct val="100000"/>
              </a:lnSpc>
              <a:spcBef>
                <a:spcPts val="480"/>
              </a:spcBef>
              <a:spcAft>
                <a:spcPts val="0"/>
              </a:spcAft>
              <a:buClr>
                <a:schemeClr val="lt1"/>
              </a:buClr>
              <a:buSzPts val="2400"/>
              <a:buFont typeface="Arial"/>
              <a:buChar char="•"/>
            </a:pPr>
            <a:r>
              <a:rPr b="1" i="0" lang="en-US" sz="2400" u="none">
                <a:solidFill>
                  <a:schemeClr val="lt1"/>
                </a:solidFill>
                <a:latin typeface="Arial"/>
                <a:ea typeface="Arial"/>
                <a:cs typeface="Arial"/>
                <a:sym typeface="Arial"/>
              </a:rPr>
              <a:t>El proceso ha encontrado un máximo que no es el máximo global.</a:t>
            </a:r>
            <a:endParaRPr/>
          </a:p>
          <a:p>
            <a:pPr indent="-342900" lvl="0" marL="342900" marR="0" rtl="0" algn="l">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215900" lvl="0" marL="342900" marR="0" rtl="0" algn="l">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342900" lvl="0" marL="342900" marR="0" rtl="0" algn="l">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78" name="Shape 778"/>
        <p:cNvGrpSpPr/>
        <p:nvPr/>
      </p:nvGrpSpPr>
      <p:grpSpPr>
        <a:xfrm>
          <a:off x="0" y="0"/>
          <a:ext cx="0" cy="0"/>
          <a:chOff x="0" y="0"/>
          <a:chExt cx="0" cy="0"/>
        </a:xfrm>
      </p:grpSpPr>
      <p:sp>
        <p:nvSpPr>
          <p:cNvPr id="779" name="Google Shape;779;p35"/>
          <p:cNvSpPr txBox="1"/>
          <p:nvPr>
            <p:ph type="title"/>
          </p:nvPr>
        </p:nvSpPr>
        <p:spPr>
          <a:xfrm>
            <a:off x="457200" y="274637"/>
            <a:ext cx="8435975" cy="9937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3. Búsqueda El primero mejor</a:t>
            </a:r>
            <a:endParaRPr/>
          </a:p>
        </p:txBody>
      </p:sp>
      <p:sp>
        <p:nvSpPr>
          <p:cNvPr id="780" name="Google Shape;780;p35"/>
          <p:cNvSpPr txBox="1"/>
          <p:nvPr/>
        </p:nvSpPr>
        <p:spPr>
          <a:xfrm>
            <a:off x="468312" y="5589587"/>
            <a:ext cx="8207375" cy="9350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En cada paso del proceso de búsqueda, se selecciona el nodo más prometedor generado hasta el momento</a:t>
            </a:r>
            <a:endParaRPr/>
          </a:p>
        </p:txBody>
      </p:sp>
      <p:sp>
        <p:nvSpPr>
          <p:cNvPr id="781" name="Google Shape;781;p35"/>
          <p:cNvSpPr txBox="1"/>
          <p:nvPr/>
        </p:nvSpPr>
        <p:spPr>
          <a:xfrm>
            <a:off x="468312" y="1268412"/>
            <a:ext cx="8351837" cy="7921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Combina las ventajas de las búsquedas primero en anchura y primero en profundidad.</a:t>
            </a:r>
            <a:endParaRPr/>
          </a:p>
          <a:p>
            <a:pPr indent="0" lvl="0" marL="0" marR="0" rtl="0" algn="ctr">
              <a:lnSpc>
                <a:spcPct val="100000"/>
              </a:lnSpc>
              <a:spcBef>
                <a:spcPts val="400"/>
              </a:spcBef>
              <a:spcAft>
                <a:spcPts val="0"/>
              </a:spcAft>
              <a:buClr>
                <a:schemeClr val="lt1"/>
              </a:buClr>
              <a:buSzPts val="2000"/>
              <a:buFont typeface="Arial"/>
              <a:buNone/>
            </a:pPr>
            <a:r>
              <a:t/>
            </a:r>
            <a:endParaRPr b="1" i="0" sz="2000" u="none">
              <a:solidFill>
                <a:schemeClr val="lt2"/>
              </a:solidFill>
              <a:latin typeface="Arial"/>
              <a:ea typeface="Arial"/>
              <a:cs typeface="Arial"/>
              <a:sym typeface="Arial"/>
            </a:endParaRPr>
          </a:p>
          <a:p>
            <a:pPr indent="0" lvl="0" marL="0" marR="0" rtl="0" algn="ctr">
              <a:lnSpc>
                <a:spcPct val="100000"/>
              </a:lnSpc>
              <a:spcBef>
                <a:spcPts val="400"/>
              </a:spcBef>
              <a:spcAft>
                <a:spcPts val="0"/>
              </a:spcAft>
              <a:buClr>
                <a:schemeClr val="lt1"/>
              </a:buClr>
              <a:buSzPts val="2000"/>
              <a:buFont typeface="Arial"/>
              <a:buNone/>
            </a:pPr>
            <a:r>
              <a:t/>
            </a:r>
            <a:endParaRPr b="1" i="0" sz="2000" u="none">
              <a:solidFill>
                <a:schemeClr val="lt2"/>
              </a:solidFill>
              <a:latin typeface="Arial"/>
              <a:ea typeface="Arial"/>
              <a:cs typeface="Arial"/>
              <a:sym typeface="Arial"/>
            </a:endParaRPr>
          </a:p>
          <a:p>
            <a:pPr indent="0" lvl="0" marL="0" marR="0" rtl="0" algn="ctr">
              <a:lnSpc>
                <a:spcPct val="100000"/>
              </a:lnSpc>
              <a:spcBef>
                <a:spcPts val="400"/>
              </a:spcBef>
              <a:spcAft>
                <a:spcPts val="0"/>
              </a:spcAft>
              <a:buClr>
                <a:schemeClr val="lt1"/>
              </a:buClr>
              <a:buSzPts val="2000"/>
              <a:buFont typeface="Arial"/>
              <a:buNone/>
            </a:pPr>
            <a:r>
              <a:t/>
            </a:r>
            <a:endParaRPr b="1" i="0" sz="2000" u="none">
              <a:solidFill>
                <a:schemeClr val="lt2"/>
              </a:solidFill>
              <a:latin typeface="Arial"/>
              <a:ea typeface="Arial"/>
              <a:cs typeface="Arial"/>
              <a:sym typeface="Arial"/>
            </a:endParaRPr>
          </a:p>
          <a:p>
            <a:pPr indent="0" lvl="0" marL="0" marR="0" rtl="0" algn="ctr">
              <a:lnSpc>
                <a:spcPct val="100000"/>
              </a:lnSpc>
              <a:spcBef>
                <a:spcPts val="400"/>
              </a:spcBef>
              <a:spcAft>
                <a:spcPts val="0"/>
              </a:spcAft>
              <a:buClr>
                <a:schemeClr val="lt1"/>
              </a:buClr>
              <a:buSzPts val="2000"/>
              <a:buFont typeface="Arial"/>
              <a:buNone/>
            </a:pPr>
            <a:r>
              <a:t/>
            </a:r>
            <a:endParaRPr b="1" i="0" sz="2000" u="none">
              <a:solidFill>
                <a:schemeClr val="lt2"/>
              </a:solidFill>
              <a:latin typeface="Arial"/>
              <a:ea typeface="Arial"/>
              <a:cs typeface="Arial"/>
              <a:sym typeface="Arial"/>
            </a:endParaRPr>
          </a:p>
          <a:p>
            <a:pPr indent="0" lvl="0" marL="0" marR="0" rtl="0" algn="ctr">
              <a:lnSpc>
                <a:spcPct val="100000"/>
              </a:lnSpc>
              <a:spcBef>
                <a:spcPts val="400"/>
              </a:spcBef>
              <a:spcAft>
                <a:spcPts val="0"/>
              </a:spcAft>
              <a:buClr>
                <a:schemeClr val="lt1"/>
              </a:buClr>
              <a:buSzPts val="2000"/>
              <a:buFont typeface="Arial"/>
              <a:buNone/>
            </a:pPr>
            <a:r>
              <a:t/>
            </a:r>
            <a:endParaRPr b="1" i="0" sz="2000" u="none">
              <a:solidFill>
                <a:schemeClr val="lt2"/>
              </a:solidFill>
              <a:latin typeface="Arial"/>
              <a:ea typeface="Arial"/>
              <a:cs typeface="Arial"/>
              <a:sym typeface="Arial"/>
            </a:endParaRPr>
          </a:p>
          <a:p>
            <a:pPr indent="0" lvl="0" marL="0" marR="0" rtl="0" algn="ctr">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
        <p:nvSpPr>
          <p:cNvPr id="782" name="Google Shape;782;p35"/>
          <p:cNvSpPr txBox="1"/>
          <p:nvPr/>
        </p:nvSpPr>
        <p:spPr>
          <a:xfrm>
            <a:off x="684212" y="2133600"/>
            <a:ext cx="3887787" cy="1727200"/>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5CADFF"/>
              </a:buClr>
              <a:buSzPts val="2000"/>
              <a:buFont typeface="Arial"/>
              <a:buNone/>
            </a:pPr>
            <a:r>
              <a:rPr b="1" i="0" lang="en-US" sz="2000" u="none">
                <a:solidFill>
                  <a:srgbClr val="5CADFF"/>
                </a:solidFill>
                <a:latin typeface="Arial"/>
                <a:ea typeface="Arial"/>
                <a:cs typeface="Arial"/>
                <a:sym typeface="Arial"/>
              </a:rPr>
              <a:t>Primero en profundidad</a:t>
            </a:r>
            <a:endParaRPr/>
          </a:p>
          <a:p>
            <a:pPr indent="0" lvl="0" marL="0" marR="0" rtl="0" algn="ctr">
              <a:lnSpc>
                <a:spcPct val="100000"/>
              </a:lnSpc>
              <a:spcBef>
                <a:spcPts val="40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Permite encontrar una solución sin tener que expandirse completamente por todas las ramas</a:t>
            </a:r>
            <a:endParaRPr/>
          </a:p>
        </p:txBody>
      </p:sp>
      <p:sp>
        <p:nvSpPr>
          <p:cNvPr id="783" name="Google Shape;783;p35"/>
          <p:cNvSpPr txBox="1"/>
          <p:nvPr/>
        </p:nvSpPr>
        <p:spPr>
          <a:xfrm>
            <a:off x="5003800" y="2133600"/>
            <a:ext cx="3654425" cy="1727200"/>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5CADFF"/>
              </a:buClr>
              <a:buSzPts val="2000"/>
              <a:buFont typeface="Arial"/>
              <a:buNone/>
            </a:pPr>
            <a:r>
              <a:rPr b="1" i="0" lang="en-US" sz="2000" u="none">
                <a:solidFill>
                  <a:srgbClr val="5CADFF"/>
                </a:solidFill>
                <a:latin typeface="Arial"/>
                <a:ea typeface="Arial"/>
                <a:cs typeface="Arial"/>
                <a:sym typeface="Arial"/>
              </a:rPr>
              <a:t>Primero en anchura     </a:t>
            </a:r>
            <a:endParaRPr b="1" i="0" sz="2000" u="none">
              <a:solidFill>
                <a:srgbClr val="5CADFF"/>
              </a:solidFill>
              <a:latin typeface="Arial"/>
              <a:ea typeface="Arial"/>
              <a:cs typeface="Arial"/>
              <a:sym typeface="Arial"/>
            </a:endParaRPr>
          </a:p>
          <a:p>
            <a:pPr indent="0" lvl="0" marL="0" marR="0" rtl="0" algn="ctr">
              <a:lnSpc>
                <a:spcPct val="100000"/>
              </a:lnSpc>
              <a:spcBef>
                <a:spcPts val="40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No queda atrapada en callejones sin salida</a:t>
            </a:r>
            <a:endParaRPr/>
          </a:p>
        </p:txBody>
      </p:sp>
      <p:sp>
        <p:nvSpPr>
          <p:cNvPr id="784" name="Google Shape;784;p35"/>
          <p:cNvSpPr txBox="1"/>
          <p:nvPr/>
        </p:nvSpPr>
        <p:spPr>
          <a:xfrm>
            <a:off x="684212" y="4013200"/>
            <a:ext cx="7991475" cy="143192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5CADFF"/>
              </a:buClr>
              <a:buSzPts val="2000"/>
              <a:buFont typeface="Arial"/>
              <a:buNone/>
            </a:pPr>
            <a:r>
              <a:rPr b="1" i="0" lang="en-US" sz="2000" u="none">
                <a:solidFill>
                  <a:srgbClr val="5CADFF"/>
                </a:solidFill>
                <a:latin typeface="Arial"/>
                <a:ea typeface="Arial"/>
                <a:cs typeface="Arial"/>
                <a:sym typeface="Arial"/>
              </a:rPr>
              <a:t>El primero mejor</a:t>
            </a:r>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Busca el camino óptimo. </a:t>
            </a:r>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Seguir</a:t>
            </a:r>
            <a:r>
              <a:rPr b="1" i="0" lang="en-US" sz="2000" u="none">
                <a:solidFill>
                  <a:schemeClr val="lt2"/>
                </a:solidFill>
                <a:latin typeface="Arial"/>
                <a:ea typeface="Arial"/>
                <a:cs typeface="Arial"/>
                <a:sym typeface="Arial"/>
              </a:rPr>
              <a:t> un camino y cambiarlo cuando alguna ruta parezca mas prometedora que la que se esta siguiendo en ese momento.</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8" name="Shape 788"/>
        <p:cNvGrpSpPr/>
        <p:nvPr/>
      </p:nvGrpSpPr>
      <p:grpSpPr>
        <a:xfrm>
          <a:off x="0" y="0"/>
          <a:ext cx="0" cy="0"/>
          <a:chOff x="0" y="0"/>
          <a:chExt cx="0" cy="0"/>
        </a:xfrm>
      </p:grpSpPr>
      <p:sp>
        <p:nvSpPr>
          <p:cNvPr id="789" name="Google Shape;789;p36"/>
          <p:cNvSpPr txBox="1"/>
          <p:nvPr>
            <p:ph type="title"/>
          </p:nvPr>
        </p:nvSpPr>
        <p:spPr>
          <a:xfrm>
            <a:off x="457200" y="274637"/>
            <a:ext cx="8435975" cy="850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3. Búsqueda El primero mejor</a:t>
            </a:r>
            <a:endParaRPr/>
          </a:p>
        </p:txBody>
      </p:sp>
      <p:sp>
        <p:nvSpPr>
          <p:cNvPr id="790" name="Google Shape;790;p36"/>
          <p:cNvSpPr txBox="1"/>
          <p:nvPr/>
        </p:nvSpPr>
        <p:spPr>
          <a:xfrm>
            <a:off x="468312" y="1123950"/>
            <a:ext cx="8280400" cy="56181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Lo planteado se puede conseguir con una función heurística apropiada.</a:t>
            </a:r>
            <a:endParaRPr/>
          </a:p>
          <a:p>
            <a:pPr indent="0" lvl="0" marL="0" marR="0" rtl="0" algn="ctr">
              <a:lnSpc>
                <a:spcPct val="100000"/>
              </a:lnSpc>
              <a:spcBef>
                <a:spcPts val="200"/>
              </a:spcBef>
              <a:spcAft>
                <a:spcPts val="0"/>
              </a:spcAft>
              <a:buClr>
                <a:schemeClr val="lt1"/>
              </a:buClr>
              <a:buSzPts val="1000"/>
              <a:buFont typeface="Arial"/>
              <a:buNone/>
            </a:pPr>
            <a:r>
              <a:t/>
            </a:r>
            <a:endParaRPr b="1" i="0" sz="1000" u="non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rgbClr val="5CADFF"/>
              </a:buClr>
              <a:buSzPts val="2000"/>
              <a:buFont typeface="Arial"/>
              <a:buNone/>
            </a:pPr>
            <a:r>
              <a:rPr b="1" i="0" lang="en-US" sz="2000" u="none">
                <a:solidFill>
                  <a:srgbClr val="5CADFF"/>
                </a:solidFill>
                <a:latin typeface="Arial"/>
                <a:ea typeface="Arial"/>
                <a:cs typeface="Arial"/>
                <a:sym typeface="Arial"/>
              </a:rPr>
              <a:t>Ejemplo Heurística</a:t>
            </a:r>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Estimación del costo necesario para llegar a una solución a partir de un nodo dado.</a:t>
            </a:r>
            <a:endParaRPr/>
          </a:p>
          <a:p>
            <a:pPr indent="0" lvl="0" marL="0" marR="0" rtl="0" algn="ctr">
              <a:lnSpc>
                <a:spcPct val="100000"/>
              </a:lnSpc>
              <a:spcBef>
                <a:spcPts val="200"/>
              </a:spcBef>
              <a:spcAft>
                <a:spcPts val="0"/>
              </a:spcAft>
              <a:buClr>
                <a:schemeClr val="lt1"/>
              </a:buClr>
              <a:buSzPts val="1000"/>
              <a:buFont typeface="Arial"/>
              <a:buNone/>
            </a:pPr>
            <a:r>
              <a:t/>
            </a:r>
            <a:endParaRPr b="1" i="0" sz="1000" u="non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rgbClr val="5CADFF"/>
              </a:buClr>
              <a:buSzPts val="2000"/>
              <a:buFont typeface="Arial"/>
              <a:buNone/>
            </a:pPr>
            <a:r>
              <a:rPr b="1" i="0" lang="en-US" sz="2000" u="none">
                <a:solidFill>
                  <a:srgbClr val="5CADFF"/>
                </a:solidFill>
                <a:latin typeface="Arial"/>
                <a:ea typeface="Arial"/>
                <a:cs typeface="Arial"/>
                <a:sym typeface="Arial"/>
              </a:rPr>
              <a:t>Procedimiento</a:t>
            </a:r>
            <a:endParaRPr b="1" i="0" sz="2000" u="none">
              <a:solidFill>
                <a:schemeClr val="lt1"/>
              </a:solidFill>
              <a:latin typeface="Arial"/>
              <a:ea typeface="Arial"/>
              <a:cs typeface="Arial"/>
              <a:sym typeface="Arial"/>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Funciona por pasos, expandiendo un nodo en cada paso hasta que se genere un nodo objetivo.</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En cada paso se toma el nodo más prometedor.</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Se expande el nodo aplicando las reglas para generar a sus sucesores. </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Si alguno de ellos es una solución el proceso termina, sino estos nuevos nodos se añaden a la lista de nodos abiertos.</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Se selecciona el mas prometedor  y el proceso continúa de la misma forma.</a:t>
            </a:r>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
        <p:nvSpPr>
          <p:cNvPr id="791" name="Google Shape;791;p36"/>
          <p:cNvSpPr txBox="1"/>
          <p:nvPr/>
        </p:nvSpPr>
        <p:spPr>
          <a:xfrm>
            <a:off x="5940425" y="2781300"/>
            <a:ext cx="441325" cy="2794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5" name="Shape 795"/>
        <p:cNvGrpSpPr/>
        <p:nvPr/>
      </p:nvGrpSpPr>
      <p:grpSpPr>
        <a:xfrm>
          <a:off x="0" y="0"/>
          <a:ext cx="0" cy="0"/>
          <a:chOff x="0" y="0"/>
          <a:chExt cx="0" cy="0"/>
        </a:xfrm>
      </p:grpSpPr>
      <p:sp>
        <p:nvSpPr>
          <p:cNvPr id="796" name="Google Shape;796;p37"/>
          <p:cNvSpPr txBox="1"/>
          <p:nvPr>
            <p:ph type="title"/>
          </p:nvPr>
        </p:nvSpPr>
        <p:spPr>
          <a:xfrm>
            <a:off x="457200" y="274637"/>
            <a:ext cx="8435975" cy="63341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Procedimiento</a:t>
            </a:r>
            <a:endParaRPr/>
          </a:p>
        </p:txBody>
      </p:sp>
      <p:sp>
        <p:nvSpPr>
          <p:cNvPr id="797" name="Google Shape;797;p37"/>
          <p:cNvSpPr txBox="1"/>
          <p:nvPr/>
        </p:nvSpPr>
        <p:spPr>
          <a:xfrm>
            <a:off x="1403350" y="1268412"/>
            <a:ext cx="6551612" cy="4608512"/>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798" name="Google Shape;798;p37"/>
          <p:cNvGrpSpPr/>
          <p:nvPr/>
        </p:nvGrpSpPr>
        <p:grpSpPr>
          <a:xfrm>
            <a:off x="1979612" y="1481137"/>
            <a:ext cx="5256212" cy="4179887"/>
            <a:chOff x="1734" y="3834"/>
            <a:chExt cx="8520" cy="7560"/>
          </a:xfrm>
        </p:grpSpPr>
        <p:sp>
          <p:nvSpPr>
            <p:cNvPr id="799" name="Google Shape;799;p37"/>
            <p:cNvSpPr txBox="1"/>
            <p:nvPr/>
          </p:nvSpPr>
          <p:spPr>
            <a:xfrm>
              <a:off x="3894" y="9096"/>
              <a:ext cx="600" cy="40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(5)</a:t>
              </a:r>
              <a:endParaRPr/>
            </a:p>
          </p:txBody>
        </p:sp>
        <p:sp>
          <p:nvSpPr>
            <p:cNvPr id="800" name="Google Shape;800;p37"/>
            <p:cNvSpPr txBox="1"/>
            <p:nvPr/>
          </p:nvSpPr>
          <p:spPr>
            <a:xfrm>
              <a:off x="3534" y="779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801" name="Google Shape;801;p37"/>
            <p:cNvSpPr txBox="1"/>
            <p:nvPr/>
          </p:nvSpPr>
          <p:spPr>
            <a:xfrm>
              <a:off x="353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802" name="Google Shape;802;p37"/>
            <p:cNvSpPr txBox="1"/>
            <p:nvPr/>
          </p:nvSpPr>
          <p:spPr>
            <a:xfrm>
              <a:off x="257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sp>
          <p:nvSpPr>
            <p:cNvPr id="803" name="Google Shape;803;p37"/>
            <p:cNvSpPr txBox="1"/>
            <p:nvPr/>
          </p:nvSpPr>
          <p:spPr>
            <a:xfrm>
              <a:off x="305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H</a:t>
              </a:r>
              <a:endParaRPr/>
            </a:p>
          </p:txBody>
        </p:sp>
        <p:sp>
          <p:nvSpPr>
            <p:cNvPr id="804" name="Google Shape;804;p37"/>
            <p:cNvSpPr txBox="1"/>
            <p:nvPr/>
          </p:nvSpPr>
          <p:spPr>
            <a:xfrm>
              <a:off x="209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a:t>
              </a:r>
              <a:endParaRPr/>
            </a:p>
          </p:txBody>
        </p:sp>
        <p:cxnSp>
          <p:nvCxnSpPr>
            <p:cNvPr id="805" name="Google Shape;805;p37"/>
            <p:cNvCxnSpPr/>
            <p:nvPr/>
          </p:nvCxnSpPr>
          <p:spPr>
            <a:xfrm flipH="1">
              <a:off x="2455" y="9499"/>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806" name="Google Shape;806;p37"/>
            <p:cNvCxnSpPr/>
            <p:nvPr/>
          </p:nvCxnSpPr>
          <p:spPr>
            <a:xfrm>
              <a:off x="2815" y="9499"/>
              <a:ext cx="360" cy="540"/>
            </a:xfrm>
            <a:prstGeom prst="straightConnector1">
              <a:avLst/>
            </a:prstGeom>
            <a:noFill/>
            <a:ln cap="flat" cmpd="sng" w="9525">
              <a:solidFill>
                <a:srgbClr val="000000"/>
              </a:solidFill>
              <a:prstDash val="solid"/>
              <a:miter lim="800000"/>
              <a:headEnd len="med" w="med" type="none"/>
              <a:tailEnd len="med" w="med" type="none"/>
            </a:ln>
          </p:spPr>
        </p:cxnSp>
        <p:sp>
          <p:nvSpPr>
            <p:cNvPr id="807" name="Google Shape;807;p37"/>
            <p:cNvSpPr txBox="1"/>
            <p:nvPr/>
          </p:nvSpPr>
          <p:spPr>
            <a:xfrm>
              <a:off x="449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sp>
          <p:nvSpPr>
            <p:cNvPr id="808" name="Google Shape;808;p37"/>
            <p:cNvSpPr txBox="1"/>
            <p:nvPr/>
          </p:nvSpPr>
          <p:spPr>
            <a:xfrm>
              <a:off x="497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F</a:t>
              </a:r>
              <a:endParaRPr/>
            </a:p>
          </p:txBody>
        </p:sp>
        <p:sp>
          <p:nvSpPr>
            <p:cNvPr id="809" name="Google Shape;809;p37"/>
            <p:cNvSpPr txBox="1"/>
            <p:nvPr/>
          </p:nvSpPr>
          <p:spPr>
            <a:xfrm>
              <a:off x="401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a:t>
              </a:r>
              <a:endParaRPr/>
            </a:p>
          </p:txBody>
        </p:sp>
        <p:cxnSp>
          <p:nvCxnSpPr>
            <p:cNvPr id="810" name="Google Shape;810;p37"/>
            <p:cNvCxnSpPr/>
            <p:nvPr/>
          </p:nvCxnSpPr>
          <p:spPr>
            <a:xfrm flipH="1">
              <a:off x="4374" y="9499"/>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811" name="Google Shape;811;p37"/>
            <p:cNvCxnSpPr/>
            <p:nvPr/>
          </p:nvCxnSpPr>
          <p:spPr>
            <a:xfrm>
              <a:off x="4734" y="9499"/>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812" name="Google Shape;812;p37"/>
            <p:cNvCxnSpPr/>
            <p:nvPr/>
          </p:nvCxnSpPr>
          <p:spPr>
            <a:xfrm flipH="1">
              <a:off x="2815" y="8195"/>
              <a:ext cx="960" cy="902"/>
            </a:xfrm>
            <a:prstGeom prst="straightConnector1">
              <a:avLst/>
            </a:prstGeom>
            <a:noFill/>
            <a:ln cap="flat" cmpd="sng" w="9525">
              <a:solidFill>
                <a:srgbClr val="000000"/>
              </a:solidFill>
              <a:prstDash val="solid"/>
              <a:miter lim="800000"/>
              <a:headEnd len="med" w="med" type="none"/>
              <a:tailEnd len="med" w="med" type="none"/>
            </a:ln>
          </p:spPr>
        </p:cxnSp>
        <p:cxnSp>
          <p:nvCxnSpPr>
            <p:cNvPr id="813" name="Google Shape;813;p37"/>
            <p:cNvCxnSpPr/>
            <p:nvPr/>
          </p:nvCxnSpPr>
          <p:spPr>
            <a:xfrm>
              <a:off x="3775" y="8195"/>
              <a:ext cx="839" cy="902"/>
            </a:xfrm>
            <a:prstGeom prst="straightConnector1">
              <a:avLst/>
            </a:prstGeom>
            <a:noFill/>
            <a:ln cap="flat" cmpd="sng" w="9525">
              <a:solidFill>
                <a:srgbClr val="000000"/>
              </a:solidFill>
              <a:prstDash val="solid"/>
              <a:miter lim="800000"/>
              <a:headEnd len="med" w="med" type="none"/>
              <a:tailEnd len="med" w="med" type="none"/>
            </a:ln>
          </p:spPr>
        </p:cxnSp>
        <p:cxnSp>
          <p:nvCxnSpPr>
            <p:cNvPr id="814" name="Google Shape;814;p37"/>
            <p:cNvCxnSpPr/>
            <p:nvPr/>
          </p:nvCxnSpPr>
          <p:spPr>
            <a:xfrm>
              <a:off x="3775" y="8195"/>
              <a:ext cx="0" cy="902"/>
            </a:xfrm>
            <a:prstGeom prst="straightConnector1">
              <a:avLst/>
            </a:prstGeom>
            <a:noFill/>
            <a:ln cap="flat" cmpd="sng" w="9525">
              <a:solidFill>
                <a:srgbClr val="000000"/>
              </a:solidFill>
              <a:prstDash val="solid"/>
              <a:miter lim="800000"/>
              <a:headEnd len="med" w="med" type="none"/>
              <a:tailEnd len="med" w="med" type="none"/>
            </a:ln>
          </p:spPr>
        </p:cxnSp>
        <p:sp>
          <p:nvSpPr>
            <p:cNvPr id="815" name="Google Shape;815;p37"/>
            <p:cNvSpPr txBox="1"/>
            <p:nvPr/>
          </p:nvSpPr>
          <p:spPr>
            <a:xfrm>
              <a:off x="245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(6)</a:t>
              </a:r>
              <a:endParaRPr/>
            </a:p>
          </p:txBody>
        </p:sp>
        <p:sp>
          <p:nvSpPr>
            <p:cNvPr id="816" name="Google Shape;816;p37"/>
            <p:cNvSpPr txBox="1"/>
            <p:nvPr/>
          </p:nvSpPr>
          <p:spPr>
            <a:xfrm>
              <a:off x="341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817" name="Google Shape;817;p37"/>
            <p:cNvSpPr txBox="1"/>
            <p:nvPr/>
          </p:nvSpPr>
          <p:spPr>
            <a:xfrm>
              <a:off x="437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(4)</a:t>
              </a:r>
              <a:endParaRPr/>
            </a:p>
          </p:txBody>
        </p:sp>
        <p:sp>
          <p:nvSpPr>
            <p:cNvPr id="818" name="Google Shape;818;p37"/>
            <p:cNvSpPr txBox="1"/>
            <p:nvPr/>
          </p:nvSpPr>
          <p:spPr>
            <a:xfrm>
              <a:off x="533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(6)</a:t>
              </a:r>
              <a:endParaRPr/>
            </a:p>
          </p:txBody>
        </p:sp>
        <p:sp>
          <p:nvSpPr>
            <p:cNvPr id="819" name="Google Shape;819;p37"/>
            <p:cNvSpPr txBox="1"/>
            <p:nvPr/>
          </p:nvSpPr>
          <p:spPr>
            <a:xfrm>
              <a:off x="3174" y="7434"/>
              <a:ext cx="13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Paso 4</a:t>
              </a:r>
              <a:endParaRPr/>
            </a:p>
          </p:txBody>
        </p:sp>
        <p:sp>
          <p:nvSpPr>
            <p:cNvPr id="820" name="Google Shape;820;p37"/>
            <p:cNvSpPr txBox="1"/>
            <p:nvPr/>
          </p:nvSpPr>
          <p:spPr>
            <a:xfrm>
              <a:off x="8214" y="9096"/>
              <a:ext cx="600" cy="40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(5)</a:t>
              </a:r>
              <a:endParaRPr/>
            </a:p>
          </p:txBody>
        </p:sp>
        <p:sp>
          <p:nvSpPr>
            <p:cNvPr id="821" name="Google Shape;821;p37"/>
            <p:cNvSpPr txBox="1"/>
            <p:nvPr/>
          </p:nvSpPr>
          <p:spPr>
            <a:xfrm>
              <a:off x="7854" y="779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A</a:t>
              </a:r>
              <a:endParaRPr/>
            </a:p>
          </p:txBody>
        </p:sp>
        <p:sp>
          <p:nvSpPr>
            <p:cNvPr id="822" name="Google Shape;822;p37"/>
            <p:cNvSpPr txBox="1"/>
            <p:nvPr/>
          </p:nvSpPr>
          <p:spPr>
            <a:xfrm>
              <a:off x="785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C</a:t>
              </a:r>
              <a:endParaRPr/>
            </a:p>
          </p:txBody>
        </p:sp>
        <p:sp>
          <p:nvSpPr>
            <p:cNvPr id="823" name="Google Shape;823;p37"/>
            <p:cNvSpPr txBox="1"/>
            <p:nvPr/>
          </p:nvSpPr>
          <p:spPr>
            <a:xfrm>
              <a:off x="689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B</a:t>
              </a:r>
              <a:endParaRPr/>
            </a:p>
          </p:txBody>
        </p:sp>
        <p:sp>
          <p:nvSpPr>
            <p:cNvPr id="824" name="Google Shape;824;p37"/>
            <p:cNvSpPr txBox="1"/>
            <p:nvPr/>
          </p:nvSpPr>
          <p:spPr>
            <a:xfrm>
              <a:off x="737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H</a:t>
              </a:r>
              <a:endParaRPr/>
            </a:p>
          </p:txBody>
        </p:sp>
        <p:sp>
          <p:nvSpPr>
            <p:cNvPr id="825" name="Google Shape;825;p37"/>
            <p:cNvSpPr txBox="1"/>
            <p:nvPr/>
          </p:nvSpPr>
          <p:spPr>
            <a:xfrm>
              <a:off x="641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G</a:t>
              </a:r>
              <a:endParaRPr/>
            </a:p>
          </p:txBody>
        </p:sp>
        <p:cxnSp>
          <p:nvCxnSpPr>
            <p:cNvPr id="826" name="Google Shape;826;p37"/>
            <p:cNvCxnSpPr/>
            <p:nvPr/>
          </p:nvCxnSpPr>
          <p:spPr>
            <a:xfrm flipH="1">
              <a:off x="6775" y="9499"/>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827" name="Google Shape;827;p37"/>
            <p:cNvCxnSpPr/>
            <p:nvPr/>
          </p:nvCxnSpPr>
          <p:spPr>
            <a:xfrm>
              <a:off x="7135" y="9499"/>
              <a:ext cx="358" cy="540"/>
            </a:xfrm>
            <a:prstGeom prst="straightConnector1">
              <a:avLst/>
            </a:prstGeom>
            <a:noFill/>
            <a:ln cap="flat" cmpd="sng" w="9525">
              <a:solidFill>
                <a:srgbClr val="000000"/>
              </a:solidFill>
              <a:prstDash val="solid"/>
              <a:miter lim="800000"/>
              <a:headEnd len="med" w="med" type="none"/>
              <a:tailEnd len="med" w="med" type="none"/>
            </a:ln>
          </p:spPr>
        </p:cxnSp>
        <p:sp>
          <p:nvSpPr>
            <p:cNvPr id="828" name="Google Shape;828;p37"/>
            <p:cNvSpPr txBox="1"/>
            <p:nvPr/>
          </p:nvSpPr>
          <p:spPr>
            <a:xfrm>
              <a:off x="881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D</a:t>
              </a:r>
              <a:endParaRPr/>
            </a:p>
          </p:txBody>
        </p:sp>
        <p:sp>
          <p:nvSpPr>
            <p:cNvPr id="829" name="Google Shape;829;p37"/>
            <p:cNvSpPr txBox="1"/>
            <p:nvPr/>
          </p:nvSpPr>
          <p:spPr>
            <a:xfrm>
              <a:off x="929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F</a:t>
              </a:r>
              <a:endParaRPr/>
            </a:p>
          </p:txBody>
        </p:sp>
        <p:sp>
          <p:nvSpPr>
            <p:cNvPr id="830" name="Google Shape;830;p37"/>
            <p:cNvSpPr txBox="1"/>
            <p:nvPr/>
          </p:nvSpPr>
          <p:spPr>
            <a:xfrm>
              <a:off x="833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E</a:t>
              </a:r>
              <a:endParaRPr/>
            </a:p>
          </p:txBody>
        </p:sp>
        <p:cxnSp>
          <p:nvCxnSpPr>
            <p:cNvPr id="831" name="Google Shape;831;p37"/>
            <p:cNvCxnSpPr/>
            <p:nvPr/>
          </p:nvCxnSpPr>
          <p:spPr>
            <a:xfrm flipH="1">
              <a:off x="8695" y="9499"/>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832" name="Google Shape;832;p37"/>
            <p:cNvCxnSpPr/>
            <p:nvPr/>
          </p:nvCxnSpPr>
          <p:spPr>
            <a:xfrm>
              <a:off x="9055" y="9499"/>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833" name="Google Shape;833;p37"/>
            <p:cNvCxnSpPr/>
            <p:nvPr/>
          </p:nvCxnSpPr>
          <p:spPr>
            <a:xfrm flipH="1">
              <a:off x="7135" y="8195"/>
              <a:ext cx="960" cy="902"/>
            </a:xfrm>
            <a:prstGeom prst="straightConnector1">
              <a:avLst/>
            </a:prstGeom>
            <a:noFill/>
            <a:ln cap="flat" cmpd="sng" w="9525">
              <a:solidFill>
                <a:srgbClr val="000000"/>
              </a:solidFill>
              <a:prstDash val="solid"/>
              <a:miter lim="800000"/>
              <a:headEnd len="med" w="med" type="none"/>
              <a:tailEnd len="med" w="med" type="none"/>
            </a:ln>
          </p:spPr>
        </p:cxnSp>
        <p:cxnSp>
          <p:nvCxnSpPr>
            <p:cNvPr id="834" name="Google Shape;834;p37"/>
            <p:cNvCxnSpPr/>
            <p:nvPr/>
          </p:nvCxnSpPr>
          <p:spPr>
            <a:xfrm>
              <a:off x="8095" y="8195"/>
              <a:ext cx="839" cy="902"/>
            </a:xfrm>
            <a:prstGeom prst="straightConnector1">
              <a:avLst/>
            </a:prstGeom>
            <a:noFill/>
            <a:ln cap="flat" cmpd="sng" w="9525">
              <a:solidFill>
                <a:srgbClr val="000000"/>
              </a:solidFill>
              <a:prstDash val="solid"/>
              <a:miter lim="800000"/>
              <a:headEnd len="med" w="med" type="none"/>
              <a:tailEnd len="med" w="med" type="none"/>
            </a:ln>
          </p:spPr>
        </p:cxnSp>
        <p:cxnSp>
          <p:nvCxnSpPr>
            <p:cNvPr id="835" name="Google Shape;835;p37"/>
            <p:cNvCxnSpPr/>
            <p:nvPr/>
          </p:nvCxnSpPr>
          <p:spPr>
            <a:xfrm>
              <a:off x="8095" y="8195"/>
              <a:ext cx="0" cy="902"/>
            </a:xfrm>
            <a:prstGeom prst="straightConnector1">
              <a:avLst/>
            </a:prstGeom>
            <a:noFill/>
            <a:ln cap="flat" cmpd="sng" w="9525">
              <a:solidFill>
                <a:srgbClr val="000000"/>
              </a:solidFill>
              <a:prstDash val="solid"/>
              <a:miter lim="800000"/>
              <a:headEnd len="med" w="med" type="none"/>
              <a:tailEnd len="med" w="med" type="none"/>
            </a:ln>
          </p:spPr>
        </p:cxnSp>
        <p:sp>
          <p:nvSpPr>
            <p:cNvPr id="836" name="Google Shape;836;p37"/>
            <p:cNvSpPr txBox="1"/>
            <p:nvPr/>
          </p:nvSpPr>
          <p:spPr>
            <a:xfrm>
              <a:off x="677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(6)</a:t>
              </a:r>
              <a:endParaRPr/>
            </a:p>
          </p:txBody>
        </p:sp>
        <p:sp>
          <p:nvSpPr>
            <p:cNvPr id="837" name="Google Shape;837;p37"/>
            <p:cNvSpPr txBox="1"/>
            <p:nvPr/>
          </p:nvSpPr>
          <p:spPr>
            <a:xfrm>
              <a:off x="773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(5)</a:t>
              </a:r>
              <a:endParaRPr/>
            </a:p>
          </p:txBody>
        </p:sp>
        <p:sp>
          <p:nvSpPr>
            <p:cNvPr id="838" name="Google Shape;838;p37"/>
            <p:cNvSpPr txBox="1"/>
            <p:nvPr/>
          </p:nvSpPr>
          <p:spPr>
            <a:xfrm>
              <a:off x="965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(6)</a:t>
              </a:r>
              <a:endParaRPr/>
            </a:p>
          </p:txBody>
        </p:sp>
        <p:sp>
          <p:nvSpPr>
            <p:cNvPr id="839" name="Google Shape;839;p37"/>
            <p:cNvSpPr txBox="1"/>
            <p:nvPr/>
          </p:nvSpPr>
          <p:spPr>
            <a:xfrm>
              <a:off x="7494" y="7434"/>
              <a:ext cx="13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Paso 5</a:t>
              </a:r>
              <a:endParaRPr/>
            </a:p>
          </p:txBody>
        </p:sp>
        <p:sp>
          <p:nvSpPr>
            <p:cNvPr id="840" name="Google Shape;840;p37"/>
            <p:cNvSpPr txBox="1"/>
            <p:nvPr/>
          </p:nvSpPr>
          <p:spPr>
            <a:xfrm>
              <a:off x="8814" y="109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J</a:t>
              </a:r>
              <a:endParaRPr/>
            </a:p>
          </p:txBody>
        </p:sp>
        <p:sp>
          <p:nvSpPr>
            <p:cNvPr id="841" name="Google Shape;841;p37"/>
            <p:cNvSpPr txBox="1"/>
            <p:nvPr/>
          </p:nvSpPr>
          <p:spPr>
            <a:xfrm>
              <a:off x="7854" y="109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I</a:t>
              </a:r>
              <a:endParaRPr/>
            </a:p>
          </p:txBody>
        </p:sp>
        <p:cxnSp>
          <p:nvCxnSpPr>
            <p:cNvPr id="842" name="Google Shape;842;p37"/>
            <p:cNvCxnSpPr/>
            <p:nvPr/>
          </p:nvCxnSpPr>
          <p:spPr>
            <a:xfrm flipH="1">
              <a:off x="8213" y="10452"/>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843" name="Google Shape;843;p37"/>
            <p:cNvCxnSpPr/>
            <p:nvPr/>
          </p:nvCxnSpPr>
          <p:spPr>
            <a:xfrm>
              <a:off x="8574" y="10452"/>
              <a:ext cx="360" cy="540"/>
            </a:xfrm>
            <a:prstGeom prst="straightConnector1">
              <a:avLst/>
            </a:prstGeom>
            <a:noFill/>
            <a:ln cap="flat" cmpd="sng" w="9525">
              <a:solidFill>
                <a:srgbClr val="000000"/>
              </a:solidFill>
              <a:prstDash val="solid"/>
              <a:miter lim="800000"/>
              <a:headEnd len="med" w="med" type="none"/>
              <a:tailEnd len="med" w="med" type="none"/>
            </a:ln>
          </p:spPr>
        </p:cxnSp>
        <p:sp>
          <p:nvSpPr>
            <p:cNvPr id="844" name="Google Shape;844;p37"/>
            <p:cNvSpPr txBox="1"/>
            <p:nvPr/>
          </p:nvSpPr>
          <p:spPr>
            <a:xfrm>
              <a:off x="8214" y="10950"/>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(2)</a:t>
              </a:r>
              <a:endParaRPr/>
            </a:p>
          </p:txBody>
        </p:sp>
        <p:sp>
          <p:nvSpPr>
            <p:cNvPr id="845" name="Google Shape;845;p37"/>
            <p:cNvSpPr txBox="1"/>
            <p:nvPr/>
          </p:nvSpPr>
          <p:spPr>
            <a:xfrm>
              <a:off x="9174" y="10950"/>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(1)</a:t>
              </a:r>
              <a:endParaRPr/>
            </a:p>
          </p:txBody>
        </p:sp>
        <p:sp>
          <p:nvSpPr>
            <p:cNvPr id="846" name="Google Shape;846;p37"/>
            <p:cNvSpPr txBox="1"/>
            <p:nvPr/>
          </p:nvSpPr>
          <p:spPr>
            <a:xfrm>
              <a:off x="8214" y="5550"/>
              <a:ext cx="600" cy="40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847" name="Google Shape;847;p37"/>
            <p:cNvSpPr txBox="1"/>
            <p:nvPr/>
          </p:nvSpPr>
          <p:spPr>
            <a:xfrm>
              <a:off x="7854" y="424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848" name="Google Shape;848;p37"/>
            <p:cNvSpPr txBox="1"/>
            <p:nvPr/>
          </p:nvSpPr>
          <p:spPr>
            <a:xfrm>
              <a:off x="785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849" name="Google Shape;849;p37"/>
            <p:cNvSpPr txBox="1"/>
            <p:nvPr/>
          </p:nvSpPr>
          <p:spPr>
            <a:xfrm>
              <a:off x="689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sp>
          <p:nvSpPr>
            <p:cNvPr id="850" name="Google Shape;850;p37"/>
            <p:cNvSpPr txBox="1"/>
            <p:nvPr/>
          </p:nvSpPr>
          <p:spPr>
            <a:xfrm>
              <a:off x="881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sp>
          <p:nvSpPr>
            <p:cNvPr id="851" name="Google Shape;851;p37"/>
            <p:cNvSpPr txBox="1"/>
            <p:nvPr/>
          </p:nvSpPr>
          <p:spPr>
            <a:xfrm>
              <a:off x="9294" y="64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F</a:t>
              </a:r>
              <a:endParaRPr/>
            </a:p>
          </p:txBody>
        </p:sp>
        <p:sp>
          <p:nvSpPr>
            <p:cNvPr id="852" name="Google Shape;852;p37"/>
            <p:cNvSpPr txBox="1"/>
            <p:nvPr/>
          </p:nvSpPr>
          <p:spPr>
            <a:xfrm>
              <a:off x="8334" y="64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a:t>
              </a:r>
              <a:endParaRPr/>
            </a:p>
          </p:txBody>
        </p:sp>
        <p:cxnSp>
          <p:nvCxnSpPr>
            <p:cNvPr id="853" name="Google Shape;853;p37"/>
            <p:cNvCxnSpPr/>
            <p:nvPr/>
          </p:nvCxnSpPr>
          <p:spPr>
            <a:xfrm flipH="1">
              <a:off x="8695" y="5953"/>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854" name="Google Shape;854;p37"/>
            <p:cNvCxnSpPr/>
            <p:nvPr/>
          </p:nvCxnSpPr>
          <p:spPr>
            <a:xfrm>
              <a:off x="9055" y="5953"/>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855" name="Google Shape;855;p37"/>
            <p:cNvCxnSpPr/>
            <p:nvPr/>
          </p:nvCxnSpPr>
          <p:spPr>
            <a:xfrm flipH="1">
              <a:off x="7135" y="4649"/>
              <a:ext cx="960" cy="902"/>
            </a:xfrm>
            <a:prstGeom prst="straightConnector1">
              <a:avLst/>
            </a:prstGeom>
            <a:noFill/>
            <a:ln cap="flat" cmpd="sng" w="9525">
              <a:solidFill>
                <a:srgbClr val="000000"/>
              </a:solidFill>
              <a:prstDash val="solid"/>
              <a:miter lim="800000"/>
              <a:headEnd len="med" w="med" type="none"/>
              <a:tailEnd len="med" w="med" type="none"/>
            </a:ln>
          </p:spPr>
        </p:cxnSp>
        <p:cxnSp>
          <p:nvCxnSpPr>
            <p:cNvPr id="856" name="Google Shape;856;p37"/>
            <p:cNvCxnSpPr/>
            <p:nvPr/>
          </p:nvCxnSpPr>
          <p:spPr>
            <a:xfrm>
              <a:off x="8095" y="4649"/>
              <a:ext cx="839" cy="902"/>
            </a:xfrm>
            <a:prstGeom prst="straightConnector1">
              <a:avLst/>
            </a:prstGeom>
            <a:noFill/>
            <a:ln cap="flat" cmpd="sng" w="9525">
              <a:solidFill>
                <a:srgbClr val="000000"/>
              </a:solidFill>
              <a:prstDash val="solid"/>
              <a:miter lim="800000"/>
              <a:headEnd len="med" w="med" type="none"/>
              <a:tailEnd len="med" w="med" type="none"/>
            </a:ln>
          </p:spPr>
        </p:cxnSp>
        <p:cxnSp>
          <p:nvCxnSpPr>
            <p:cNvPr id="857" name="Google Shape;857;p37"/>
            <p:cNvCxnSpPr/>
            <p:nvPr/>
          </p:nvCxnSpPr>
          <p:spPr>
            <a:xfrm>
              <a:off x="8095" y="4649"/>
              <a:ext cx="0" cy="902"/>
            </a:xfrm>
            <a:prstGeom prst="straightConnector1">
              <a:avLst/>
            </a:prstGeom>
            <a:noFill/>
            <a:ln cap="flat" cmpd="sng" w="9525">
              <a:solidFill>
                <a:srgbClr val="000000"/>
              </a:solidFill>
              <a:prstDash val="solid"/>
              <a:miter lim="800000"/>
              <a:headEnd len="med" w="med" type="none"/>
              <a:tailEnd len="med" w="med" type="none"/>
            </a:ln>
          </p:spPr>
        </p:cxnSp>
        <p:sp>
          <p:nvSpPr>
            <p:cNvPr id="858" name="Google Shape;858;p37"/>
            <p:cNvSpPr txBox="1"/>
            <p:nvPr/>
          </p:nvSpPr>
          <p:spPr>
            <a:xfrm>
              <a:off x="8694" y="6450"/>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(4)</a:t>
              </a:r>
              <a:endParaRPr/>
            </a:p>
          </p:txBody>
        </p:sp>
        <p:sp>
          <p:nvSpPr>
            <p:cNvPr id="859" name="Google Shape;859;p37"/>
            <p:cNvSpPr txBox="1"/>
            <p:nvPr/>
          </p:nvSpPr>
          <p:spPr>
            <a:xfrm>
              <a:off x="9654" y="6450"/>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(6)</a:t>
              </a:r>
              <a:endParaRPr/>
            </a:p>
          </p:txBody>
        </p:sp>
        <p:sp>
          <p:nvSpPr>
            <p:cNvPr id="860" name="Google Shape;860;p37"/>
            <p:cNvSpPr txBox="1"/>
            <p:nvPr/>
          </p:nvSpPr>
          <p:spPr>
            <a:xfrm>
              <a:off x="7494" y="3888"/>
              <a:ext cx="13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Paso 3</a:t>
              </a:r>
              <a:endParaRPr/>
            </a:p>
          </p:txBody>
        </p:sp>
        <p:sp>
          <p:nvSpPr>
            <p:cNvPr id="861" name="Google Shape;861;p37"/>
            <p:cNvSpPr txBox="1"/>
            <p:nvPr/>
          </p:nvSpPr>
          <p:spPr>
            <a:xfrm>
              <a:off x="7254" y="5592"/>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sp>
          <p:nvSpPr>
            <p:cNvPr id="862" name="Google Shape;862;p37"/>
            <p:cNvSpPr txBox="1"/>
            <p:nvPr/>
          </p:nvSpPr>
          <p:spPr>
            <a:xfrm>
              <a:off x="4614" y="5550"/>
              <a:ext cx="600" cy="40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863" name="Google Shape;863;p37"/>
            <p:cNvSpPr txBox="1"/>
            <p:nvPr/>
          </p:nvSpPr>
          <p:spPr>
            <a:xfrm>
              <a:off x="4254" y="424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864" name="Google Shape;864;p37"/>
            <p:cNvSpPr txBox="1"/>
            <p:nvPr/>
          </p:nvSpPr>
          <p:spPr>
            <a:xfrm>
              <a:off x="425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865" name="Google Shape;865;p37"/>
            <p:cNvSpPr txBox="1"/>
            <p:nvPr/>
          </p:nvSpPr>
          <p:spPr>
            <a:xfrm>
              <a:off x="329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sp>
          <p:nvSpPr>
            <p:cNvPr id="866" name="Google Shape;866;p37"/>
            <p:cNvSpPr txBox="1"/>
            <p:nvPr/>
          </p:nvSpPr>
          <p:spPr>
            <a:xfrm>
              <a:off x="521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cxnSp>
          <p:nvCxnSpPr>
            <p:cNvPr id="867" name="Google Shape;867;p37"/>
            <p:cNvCxnSpPr/>
            <p:nvPr/>
          </p:nvCxnSpPr>
          <p:spPr>
            <a:xfrm flipH="1">
              <a:off x="3535" y="4649"/>
              <a:ext cx="960" cy="902"/>
            </a:xfrm>
            <a:prstGeom prst="straightConnector1">
              <a:avLst/>
            </a:prstGeom>
            <a:noFill/>
            <a:ln cap="flat" cmpd="sng" w="9525">
              <a:solidFill>
                <a:srgbClr val="000000"/>
              </a:solidFill>
              <a:prstDash val="solid"/>
              <a:miter lim="800000"/>
              <a:headEnd len="med" w="med" type="none"/>
              <a:tailEnd len="med" w="med" type="none"/>
            </a:ln>
          </p:spPr>
        </p:cxnSp>
        <p:cxnSp>
          <p:nvCxnSpPr>
            <p:cNvPr id="868" name="Google Shape;868;p37"/>
            <p:cNvCxnSpPr/>
            <p:nvPr/>
          </p:nvCxnSpPr>
          <p:spPr>
            <a:xfrm>
              <a:off x="4495" y="4649"/>
              <a:ext cx="839" cy="902"/>
            </a:xfrm>
            <a:prstGeom prst="straightConnector1">
              <a:avLst/>
            </a:prstGeom>
            <a:noFill/>
            <a:ln cap="flat" cmpd="sng" w="9525">
              <a:solidFill>
                <a:srgbClr val="000000"/>
              </a:solidFill>
              <a:prstDash val="solid"/>
              <a:miter lim="800000"/>
              <a:headEnd len="med" w="med" type="none"/>
              <a:tailEnd len="med" w="med" type="none"/>
            </a:ln>
          </p:spPr>
        </p:cxnSp>
        <p:cxnSp>
          <p:nvCxnSpPr>
            <p:cNvPr id="869" name="Google Shape;869;p37"/>
            <p:cNvCxnSpPr/>
            <p:nvPr/>
          </p:nvCxnSpPr>
          <p:spPr>
            <a:xfrm>
              <a:off x="4495" y="4649"/>
              <a:ext cx="0" cy="902"/>
            </a:xfrm>
            <a:prstGeom prst="straightConnector1">
              <a:avLst/>
            </a:prstGeom>
            <a:noFill/>
            <a:ln cap="flat" cmpd="sng" w="9525">
              <a:solidFill>
                <a:srgbClr val="000000"/>
              </a:solidFill>
              <a:prstDash val="solid"/>
              <a:miter lim="800000"/>
              <a:headEnd len="med" w="med" type="none"/>
              <a:tailEnd len="med" w="med" type="none"/>
            </a:ln>
          </p:spPr>
        </p:cxnSp>
        <p:sp>
          <p:nvSpPr>
            <p:cNvPr id="870" name="Google Shape;870;p37"/>
            <p:cNvSpPr txBox="1"/>
            <p:nvPr/>
          </p:nvSpPr>
          <p:spPr>
            <a:xfrm>
              <a:off x="3894" y="3888"/>
              <a:ext cx="13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Paso 2</a:t>
              </a:r>
              <a:endParaRPr/>
            </a:p>
          </p:txBody>
        </p:sp>
        <p:sp>
          <p:nvSpPr>
            <p:cNvPr id="871" name="Google Shape;871;p37"/>
            <p:cNvSpPr txBox="1"/>
            <p:nvPr/>
          </p:nvSpPr>
          <p:spPr>
            <a:xfrm>
              <a:off x="3654" y="5592"/>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sp>
          <p:nvSpPr>
            <p:cNvPr id="872" name="Google Shape;872;p37"/>
            <p:cNvSpPr txBox="1"/>
            <p:nvPr/>
          </p:nvSpPr>
          <p:spPr>
            <a:xfrm>
              <a:off x="5574" y="5592"/>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(1)</a:t>
              </a:r>
              <a:endParaRPr/>
            </a:p>
          </p:txBody>
        </p:sp>
        <p:sp>
          <p:nvSpPr>
            <p:cNvPr id="873" name="Google Shape;873;p37"/>
            <p:cNvSpPr txBox="1"/>
            <p:nvPr/>
          </p:nvSpPr>
          <p:spPr>
            <a:xfrm>
              <a:off x="2094" y="419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874" name="Google Shape;874;p37"/>
            <p:cNvSpPr txBox="1"/>
            <p:nvPr/>
          </p:nvSpPr>
          <p:spPr>
            <a:xfrm>
              <a:off x="1734" y="3834"/>
              <a:ext cx="13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Paso 1</a:t>
              </a:r>
              <a:endParaRPr/>
            </a:p>
          </p:txBody>
        </p:sp>
      </p:grpSp>
      <p:sp>
        <p:nvSpPr>
          <p:cNvPr id="875" name="Google Shape;875;p37"/>
          <p:cNvSpPr txBox="1"/>
          <p:nvPr/>
        </p:nvSpPr>
        <p:spPr>
          <a:xfrm>
            <a:off x="501650" y="981075"/>
            <a:ext cx="8064500" cy="5688012"/>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876" name="Google Shape;876;p37"/>
          <p:cNvGrpSpPr/>
          <p:nvPr/>
        </p:nvGrpSpPr>
        <p:grpSpPr>
          <a:xfrm>
            <a:off x="684212" y="1196975"/>
            <a:ext cx="7848600" cy="5257800"/>
            <a:chOff x="1734" y="3834"/>
            <a:chExt cx="8520" cy="7560"/>
          </a:xfrm>
        </p:grpSpPr>
        <p:sp>
          <p:nvSpPr>
            <p:cNvPr id="877" name="Google Shape;877;p37"/>
            <p:cNvSpPr txBox="1"/>
            <p:nvPr/>
          </p:nvSpPr>
          <p:spPr>
            <a:xfrm>
              <a:off x="3894" y="9096"/>
              <a:ext cx="600" cy="40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878" name="Google Shape;878;p37"/>
            <p:cNvSpPr txBox="1"/>
            <p:nvPr/>
          </p:nvSpPr>
          <p:spPr>
            <a:xfrm>
              <a:off x="3534" y="779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879" name="Google Shape;879;p37"/>
            <p:cNvSpPr txBox="1"/>
            <p:nvPr/>
          </p:nvSpPr>
          <p:spPr>
            <a:xfrm>
              <a:off x="353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880" name="Google Shape;880;p37"/>
            <p:cNvSpPr txBox="1"/>
            <p:nvPr/>
          </p:nvSpPr>
          <p:spPr>
            <a:xfrm>
              <a:off x="257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sp>
          <p:nvSpPr>
            <p:cNvPr id="881" name="Google Shape;881;p37"/>
            <p:cNvSpPr txBox="1"/>
            <p:nvPr/>
          </p:nvSpPr>
          <p:spPr>
            <a:xfrm>
              <a:off x="305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H</a:t>
              </a:r>
              <a:endParaRPr/>
            </a:p>
          </p:txBody>
        </p:sp>
        <p:sp>
          <p:nvSpPr>
            <p:cNvPr id="882" name="Google Shape;882;p37"/>
            <p:cNvSpPr txBox="1"/>
            <p:nvPr/>
          </p:nvSpPr>
          <p:spPr>
            <a:xfrm>
              <a:off x="209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a:t>
              </a:r>
              <a:endParaRPr/>
            </a:p>
          </p:txBody>
        </p:sp>
        <p:cxnSp>
          <p:nvCxnSpPr>
            <p:cNvPr id="883" name="Google Shape;883;p37"/>
            <p:cNvCxnSpPr/>
            <p:nvPr/>
          </p:nvCxnSpPr>
          <p:spPr>
            <a:xfrm flipH="1">
              <a:off x="2454" y="9499"/>
              <a:ext cx="360" cy="539"/>
            </a:xfrm>
            <a:prstGeom prst="straightConnector1">
              <a:avLst/>
            </a:prstGeom>
            <a:noFill/>
            <a:ln cap="flat" cmpd="sng" w="9525">
              <a:solidFill>
                <a:srgbClr val="000000"/>
              </a:solidFill>
              <a:prstDash val="solid"/>
              <a:miter lim="800000"/>
              <a:headEnd len="med" w="med" type="none"/>
              <a:tailEnd len="med" w="med" type="none"/>
            </a:ln>
          </p:spPr>
        </p:cxnSp>
        <p:cxnSp>
          <p:nvCxnSpPr>
            <p:cNvPr id="884" name="Google Shape;884;p37"/>
            <p:cNvCxnSpPr/>
            <p:nvPr/>
          </p:nvCxnSpPr>
          <p:spPr>
            <a:xfrm>
              <a:off x="2815" y="9499"/>
              <a:ext cx="360" cy="539"/>
            </a:xfrm>
            <a:prstGeom prst="straightConnector1">
              <a:avLst/>
            </a:prstGeom>
            <a:noFill/>
            <a:ln cap="flat" cmpd="sng" w="9525">
              <a:solidFill>
                <a:srgbClr val="000000"/>
              </a:solidFill>
              <a:prstDash val="solid"/>
              <a:miter lim="800000"/>
              <a:headEnd len="med" w="med" type="none"/>
              <a:tailEnd len="med" w="med" type="none"/>
            </a:ln>
          </p:spPr>
        </p:cxnSp>
        <p:sp>
          <p:nvSpPr>
            <p:cNvPr id="885" name="Google Shape;885;p37"/>
            <p:cNvSpPr txBox="1"/>
            <p:nvPr/>
          </p:nvSpPr>
          <p:spPr>
            <a:xfrm>
              <a:off x="449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sp>
          <p:nvSpPr>
            <p:cNvPr id="886" name="Google Shape;886;p37"/>
            <p:cNvSpPr txBox="1"/>
            <p:nvPr/>
          </p:nvSpPr>
          <p:spPr>
            <a:xfrm>
              <a:off x="497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F</a:t>
              </a:r>
              <a:endParaRPr/>
            </a:p>
          </p:txBody>
        </p:sp>
        <p:sp>
          <p:nvSpPr>
            <p:cNvPr id="887" name="Google Shape;887;p37"/>
            <p:cNvSpPr txBox="1"/>
            <p:nvPr/>
          </p:nvSpPr>
          <p:spPr>
            <a:xfrm>
              <a:off x="401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a:t>
              </a:r>
              <a:endParaRPr/>
            </a:p>
          </p:txBody>
        </p:sp>
        <p:cxnSp>
          <p:nvCxnSpPr>
            <p:cNvPr id="888" name="Google Shape;888;p37"/>
            <p:cNvCxnSpPr/>
            <p:nvPr/>
          </p:nvCxnSpPr>
          <p:spPr>
            <a:xfrm flipH="1">
              <a:off x="4374" y="9499"/>
              <a:ext cx="360" cy="539"/>
            </a:xfrm>
            <a:prstGeom prst="straightConnector1">
              <a:avLst/>
            </a:prstGeom>
            <a:noFill/>
            <a:ln cap="flat" cmpd="sng" w="9525">
              <a:solidFill>
                <a:srgbClr val="000000"/>
              </a:solidFill>
              <a:prstDash val="solid"/>
              <a:miter lim="800000"/>
              <a:headEnd len="med" w="med" type="none"/>
              <a:tailEnd len="med" w="med" type="none"/>
            </a:ln>
          </p:spPr>
        </p:cxnSp>
        <p:cxnSp>
          <p:nvCxnSpPr>
            <p:cNvPr id="889" name="Google Shape;889;p37"/>
            <p:cNvCxnSpPr/>
            <p:nvPr/>
          </p:nvCxnSpPr>
          <p:spPr>
            <a:xfrm>
              <a:off x="4734" y="9499"/>
              <a:ext cx="360" cy="539"/>
            </a:xfrm>
            <a:prstGeom prst="straightConnector1">
              <a:avLst/>
            </a:prstGeom>
            <a:noFill/>
            <a:ln cap="flat" cmpd="sng" w="9525">
              <a:solidFill>
                <a:srgbClr val="000000"/>
              </a:solidFill>
              <a:prstDash val="solid"/>
              <a:miter lim="800000"/>
              <a:headEnd len="med" w="med" type="none"/>
              <a:tailEnd len="med" w="med" type="none"/>
            </a:ln>
          </p:spPr>
        </p:cxnSp>
        <p:cxnSp>
          <p:nvCxnSpPr>
            <p:cNvPr id="890" name="Google Shape;890;p37"/>
            <p:cNvCxnSpPr/>
            <p:nvPr/>
          </p:nvCxnSpPr>
          <p:spPr>
            <a:xfrm flipH="1">
              <a:off x="2815" y="8196"/>
              <a:ext cx="960" cy="902"/>
            </a:xfrm>
            <a:prstGeom prst="straightConnector1">
              <a:avLst/>
            </a:prstGeom>
            <a:noFill/>
            <a:ln cap="flat" cmpd="sng" w="9525">
              <a:solidFill>
                <a:srgbClr val="000000"/>
              </a:solidFill>
              <a:prstDash val="solid"/>
              <a:miter lim="800000"/>
              <a:headEnd len="med" w="med" type="none"/>
              <a:tailEnd len="med" w="med" type="none"/>
            </a:ln>
          </p:spPr>
        </p:cxnSp>
        <p:cxnSp>
          <p:nvCxnSpPr>
            <p:cNvPr id="891" name="Google Shape;891;p37"/>
            <p:cNvCxnSpPr/>
            <p:nvPr/>
          </p:nvCxnSpPr>
          <p:spPr>
            <a:xfrm>
              <a:off x="3774" y="8196"/>
              <a:ext cx="839" cy="902"/>
            </a:xfrm>
            <a:prstGeom prst="straightConnector1">
              <a:avLst/>
            </a:prstGeom>
            <a:noFill/>
            <a:ln cap="flat" cmpd="sng" w="9525">
              <a:solidFill>
                <a:srgbClr val="000000"/>
              </a:solidFill>
              <a:prstDash val="solid"/>
              <a:miter lim="800000"/>
              <a:headEnd len="med" w="med" type="none"/>
              <a:tailEnd len="med" w="med" type="none"/>
            </a:ln>
          </p:spPr>
        </p:cxnSp>
        <p:cxnSp>
          <p:nvCxnSpPr>
            <p:cNvPr id="892" name="Google Shape;892;p37"/>
            <p:cNvCxnSpPr/>
            <p:nvPr/>
          </p:nvCxnSpPr>
          <p:spPr>
            <a:xfrm>
              <a:off x="3774" y="8196"/>
              <a:ext cx="0" cy="902"/>
            </a:xfrm>
            <a:prstGeom prst="straightConnector1">
              <a:avLst/>
            </a:prstGeom>
            <a:noFill/>
            <a:ln cap="flat" cmpd="sng" w="9525">
              <a:solidFill>
                <a:srgbClr val="000000"/>
              </a:solidFill>
              <a:prstDash val="solid"/>
              <a:miter lim="800000"/>
              <a:headEnd len="med" w="med" type="none"/>
              <a:tailEnd len="med" w="med" type="none"/>
            </a:ln>
          </p:spPr>
        </p:cxnSp>
        <p:sp>
          <p:nvSpPr>
            <p:cNvPr id="893" name="Google Shape;893;p37"/>
            <p:cNvSpPr txBox="1"/>
            <p:nvPr/>
          </p:nvSpPr>
          <p:spPr>
            <a:xfrm>
              <a:off x="245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(6)</a:t>
              </a:r>
              <a:endParaRPr/>
            </a:p>
          </p:txBody>
        </p:sp>
        <p:sp>
          <p:nvSpPr>
            <p:cNvPr id="894" name="Google Shape;894;p37"/>
            <p:cNvSpPr txBox="1"/>
            <p:nvPr/>
          </p:nvSpPr>
          <p:spPr>
            <a:xfrm>
              <a:off x="341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895" name="Google Shape;895;p37"/>
            <p:cNvSpPr txBox="1"/>
            <p:nvPr/>
          </p:nvSpPr>
          <p:spPr>
            <a:xfrm>
              <a:off x="437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(4)</a:t>
              </a:r>
              <a:endParaRPr/>
            </a:p>
          </p:txBody>
        </p:sp>
        <p:sp>
          <p:nvSpPr>
            <p:cNvPr id="896" name="Google Shape;896;p37"/>
            <p:cNvSpPr txBox="1"/>
            <p:nvPr/>
          </p:nvSpPr>
          <p:spPr>
            <a:xfrm>
              <a:off x="533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(6)</a:t>
              </a:r>
              <a:endParaRPr/>
            </a:p>
          </p:txBody>
        </p:sp>
        <p:sp>
          <p:nvSpPr>
            <p:cNvPr id="897" name="Google Shape;897;p37"/>
            <p:cNvSpPr txBox="1"/>
            <p:nvPr/>
          </p:nvSpPr>
          <p:spPr>
            <a:xfrm>
              <a:off x="3174" y="7434"/>
              <a:ext cx="13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Paso 4</a:t>
              </a:r>
              <a:endParaRPr/>
            </a:p>
          </p:txBody>
        </p:sp>
        <p:sp>
          <p:nvSpPr>
            <p:cNvPr id="898" name="Google Shape;898;p37"/>
            <p:cNvSpPr txBox="1"/>
            <p:nvPr/>
          </p:nvSpPr>
          <p:spPr>
            <a:xfrm>
              <a:off x="8214" y="9096"/>
              <a:ext cx="600" cy="40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899" name="Google Shape;899;p37"/>
            <p:cNvSpPr txBox="1"/>
            <p:nvPr/>
          </p:nvSpPr>
          <p:spPr>
            <a:xfrm>
              <a:off x="7854" y="779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900" name="Google Shape;900;p37"/>
            <p:cNvSpPr txBox="1"/>
            <p:nvPr/>
          </p:nvSpPr>
          <p:spPr>
            <a:xfrm>
              <a:off x="785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901" name="Google Shape;901;p37"/>
            <p:cNvSpPr txBox="1"/>
            <p:nvPr/>
          </p:nvSpPr>
          <p:spPr>
            <a:xfrm>
              <a:off x="689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sp>
          <p:nvSpPr>
            <p:cNvPr id="902" name="Google Shape;902;p37"/>
            <p:cNvSpPr txBox="1"/>
            <p:nvPr/>
          </p:nvSpPr>
          <p:spPr>
            <a:xfrm>
              <a:off x="737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H</a:t>
              </a:r>
              <a:endParaRPr/>
            </a:p>
          </p:txBody>
        </p:sp>
        <p:sp>
          <p:nvSpPr>
            <p:cNvPr id="903" name="Google Shape;903;p37"/>
            <p:cNvSpPr txBox="1"/>
            <p:nvPr/>
          </p:nvSpPr>
          <p:spPr>
            <a:xfrm>
              <a:off x="641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a:t>
              </a:r>
              <a:endParaRPr/>
            </a:p>
          </p:txBody>
        </p:sp>
        <p:cxnSp>
          <p:nvCxnSpPr>
            <p:cNvPr id="904" name="Google Shape;904;p37"/>
            <p:cNvCxnSpPr/>
            <p:nvPr/>
          </p:nvCxnSpPr>
          <p:spPr>
            <a:xfrm flipH="1">
              <a:off x="6775" y="9499"/>
              <a:ext cx="360" cy="539"/>
            </a:xfrm>
            <a:prstGeom prst="straightConnector1">
              <a:avLst/>
            </a:prstGeom>
            <a:noFill/>
            <a:ln cap="flat" cmpd="sng" w="9525">
              <a:solidFill>
                <a:srgbClr val="000000"/>
              </a:solidFill>
              <a:prstDash val="solid"/>
              <a:miter lim="800000"/>
              <a:headEnd len="med" w="med" type="none"/>
              <a:tailEnd len="med" w="med" type="none"/>
            </a:ln>
          </p:spPr>
        </p:cxnSp>
        <p:cxnSp>
          <p:nvCxnSpPr>
            <p:cNvPr id="905" name="Google Shape;905;p37"/>
            <p:cNvCxnSpPr/>
            <p:nvPr/>
          </p:nvCxnSpPr>
          <p:spPr>
            <a:xfrm>
              <a:off x="7135" y="9499"/>
              <a:ext cx="358" cy="539"/>
            </a:xfrm>
            <a:prstGeom prst="straightConnector1">
              <a:avLst/>
            </a:prstGeom>
            <a:noFill/>
            <a:ln cap="flat" cmpd="sng" w="9525">
              <a:solidFill>
                <a:srgbClr val="000000"/>
              </a:solidFill>
              <a:prstDash val="solid"/>
              <a:miter lim="800000"/>
              <a:headEnd len="med" w="med" type="none"/>
              <a:tailEnd len="med" w="med" type="none"/>
            </a:ln>
          </p:spPr>
        </p:cxnSp>
        <p:sp>
          <p:nvSpPr>
            <p:cNvPr id="906" name="Google Shape;906;p37"/>
            <p:cNvSpPr txBox="1"/>
            <p:nvPr/>
          </p:nvSpPr>
          <p:spPr>
            <a:xfrm>
              <a:off x="8814" y="909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sp>
          <p:nvSpPr>
            <p:cNvPr id="907" name="Google Shape;907;p37"/>
            <p:cNvSpPr txBox="1"/>
            <p:nvPr/>
          </p:nvSpPr>
          <p:spPr>
            <a:xfrm>
              <a:off x="929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F</a:t>
              </a:r>
              <a:endParaRPr/>
            </a:p>
          </p:txBody>
        </p:sp>
        <p:sp>
          <p:nvSpPr>
            <p:cNvPr id="908" name="Google Shape;908;p37"/>
            <p:cNvSpPr txBox="1"/>
            <p:nvPr/>
          </p:nvSpPr>
          <p:spPr>
            <a:xfrm>
              <a:off x="8334" y="1003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a:t>
              </a:r>
              <a:endParaRPr/>
            </a:p>
          </p:txBody>
        </p:sp>
        <p:cxnSp>
          <p:nvCxnSpPr>
            <p:cNvPr id="909" name="Google Shape;909;p37"/>
            <p:cNvCxnSpPr/>
            <p:nvPr/>
          </p:nvCxnSpPr>
          <p:spPr>
            <a:xfrm flipH="1">
              <a:off x="8694" y="9499"/>
              <a:ext cx="360" cy="539"/>
            </a:xfrm>
            <a:prstGeom prst="straightConnector1">
              <a:avLst/>
            </a:prstGeom>
            <a:noFill/>
            <a:ln cap="flat" cmpd="sng" w="9525">
              <a:solidFill>
                <a:srgbClr val="000000"/>
              </a:solidFill>
              <a:prstDash val="solid"/>
              <a:miter lim="800000"/>
              <a:headEnd len="med" w="med" type="none"/>
              <a:tailEnd len="med" w="med" type="none"/>
            </a:ln>
          </p:spPr>
        </p:cxnSp>
        <p:cxnSp>
          <p:nvCxnSpPr>
            <p:cNvPr id="910" name="Google Shape;910;p37"/>
            <p:cNvCxnSpPr/>
            <p:nvPr/>
          </p:nvCxnSpPr>
          <p:spPr>
            <a:xfrm>
              <a:off x="9055" y="9499"/>
              <a:ext cx="360" cy="539"/>
            </a:xfrm>
            <a:prstGeom prst="straightConnector1">
              <a:avLst/>
            </a:prstGeom>
            <a:noFill/>
            <a:ln cap="flat" cmpd="sng" w="9525">
              <a:solidFill>
                <a:srgbClr val="000000"/>
              </a:solidFill>
              <a:prstDash val="solid"/>
              <a:miter lim="800000"/>
              <a:headEnd len="med" w="med" type="none"/>
              <a:tailEnd len="med" w="med" type="none"/>
            </a:ln>
          </p:spPr>
        </p:cxnSp>
        <p:cxnSp>
          <p:nvCxnSpPr>
            <p:cNvPr id="911" name="Google Shape;911;p37"/>
            <p:cNvCxnSpPr/>
            <p:nvPr/>
          </p:nvCxnSpPr>
          <p:spPr>
            <a:xfrm flipH="1">
              <a:off x="7135" y="8196"/>
              <a:ext cx="960" cy="902"/>
            </a:xfrm>
            <a:prstGeom prst="straightConnector1">
              <a:avLst/>
            </a:prstGeom>
            <a:noFill/>
            <a:ln cap="flat" cmpd="sng" w="9525">
              <a:solidFill>
                <a:srgbClr val="000000"/>
              </a:solidFill>
              <a:prstDash val="solid"/>
              <a:miter lim="800000"/>
              <a:headEnd len="med" w="med" type="none"/>
              <a:tailEnd len="med" w="med" type="none"/>
            </a:ln>
          </p:spPr>
        </p:cxnSp>
        <p:cxnSp>
          <p:nvCxnSpPr>
            <p:cNvPr id="912" name="Google Shape;912;p37"/>
            <p:cNvCxnSpPr/>
            <p:nvPr/>
          </p:nvCxnSpPr>
          <p:spPr>
            <a:xfrm>
              <a:off x="8095" y="8196"/>
              <a:ext cx="839" cy="902"/>
            </a:xfrm>
            <a:prstGeom prst="straightConnector1">
              <a:avLst/>
            </a:prstGeom>
            <a:noFill/>
            <a:ln cap="flat" cmpd="sng" w="9525">
              <a:solidFill>
                <a:srgbClr val="000000"/>
              </a:solidFill>
              <a:prstDash val="solid"/>
              <a:miter lim="800000"/>
              <a:headEnd len="med" w="med" type="none"/>
              <a:tailEnd len="med" w="med" type="none"/>
            </a:ln>
          </p:spPr>
        </p:cxnSp>
        <p:cxnSp>
          <p:nvCxnSpPr>
            <p:cNvPr id="913" name="Google Shape;913;p37"/>
            <p:cNvCxnSpPr/>
            <p:nvPr/>
          </p:nvCxnSpPr>
          <p:spPr>
            <a:xfrm>
              <a:off x="8095" y="8196"/>
              <a:ext cx="0" cy="902"/>
            </a:xfrm>
            <a:prstGeom prst="straightConnector1">
              <a:avLst/>
            </a:prstGeom>
            <a:noFill/>
            <a:ln cap="flat" cmpd="sng" w="9525">
              <a:solidFill>
                <a:srgbClr val="000000"/>
              </a:solidFill>
              <a:prstDash val="solid"/>
              <a:miter lim="800000"/>
              <a:headEnd len="med" w="med" type="none"/>
              <a:tailEnd len="med" w="med" type="none"/>
            </a:ln>
          </p:spPr>
        </p:cxnSp>
        <p:sp>
          <p:nvSpPr>
            <p:cNvPr id="914" name="Google Shape;914;p37"/>
            <p:cNvSpPr txBox="1"/>
            <p:nvPr/>
          </p:nvSpPr>
          <p:spPr>
            <a:xfrm>
              <a:off x="677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(6)</a:t>
              </a:r>
              <a:endParaRPr/>
            </a:p>
          </p:txBody>
        </p:sp>
        <p:sp>
          <p:nvSpPr>
            <p:cNvPr id="915" name="Google Shape;915;p37"/>
            <p:cNvSpPr txBox="1"/>
            <p:nvPr/>
          </p:nvSpPr>
          <p:spPr>
            <a:xfrm>
              <a:off x="773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916" name="Google Shape;916;p37"/>
            <p:cNvSpPr txBox="1"/>
            <p:nvPr/>
          </p:nvSpPr>
          <p:spPr>
            <a:xfrm>
              <a:off x="9654" y="9996"/>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(6)</a:t>
              </a:r>
              <a:endParaRPr/>
            </a:p>
          </p:txBody>
        </p:sp>
        <p:sp>
          <p:nvSpPr>
            <p:cNvPr id="917" name="Google Shape;917;p37"/>
            <p:cNvSpPr txBox="1"/>
            <p:nvPr/>
          </p:nvSpPr>
          <p:spPr>
            <a:xfrm>
              <a:off x="7494" y="7434"/>
              <a:ext cx="13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Paso 5</a:t>
              </a:r>
              <a:endParaRPr/>
            </a:p>
          </p:txBody>
        </p:sp>
        <p:sp>
          <p:nvSpPr>
            <p:cNvPr id="918" name="Google Shape;918;p37"/>
            <p:cNvSpPr txBox="1"/>
            <p:nvPr/>
          </p:nvSpPr>
          <p:spPr>
            <a:xfrm>
              <a:off x="8814" y="109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J</a:t>
              </a:r>
              <a:endParaRPr/>
            </a:p>
          </p:txBody>
        </p:sp>
        <p:sp>
          <p:nvSpPr>
            <p:cNvPr id="919" name="Google Shape;919;p37"/>
            <p:cNvSpPr txBox="1"/>
            <p:nvPr/>
          </p:nvSpPr>
          <p:spPr>
            <a:xfrm>
              <a:off x="7854" y="109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I</a:t>
              </a:r>
              <a:endParaRPr/>
            </a:p>
          </p:txBody>
        </p:sp>
        <p:cxnSp>
          <p:nvCxnSpPr>
            <p:cNvPr id="920" name="Google Shape;920;p37"/>
            <p:cNvCxnSpPr/>
            <p:nvPr/>
          </p:nvCxnSpPr>
          <p:spPr>
            <a:xfrm flipH="1">
              <a:off x="8214" y="10451"/>
              <a:ext cx="360" cy="541"/>
            </a:xfrm>
            <a:prstGeom prst="straightConnector1">
              <a:avLst/>
            </a:prstGeom>
            <a:noFill/>
            <a:ln cap="flat" cmpd="sng" w="9525">
              <a:solidFill>
                <a:srgbClr val="000000"/>
              </a:solidFill>
              <a:prstDash val="solid"/>
              <a:miter lim="800000"/>
              <a:headEnd len="med" w="med" type="none"/>
              <a:tailEnd len="med" w="med" type="none"/>
            </a:ln>
          </p:spPr>
        </p:cxnSp>
        <p:cxnSp>
          <p:nvCxnSpPr>
            <p:cNvPr id="921" name="Google Shape;921;p37"/>
            <p:cNvCxnSpPr/>
            <p:nvPr/>
          </p:nvCxnSpPr>
          <p:spPr>
            <a:xfrm>
              <a:off x="8574" y="10451"/>
              <a:ext cx="360" cy="541"/>
            </a:xfrm>
            <a:prstGeom prst="straightConnector1">
              <a:avLst/>
            </a:prstGeom>
            <a:noFill/>
            <a:ln cap="flat" cmpd="sng" w="9525">
              <a:solidFill>
                <a:srgbClr val="000000"/>
              </a:solidFill>
              <a:prstDash val="solid"/>
              <a:miter lim="800000"/>
              <a:headEnd len="med" w="med" type="none"/>
              <a:tailEnd len="med" w="med" type="none"/>
            </a:ln>
          </p:spPr>
        </p:cxnSp>
        <p:sp>
          <p:nvSpPr>
            <p:cNvPr id="922" name="Google Shape;922;p37"/>
            <p:cNvSpPr txBox="1"/>
            <p:nvPr/>
          </p:nvSpPr>
          <p:spPr>
            <a:xfrm>
              <a:off x="8214" y="10950"/>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(2)</a:t>
              </a:r>
              <a:endParaRPr/>
            </a:p>
          </p:txBody>
        </p:sp>
        <p:sp>
          <p:nvSpPr>
            <p:cNvPr id="923" name="Google Shape;923;p37"/>
            <p:cNvSpPr txBox="1"/>
            <p:nvPr/>
          </p:nvSpPr>
          <p:spPr>
            <a:xfrm>
              <a:off x="9174" y="10950"/>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(1)</a:t>
              </a:r>
              <a:endParaRPr/>
            </a:p>
          </p:txBody>
        </p:sp>
        <p:sp>
          <p:nvSpPr>
            <p:cNvPr id="924" name="Google Shape;924;p37"/>
            <p:cNvSpPr txBox="1"/>
            <p:nvPr/>
          </p:nvSpPr>
          <p:spPr>
            <a:xfrm>
              <a:off x="8214" y="5550"/>
              <a:ext cx="600" cy="40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925" name="Google Shape;925;p37"/>
            <p:cNvSpPr txBox="1"/>
            <p:nvPr/>
          </p:nvSpPr>
          <p:spPr>
            <a:xfrm>
              <a:off x="7854" y="424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926" name="Google Shape;926;p37"/>
            <p:cNvSpPr txBox="1"/>
            <p:nvPr/>
          </p:nvSpPr>
          <p:spPr>
            <a:xfrm>
              <a:off x="785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927" name="Google Shape;927;p37"/>
            <p:cNvSpPr txBox="1"/>
            <p:nvPr/>
          </p:nvSpPr>
          <p:spPr>
            <a:xfrm>
              <a:off x="689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sp>
          <p:nvSpPr>
            <p:cNvPr id="928" name="Google Shape;928;p37"/>
            <p:cNvSpPr txBox="1"/>
            <p:nvPr/>
          </p:nvSpPr>
          <p:spPr>
            <a:xfrm>
              <a:off x="881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sp>
          <p:nvSpPr>
            <p:cNvPr id="929" name="Google Shape;929;p37"/>
            <p:cNvSpPr txBox="1"/>
            <p:nvPr/>
          </p:nvSpPr>
          <p:spPr>
            <a:xfrm>
              <a:off x="9294" y="64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F</a:t>
              </a:r>
              <a:endParaRPr/>
            </a:p>
          </p:txBody>
        </p:sp>
        <p:sp>
          <p:nvSpPr>
            <p:cNvPr id="930" name="Google Shape;930;p37"/>
            <p:cNvSpPr txBox="1"/>
            <p:nvPr/>
          </p:nvSpPr>
          <p:spPr>
            <a:xfrm>
              <a:off x="8334" y="64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a:t>
              </a:r>
              <a:endParaRPr/>
            </a:p>
          </p:txBody>
        </p:sp>
        <p:cxnSp>
          <p:nvCxnSpPr>
            <p:cNvPr id="931" name="Google Shape;931;p37"/>
            <p:cNvCxnSpPr/>
            <p:nvPr/>
          </p:nvCxnSpPr>
          <p:spPr>
            <a:xfrm flipH="1">
              <a:off x="8694" y="5952"/>
              <a:ext cx="360" cy="541"/>
            </a:xfrm>
            <a:prstGeom prst="straightConnector1">
              <a:avLst/>
            </a:prstGeom>
            <a:noFill/>
            <a:ln cap="flat" cmpd="sng" w="9525">
              <a:solidFill>
                <a:srgbClr val="000000"/>
              </a:solidFill>
              <a:prstDash val="solid"/>
              <a:miter lim="800000"/>
              <a:headEnd len="med" w="med" type="none"/>
              <a:tailEnd len="med" w="med" type="none"/>
            </a:ln>
          </p:spPr>
        </p:cxnSp>
        <p:cxnSp>
          <p:nvCxnSpPr>
            <p:cNvPr id="932" name="Google Shape;932;p37"/>
            <p:cNvCxnSpPr/>
            <p:nvPr/>
          </p:nvCxnSpPr>
          <p:spPr>
            <a:xfrm>
              <a:off x="9055" y="5952"/>
              <a:ext cx="360" cy="541"/>
            </a:xfrm>
            <a:prstGeom prst="straightConnector1">
              <a:avLst/>
            </a:prstGeom>
            <a:noFill/>
            <a:ln cap="flat" cmpd="sng" w="9525">
              <a:solidFill>
                <a:srgbClr val="000000"/>
              </a:solidFill>
              <a:prstDash val="solid"/>
              <a:miter lim="800000"/>
              <a:headEnd len="med" w="med" type="none"/>
              <a:tailEnd len="med" w="med" type="none"/>
            </a:ln>
          </p:spPr>
        </p:cxnSp>
        <p:cxnSp>
          <p:nvCxnSpPr>
            <p:cNvPr id="933" name="Google Shape;933;p37"/>
            <p:cNvCxnSpPr/>
            <p:nvPr/>
          </p:nvCxnSpPr>
          <p:spPr>
            <a:xfrm flipH="1">
              <a:off x="7135" y="4649"/>
              <a:ext cx="960" cy="902"/>
            </a:xfrm>
            <a:prstGeom prst="straightConnector1">
              <a:avLst/>
            </a:prstGeom>
            <a:noFill/>
            <a:ln cap="flat" cmpd="sng" w="9525">
              <a:solidFill>
                <a:srgbClr val="000000"/>
              </a:solidFill>
              <a:prstDash val="solid"/>
              <a:miter lim="800000"/>
              <a:headEnd len="med" w="med" type="none"/>
              <a:tailEnd len="med" w="med" type="none"/>
            </a:ln>
          </p:spPr>
        </p:cxnSp>
        <p:cxnSp>
          <p:nvCxnSpPr>
            <p:cNvPr id="934" name="Google Shape;934;p37"/>
            <p:cNvCxnSpPr/>
            <p:nvPr/>
          </p:nvCxnSpPr>
          <p:spPr>
            <a:xfrm>
              <a:off x="8095" y="4649"/>
              <a:ext cx="839" cy="902"/>
            </a:xfrm>
            <a:prstGeom prst="straightConnector1">
              <a:avLst/>
            </a:prstGeom>
            <a:noFill/>
            <a:ln cap="flat" cmpd="sng" w="9525">
              <a:solidFill>
                <a:srgbClr val="000000"/>
              </a:solidFill>
              <a:prstDash val="solid"/>
              <a:miter lim="800000"/>
              <a:headEnd len="med" w="med" type="none"/>
              <a:tailEnd len="med" w="med" type="none"/>
            </a:ln>
          </p:spPr>
        </p:cxnSp>
        <p:cxnSp>
          <p:nvCxnSpPr>
            <p:cNvPr id="935" name="Google Shape;935;p37"/>
            <p:cNvCxnSpPr/>
            <p:nvPr/>
          </p:nvCxnSpPr>
          <p:spPr>
            <a:xfrm>
              <a:off x="8095" y="4649"/>
              <a:ext cx="0" cy="902"/>
            </a:xfrm>
            <a:prstGeom prst="straightConnector1">
              <a:avLst/>
            </a:prstGeom>
            <a:noFill/>
            <a:ln cap="flat" cmpd="sng" w="9525">
              <a:solidFill>
                <a:srgbClr val="000000"/>
              </a:solidFill>
              <a:prstDash val="solid"/>
              <a:miter lim="800000"/>
              <a:headEnd len="med" w="med" type="none"/>
              <a:tailEnd len="med" w="med" type="none"/>
            </a:ln>
          </p:spPr>
        </p:cxnSp>
        <p:sp>
          <p:nvSpPr>
            <p:cNvPr id="936" name="Google Shape;936;p37"/>
            <p:cNvSpPr txBox="1"/>
            <p:nvPr/>
          </p:nvSpPr>
          <p:spPr>
            <a:xfrm>
              <a:off x="8694" y="6450"/>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(4)</a:t>
              </a:r>
              <a:endParaRPr/>
            </a:p>
          </p:txBody>
        </p:sp>
        <p:sp>
          <p:nvSpPr>
            <p:cNvPr id="937" name="Google Shape;937;p37"/>
            <p:cNvSpPr txBox="1"/>
            <p:nvPr/>
          </p:nvSpPr>
          <p:spPr>
            <a:xfrm>
              <a:off x="9654" y="6450"/>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(6)</a:t>
              </a:r>
              <a:endParaRPr/>
            </a:p>
          </p:txBody>
        </p:sp>
        <p:sp>
          <p:nvSpPr>
            <p:cNvPr id="938" name="Google Shape;938;p37"/>
            <p:cNvSpPr txBox="1"/>
            <p:nvPr/>
          </p:nvSpPr>
          <p:spPr>
            <a:xfrm>
              <a:off x="7494" y="3888"/>
              <a:ext cx="13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Paso 3</a:t>
              </a:r>
              <a:endParaRPr/>
            </a:p>
          </p:txBody>
        </p:sp>
        <p:sp>
          <p:nvSpPr>
            <p:cNvPr id="939" name="Google Shape;939;p37"/>
            <p:cNvSpPr txBox="1"/>
            <p:nvPr/>
          </p:nvSpPr>
          <p:spPr>
            <a:xfrm>
              <a:off x="7254" y="5592"/>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sp>
          <p:nvSpPr>
            <p:cNvPr id="940" name="Google Shape;940;p37"/>
            <p:cNvSpPr txBox="1"/>
            <p:nvPr/>
          </p:nvSpPr>
          <p:spPr>
            <a:xfrm>
              <a:off x="4614" y="5550"/>
              <a:ext cx="600" cy="40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941" name="Google Shape;941;p37"/>
            <p:cNvSpPr txBox="1"/>
            <p:nvPr/>
          </p:nvSpPr>
          <p:spPr>
            <a:xfrm>
              <a:off x="4254" y="4248"/>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942" name="Google Shape;942;p37"/>
            <p:cNvSpPr txBox="1"/>
            <p:nvPr/>
          </p:nvSpPr>
          <p:spPr>
            <a:xfrm>
              <a:off x="425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943" name="Google Shape;943;p37"/>
            <p:cNvSpPr txBox="1"/>
            <p:nvPr/>
          </p:nvSpPr>
          <p:spPr>
            <a:xfrm>
              <a:off x="329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sp>
          <p:nvSpPr>
            <p:cNvPr id="944" name="Google Shape;944;p37"/>
            <p:cNvSpPr txBox="1"/>
            <p:nvPr/>
          </p:nvSpPr>
          <p:spPr>
            <a:xfrm>
              <a:off x="5214" y="55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cxnSp>
          <p:nvCxnSpPr>
            <p:cNvPr id="945" name="Google Shape;945;p37"/>
            <p:cNvCxnSpPr/>
            <p:nvPr/>
          </p:nvCxnSpPr>
          <p:spPr>
            <a:xfrm flipH="1">
              <a:off x="3535" y="4649"/>
              <a:ext cx="960" cy="902"/>
            </a:xfrm>
            <a:prstGeom prst="straightConnector1">
              <a:avLst/>
            </a:prstGeom>
            <a:noFill/>
            <a:ln cap="flat" cmpd="sng" w="9525">
              <a:solidFill>
                <a:srgbClr val="000000"/>
              </a:solidFill>
              <a:prstDash val="solid"/>
              <a:miter lim="800000"/>
              <a:headEnd len="med" w="med" type="none"/>
              <a:tailEnd len="med" w="med" type="none"/>
            </a:ln>
          </p:spPr>
        </p:cxnSp>
        <p:cxnSp>
          <p:nvCxnSpPr>
            <p:cNvPr id="946" name="Google Shape;946;p37"/>
            <p:cNvCxnSpPr/>
            <p:nvPr/>
          </p:nvCxnSpPr>
          <p:spPr>
            <a:xfrm>
              <a:off x="4495" y="4649"/>
              <a:ext cx="839" cy="902"/>
            </a:xfrm>
            <a:prstGeom prst="straightConnector1">
              <a:avLst/>
            </a:prstGeom>
            <a:noFill/>
            <a:ln cap="flat" cmpd="sng" w="9525">
              <a:solidFill>
                <a:srgbClr val="000000"/>
              </a:solidFill>
              <a:prstDash val="solid"/>
              <a:miter lim="800000"/>
              <a:headEnd len="med" w="med" type="none"/>
              <a:tailEnd len="med" w="med" type="none"/>
            </a:ln>
          </p:spPr>
        </p:cxnSp>
        <p:cxnSp>
          <p:nvCxnSpPr>
            <p:cNvPr id="947" name="Google Shape;947;p37"/>
            <p:cNvCxnSpPr/>
            <p:nvPr/>
          </p:nvCxnSpPr>
          <p:spPr>
            <a:xfrm>
              <a:off x="4495" y="4649"/>
              <a:ext cx="0" cy="902"/>
            </a:xfrm>
            <a:prstGeom prst="straightConnector1">
              <a:avLst/>
            </a:prstGeom>
            <a:noFill/>
            <a:ln cap="flat" cmpd="sng" w="9525">
              <a:solidFill>
                <a:srgbClr val="000000"/>
              </a:solidFill>
              <a:prstDash val="solid"/>
              <a:miter lim="800000"/>
              <a:headEnd len="med" w="med" type="none"/>
              <a:tailEnd len="med" w="med" type="none"/>
            </a:ln>
          </p:spPr>
        </p:cxnSp>
        <p:sp>
          <p:nvSpPr>
            <p:cNvPr id="948" name="Google Shape;948;p37"/>
            <p:cNvSpPr txBox="1"/>
            <p:nvPr/>
          </p:nvSpPr>
          <p:spPr>
            <a:xfrm>
              <a:off x="3894" y="3888"/>
              <a:ext cx="13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Paso 2</a:t>
              </a:r>
              <a:endParaRPr/>
            </a:p>
          </p:txBody>
        </p:sp>
        <p:sp>
          <p:nvSpPr>
            <p:cNvPr id="949" name="Google Shape;949;p37"/>
            <p:cNvSpPr txBox="1"/>
            <p:nvPr/>
          </p:nvSpPr>
          <p:spPr>
            <a:xfrm>
              <a:off x="3654" y="5592"/>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sp>
          <p:nvSpPr>
            <p:cNvPr id="950" name="Google Shape;950;p37"/>
            <p:cNvSpPr txBox="1"/>
            <p:nvPr/>
          </p:nvSpPr>
          <p:spPr>
            <a:xfrm>
              <a:off x="5574" y="5592"/>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(1)</a:t>
              </a:r>
              <a:endParaRPr/>
            </a:p>
          </p:txBody>
        </p:sp>
        <p:sp>
          <p:nvSpPr>
            <p:cNvPr id="951" name="Google Shape;951;p37"/>
            <p:cNvSpPr txBox="1"/>
            <p:nvPr/>
          </p:nvSpPr>
          <p:spPr>
            <a:xfrm>
              <a:off x="2094" y="419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952" name="Google Shape;952;p37"/>
            <p:cNvSpPr txBox="1"/>
            <p:nvPr/>
          </p:nvSpPr>
          <p:spPr>
            <a:xfrm>
              <a:off x="1734" y="3834"/>
              <a:ext cx="13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Paso 1</a:t>
              </a: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56" name="Shape 956"/>
        <p:cNvGrpSpPr/>
        <p:nvPr/>
      </p:nvGrpSpPr>
      <p:grpSpPr>
        <a:xfrm>
          <a:off x="0" y="0"/>
          <a:ext cx="0" cy="0"/>
          <a:chOff x="0" y="0"/>
          <a:chExt cx="0" cy="0"/>
        </a:xfrm>
      </p:grpSpPr>
      <p:sp>
        <p:nvSpPr>
          <p:cNvPr id="957" name="Google Shape;957;p38"/>
          <p:cNvSpPr txBox="1"/>
          <p:nvPr>
            <p:ph type="title"/>
          </p:nvPr>
        </p:nvSpPr>
        <p:spPr>
          <a:xfrm>
            <a:off x="457200" y="274637"/>
            <a:ext cx="8435975" cy="9937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3. Búsqueda El primero mejor</a:t>
            </a:r>
            <a:endParaRPr/>
          </a:p>
        </p:txBody>
      </p:sp>
      <p:sp>
        <p:nvSpPr>
          <p:cNvPr id="958" name="Google Shape;958;p38"/>
          <p:cNvSpPr txBox="1"/>
          <p:nvPr/>
        </p:nvSpPr>
        <p:spPr>
          <a:xfrm>
            <a:off x="468312" y="1268412"/>
            <a:ext cx="8351837" cy="525621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La forma de funcionar se parece en algo a la </a:t>
            </a:r>
            <a:r>
              <a:rPr b="1" i="0" lang="en-US" sz="2000" u="none">
                <a:solidFill>
                  <a:srgbClr val="FF0000"/>
                </a:solidFill>
                <a:latin typeface="Arial"/>
                <a:ea typeface="Arial"/>
                <a:cs typeface="Arial"/>
                <a:sym typeface="Arial"/>
              </a:rPr>
              <a:t>búsqueda primero en profundidad</a:t>
            </a:r>
            <a:r>
              <a:rPr b="1" i="0" lang="en-US" sz="2000" u="none">
                <a:solidFill>
                  <a:schemeClr val="lt1"/>
                </a:solidFill>
                <a:latin typeface="Arial"/>
                <a:ea typeface="Arial"/>
                <a:cs typeface="Arial"/>
                <a:sym typeface="Arial"/>
              </a:rPr>
              <a:t> al explorar las ramas.</a:t>
            </a:r>
            <a:endParaRPr/>
          </a:p>
          <a:p>
            <a:pPr indent="-215900" lvl="0" marL="342900" marR="0" rtl="0" algn="just">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342900" lvl="0" marL="342900" marR="0" rtl="0" algn="just">
              <a:lnSpc>
                <a:spcPct val="100000"/>
              </a:lnSpc>
              <a:spcBef>
                <a:spcPts val="400"/>
              </a:spcBef>
              <a:spcAft>
                <a:spcPts val="0"/>
              </a:spcAft>
              <a:buClr>
                <a:schemeClr val="lt2"/>
              </a:buClr>
              <a:buSzPts val="2000"/>
              <a:buFont typeface="Arial"/>
              <a:buChar char="•"/>
            </a:pPr>
            <a:r>
              <a:rPr b="1" i="0" lang="en-US" sz="2000" u="none">
                <a:solidFill>
                  <a:schemeClr val="lt2"/>
                </a:solidFill>
                <a:latin typeface="Arial"/>
                <a:ea typeface="Arial"/>
                <a:cs typeface="Arial"/>
                <a:sym typeface="Arial"/>
              </a:rPr>
              <a:t>A diferencia de </a:t>
            </a:r>
            <a:r>
              <a:rPr b="1" i="0" lang="en-US" sz="2000" u="none">
                <a:solidFill>
                  <a:srgbClr val="FF0000"/>
                </a:solidFill>
                <a:latin typeface="Arial"/>
                <a:ea typeface="Arial"/>
                <a:cs typeface="Arial"/>
                <a:sym typeface="Arial"/>
              </a:rPr>
              <a:t>Escalada</a:t>
            </a:r>
            <a:r>
              <a:rPr b="1" i="0" lang="en-US" sz="2000" u="none">
                <a:solidFill>
                  <a:schemeClr val="lt2"/>
                </a:solidFill>
                <a:latin typeface="Arial"/>
                <a:ea typeface="Arial"/>
                <a:cs typeface="Arial"/>
                <a:sym typeface="Arial"/>
              </a:rPr>
              <a:t>…</a:t>
            </a:r>
            <a:endParaRPr/>
          </a:p>
          <a:p>
            <a:pPr indent="-311150" lvl="0" marL="342900" marR="0" rtl="0" algn="just">
              <a:lnSpc>
                <a:spcPct val="100000"/>
              </a:lnSpc>
              <a:spcBef>
                <a:spcPts val="100"/>
              </a:spcBef>
              <a:spcAft>
                <a:spcPts val="0"/>
              </a:spcAft>
              <a:buClr>
                <a:schemeClr val="lt1"/>
              </a:buClr>
              <a:buSzPts val="500"/>
              <a:buFont typeface="Arial"/>
              <a:buNone/>
            </a:pPr>
            <a:r>
              <a:t/>
            </a:r>
            <a:endParaRPr b="1" i="0" sz="500" u="none">
              <a:solidFill>
                <a:schemeClr val="lt2"/>
              </a:solidFill>
              <a:latin typeface="Arial"/>
              <a:ea typeface="Arial"/>
              <a:cs typeface="Arial"/>
              <a:sym typeface="Arial"/>
            </a:endParaRPr>
          </a:p>
          <a:p>
            <a:pPr indent="-342900" lvl="0" marL="342900" marR="0" rtl="0" algn="just">
              <a:lnSpc>
                <a:spcPct val="100000"/>
              </a:lnSpc>
              <a:spcBef>
                <a:spcPts val="40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No se descartan caminos a medio recorrer. </a:t>
            </a:r>
            <a:endParaRPr/>
          </a:p>
          <a:p>
            <a:pPr indent="-342900" lvl="0" marL="342900" marR="0" rtl="0" algn="just">
              <a:lnSpc>
                <a:spcPct val="100000"/>
              </a:lnSpc>
              <a:spcBef>
                <a:spcPts val="40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En el método de búsqueda de El primero mejor se selecciona un movimiento y todos los demás se mantienen de forma que pueden visitarse si el camino que se ha seleccionado llega a ser menos prometedor.</a:t>
            </a:r>
            <a:endParaRPr/>
          </a:p>
          <a:p>
            <a:pPr indent="-342900" lvl="0" marL="342900" marR="0" rtl="0" algn="just">
              <a:lnSpc>
                <a:spcPct val="100000"/>
              </a:lnSpc>
              <a:spcBef>
                <a:spcPts val="400"/>
              </a:spcBef>
              <a:spcAft>
                <a:spcPts val="0"/>
              </a:spcAft>
              <a:buClr>
                <a:schemeClr val="lt1"/>
              </a:buClr>
              <a:buSzPts val="2000"/>
              <a:buFont typeface="Arial"/>
              <a:buNone/>
            </a:pPr>
            <a:r>
              <a:t/>
            </a:r>
            <a:endParaRPr b="1" i="0" sz="2000" u="none">
              <a:solidFill>
                <a:schemeClr val="lt2"/>
              </a:solidFill>
              <a:latin typeface="Arial"/>
              <a:ea typeface="Arial"/>
              <a:cs typeface="Arial"/>
              <a:sym typeface="Arial"/>
            </a:endParaRPr>
          </a:p>
          <a:p>
            <a:pPr indent="-342900" lvl="0" marL="342900" marR="0" rtl="0" algn="just">
              <a:lnSpc>
                <a:spcPct val="100000"/>
              </a:lnSpc>
              <a:spcBef>
                <a:spcPts val="40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En la búsqueda de El primero mejor se selecciona el mejor estado disponible, aún si este no tiene un mejor valor que el que se estaba explorando. </a:t>
            </a:r>
            <a:endParaRPr/>
          </a:p>
          <a:p>
            <a:pPr indent="-342900" lvl="0" marL="342900" marR="0" rtl="0" algn="just">
              <a:lnSpc>
                <a:spcPct val="100000"/>
              </a:lnSpc>
              <a:spcBef>
                <a:spcPts val="400"/>
              </a:spcBef>
              <a:spcAft>
                <a:spcPts val="0"/>
              </a:spcAft>
              <a:buClr>
                <a:schemeClr val="lt2"/>
              </a:buClr>
              <a:buSzPts val="2000"/>
              <a:buFont typeface="Arial"/>
              <a:buNone/>
            </a:pPr>
            <a:r>
              <a:rPr b="1" i="0" lang="en-US" sz="2000" u="none">
                <a:solidFill>
                  <a:schemeClr val="lt2"/>
                </a:solidFill>
                <a:latin typeface="Arial"/>
                <a:ea typeface="Arial"/>
                <a:cs typeface="Arial"/>
                <a:sym typeface="Arial"/>
              </a:rPr>
              <a:t>En la escalada el proceso se detiene si no se encuentra un estado sucesor mejor que el estado actual.</a:t>
            </a:r>
            <a:endParaRPr/>
          </a:p>
          <a:p>
            <a:pPr indent="-342900" lvl="0" marL="342900" marR="0" rtl="0" algn="just">
              <a:lnSpc>
                <a:spcPct val="100000"/>
              </a:lnSpc>
              <a:spcBef>
                <a:spcPts val="400"/>
              </a:spcBef>
              <a:spcAft>
                <a:spcPts val="0"/>
              </a:spcAft>
              <a:buClr>
                <a:schemeClr val="lt1"/>
              </a:buClr>
              <a:buSzPts val="2000"/>
              <a:buFont typeface="Arial"/>
              <a:buNone/>
            </a:pPr>
            <a:r>
              <a:t/>
            </a:r>
            <a:endParaRPr b="1" i="0" sz="2000" u="none">
              <a:solidFill>
                <a:schemeClr val="lt2"/>
              </a:solidFill>
              <a:latin typeface="Arial"/>
              <a:ea typeface="Arial"/>
              <a:cs typeface="Arial"/>
              <a:sym typeface="Arial"/>
            </a:endParaRPr>
          </a:p>
          <a:p>
            <a:pPr indent="-215900" lvl="0" marL="342900" marR="0" rtl="0" algn="just">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62" name="Shape 962"/>
        <p:cNvGrpSpPr/>
        <p:nvPr/>
      </p:nvGrpSpPr>
      <p:grpSpPr>
        <a:xfrm>
          <a:off x="0" y="0"/>
          <a:ext cx="0" cy="0"/>
          <a:chOff x="0" y="0"/>
          <a:chExt cx="0" cy="0"/>
        </a:xfrm>
      </p:grpSpPr>
      <p:sp>
        <p:nvSpPr>
          <p:cNvPr id="963" name="Google Shape;963;p39"/>
          <p:cNvSpPr txBox="1"/>
          <p:nvPr/>
        </p:nvSpPr>
        <p:spPr>
          <a:xfrm>
            <a:off x="657225" y="1301750"/>
            <a:ext cx="7991475" cy="30241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Algunas veces es posible convertir metas difíciles en una o mas submetas más fáciles de lograr. </a:t>
            </a:r>
            <a:endParaRPr/>
          </a:p>
          <a:p>
            <a:pPr indent="0" lvl="0" marL="0" marR="0" rtl="0" algn="ctr">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Cada submeta, a su vez, puede dividirse en una o más submetas de nivel inferior.</a:t>
            </a:r>
            <a:endParaRPr/>
          </a:p>
          <a:p>
            <a:pPr indent="0" lvl="0" marL="0" marR="0" rtl="0" algn="just">
              <a:lnSpc>
                <a:spcPct val="100000"/>
              </a:lnSpc>
              <a:spcBef>
                <a:spcPts val="200"/>
              </a:spcBef>
              <a:spcAft>
                <a:spcPts val="0"/>
              </a:spcAft>
              <a:buClr>
                <a:schemeClr val="lt1"/>
              </a:buClr>
              <a:buSzPts val="1000"/>
              <a:buFont typeface="Arial"/>
              <a:buNone/>
            </a:pPr>
            <a:r>
              <a:t/>
            </a:r>
            <a:endParaRPr b="1" i="0" sz="1000" u="non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Método de reducción de problemas</a:t>
            </a:r>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Se reconocen las metas y se las convierte en submetas apropiadas.</a:t>
            </a:r>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
        <p:nvSpPr>
          <p:cNvPr id="964" name="Google Shape;964;p39"/>
          <p:cNvSpPr txBox="1"/>
          <p:nvPr>
            <p:ph type="title"/>
          </p:nvPr>
        </p:nvSpPr>
        <p:spPr>
          <a:xfrm>
            <a:off x="457200" y="404812"/>
            <a:ext cx="8229600" cy="7207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4. Reducción de problemas</a:t>
            </a:r>
            <a:endParaRPr/>
          </a:p>
        </p:txBody>
      </p:sp>
      <p:sp>
        <p:nvSpPr>
          <p:cNvPr id="965" name="Google Shape;965;p39"/>
          <p:cNvSpPr txBox="1"/>
          <p:nvPr/>
        </p:nvSpPr>
        <p:spPr>
          <a:xfrm>
            <a:off x="2541587" y="4468812"/>
            <a:ext cx="4176712" cy="216058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966" name="Google Shape;966;p39"/>
          <p:cNvGrpSpPr/>
          <p:nvPr/>
        </p:nvGrpSpPr>
        <p:grpSpPr>
          <a:xfrm>
            <a:off x="2484437" y="4483100"/>
            <a:ext cx="4267200" cy="1855787"/>
            <a:chOff x="476" y="1626"/>
            <a:chExt cx="2688" cy="1169"/>
          </a:xfrm>
        </p:grpSpPr>
        <p:sp>
          <p:nvSpPr>
            <p:cNvPr id="967" name="Google Shape;967;p39"/>
            <p:cNvSpPr/>
            <p:nvPr/>
          </p:nvSpPr>
          <p:spPr>
            <a:xfrm>
              <a:off x="2300" y="2408"/>
              <a:ext cx="144" cy="144"/>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968" name="Google Shape;968;p39"/>
            <p:cNvSpPr/>
            <p:nvPr/>
          </p:nvSpPr>
          <p:spPr>
            <a:xfrm>
              <a:off x="1724" y="2408"/>
              <a:ext cx="144" cy="144"/>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969" name="Google Shape;969;p39"/>
            <p:cNvSpPr/>
            <p:nvPr/>
          </p:nvSpPr>
          <p:spPr>
            <a:xfrm>
              <a:off x="1148" y="2408"/>
              <a:ext cx="144" cy="144"/>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cxnSp>
          <p:nvCxnSpPr>
            <p:cNvPr id="970" name="Google Shape;970;p39"/>
            <p:cNvCxnSpPr/>
            <p:nvPr/>
          </p:nvCxnSpPr>
          <p:spPr>
            <a:xfrm flipH="1">
              <a:off x="1244" y="2048"/>
              <a:ext cx="528" cy="360"/>
            </a:xfrm>
            <a:prstGeom prst="straightConnector1">
              <a:avLst/>
            </a:prstGeom>
            <a:noFill/>
            <a:ln cap="flat" cmpd="sng" w="9525">
              <a:solidFill>
                <a:schemeClr val="lt1"/>
              </a:solidFill>
              <a:prstDash val="solid"/>
              <a:miter lim="800000"/>
              <a:headEnd len="med" w="med" type="none"/>
              <a:tailEnd len="med" w="med" type="triangle"/>
            </a:ln>
          </p:spPr>
        </p:cxnSp>
        <p:cxnSp>
          <p:nvCxnSpPr>
            <p:cNvPr id="971" name="Google Shape;971;p39"/>
            <p:cNvCxnSpPr/>
            <p:nvPr/>
          </p:nvCxnSpPr>
          <p:spPr>
            <a:xfrm>
              <a:off x="1820" y="2048"/>
              <a:ext cx="528" cy="360"/>
            </a:xfrm>
            <a:prstGeom prst="straightConnector1">
              <a:avLst/>
            </a:prstGeom>
            <a:noFill/>
            <a:ln cap="flat" cmpd="sng" w="9525">
              <a:solidFill>
                <a:schemeClr val="lt1"/>
              </a:solidFill>
              <a:prstDash val="solid"/>
              <a:miter lim="800000"/>
              <a:headEnd len="med" w="med" type="none"/>
              <a:tailEnd len="med" w="med" type="triangle"/>
            </a:ln>
          </p:spPr>
        </p:cxnSp>
        <p:sp>
          <p:nvSpPr>
            <p:cNvPr id="972" name="Google Shape;972;p39"/>
            <p:cNvSpPr/>
            <p:nvPr/>
          </p:nvSpPr>
          <p:spPr>
            <a:xfrm>
              <a:off x="1724" y="1904"/>
              <a:ext cx="144" cy="144"/>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cxnSp>
          <p:nvCxnSpPr>
            <p:cNvPr id="973" name="Google Shape;973;p39"/>
            <p:cNvCxnSpPr/>
            <p:nvPr/>
          </p:nvCxnSpPr>
          <p:spPr>
            <a:xfrm>
              <a:off x="1820" y="2048"/>
              <a:ext cx="0" cy="360"/>
            </a:xfrm>
            <a:prstGeom prst="straightConnector1">
              <a:avLst/>
            </a:prstGeom>
            <a:noFill/>
            <a:ln cap="flat" cmpd="sng" w="9525">
              <a:solidFill>
                <a:schemeClr val="lt1"/>
              </a:solidFill>
              <a:prstDash val="solid"/>
              <a:miter lim="800000"/>
              <a:headEnd len="med" w="med" type="none"/>
              <a:tailEnd len="med" w="med" type="triangle"/>
            </a:ln>
          </p:spPr>
        </p:cxnSp>
        <p:sp>
          <p:nvSpPr>
            <p:cNvPr id="974" name="Google Shape;974;p39"/>
            <p:cNvSpPr txBox="1"/>
            <p:nvPr/>
          </p:nvSpPr>
          <p:spPr>
            <a:xfrm>
              <a:off x="1340" y="1626"/>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Problema difícil</a:t>
              </a:r>
              <a:endParaRPr/>
            </a:p>
          </p:txBody>
        </p:sp>
        <p:sp>
          <p:nvSpPr>
            <p:cNvPr id="975" name="Google Shape;975;p39"/>
            <p:cNvSpPr txBox="1"/>
            <p:nvPr/>
          </p:nvSpPr>
          <p:spPr>
            <a:xfrm>
              <a:off x="1340" y="2624"/>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Problema más simple</a:t>
              </a:r>
              <a:endParaRPr/>
            </a:p>
          </p:txBody>
        </p:sp>
        <p:sp>
          <p:nvSpPr>
            <p:cNvPr id="976" name="Google Shape;976;p39"/>
            <p:cNvSpPr txBox="1"/>
            <p:nvPr/>
          </p:nvSpPr>
          <p:spPr>
            <a:xfrm>
              <a:off x="2252" y="2624"/>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Problema más simple</a:t>
              </a:r>
              <a:endParaRPr/>
            </a:p>
          </p:txBody>
        </p:sp>
        <p:sp>
          <p:nvSpPr>
            <p:cNvPr id="977" name="Google Shape;977;p39"/>
            <p:cNvSpPr txBox="1"/>
            <p:nvPr/>
          </p:nvSpPr>
          <p:spPr>
            <a:xfrm>
              <a:off x="476" y="2624"/>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Problema más simple</a:t>
              </a: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1" name="Shape 981"/>
        <p:cNvGrpSpPr/>
        <p:nvPr/>
      </p:nvGrpSpPr>
      <p:grpSpPr>
        <a:xfrm>
          <a:off x="0" y="0"/>
          <a:ext cx="0" cy="0"/>
          <a:chOff x="0" y="0"/>
          <a:chExt cx="0" cy="0"/>
        </a:xfrm>
      </p:grpSpPr>
      <p:sp>
        <p:nvSpPr>
          <p:cNvPr id="982" name="Google Shape;982;p40"/>
          <p:cNvSpPr txBox="1"/>
          <p:nvPr/>
        </p:nvSpPr>
        <p:spPr>
          <a:xfrm>
            <a:off x="2844800" y="1268412"/>
            <a:ext cx="3455987" cy="431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Explora un árbol de metas</a:t>
            </a:r>
            <a:endParaRPr/>
          </a:p>
        </p:txBody>
      </p:sp>
      <p:sp>
        <p:nvSpPr>
          <p:cNvPr id="983" name="Google Shape;983;p40"/>
          <p:cNvSpPr txBox="1"/>
          <p:nvPr>
            <p:ph type="title"/>
          </p:nvPr>
        </p:nvSpPr>
        <p:spPr>
          <a:xfrm>
            <a:off x="457200" y="274637"/>
            <a:ext cx="8229600" cy="9223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4. Reducción de problemas</a:t>
            </a:r>
            <a:endParaRPr/>
          </a:p>
        </p:txBody>
      </p:sp>
      <p:sp>
        <p:nvSpPr>
          <p:cNvPr id="984" name="Google Shape;984;p40"/>
          <p:cNvSpPr txBox="1"/>
          <p:nvPr/>
        </p:nvSpPr>
        <p:spPr>
          <a:xfrm>
            <a:off x="2249487" y="1773237"/>
            <a:ext cx="4606925" cy="240823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985" name="Google Shape;985;p40"/>
          <p:cNvGrpSpPr/>
          <p:nvPr/>
        </p:nvGrpSpPr>
        <p:grpSpPr>
          <a:xfrm>
            <a:off x="2249487" y="1900237"/>
            <a:ext cx="4625975" cy="2176462"/>
            <a:chOff x="476" y="1626"/>
            <a:chExt cx="2688" cy="1169"/>
          </a:xfrm>
        </p:grpSpPr>
        <p:sp>
          <p:nvSpPr>
            <p:cNvPr id="986" name="Google Shape;986;p40"/>
            <p:cNvSpPr/>
            <p:nvPr/>
          </p:nvSpPr>
          <p:spPr>
            <a:xfrm>
              <a:off x="2300" y="2408"/>
              <a:ext cx="144" cy="144"/>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987" name="Google Shape;987;p40"/>
            <p:cNvSpPr/>
            <p:nvPr/>
          </p:nvSpPr>
          <p:spPr>
            <a:xfrm>
              <a:off x="1724" y="2408"/>
              <a:ext cx="144" cy="144"/>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988" name="Google Shape;988;p40"/>
            <p:cNvSpPr/>
            <p:nvPr/>
          </p:nvSpPr>
          <p:spPr>
            <a:xfrm>
              <a:off x="1148" y="2408"/>
              <a:ext cx="144" cy="144"/>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cxnSp>
          <p:nvCxnSpPr>
            <p:cNvPr id="989" name="Google Shape;989;p40"/>
            <p:cNvCxnSpPr/>
            <p:nvPr/>
          </p:nvCxnSpPr>
          <p:spPr>
            <a:xfrm flipH="1">
              <a:off x="1244" y="2048"/>
              <a:ext cx="528" cy="360"/>
            </a:xfrm>
            <a:prstGeom prst="straightConnector1">
              <a:avLst/>
            </a:prstGeom>
            <a:noFill/>
            <a:ln cap="flat" cmpd="sng" w="9525">
              <a:solidFill>
                <a:schemeClr val="lt1"/>
              </a:solidFill>
              <a:prstDash val="solid"/>
              <a:miter lim="800000"/>
              <a:headEnd len="med" w="med" type="none"/>
              <a:tailEnd len="med" w="med" type="triangle"/>
            </a:ln>
          </p:spPr>
        </p:cxnSp>
        <p:cxnSp>
          <p:nvCxnSpPr>
            <p:cNvPr id="990" name="Google Shape;990;p40"/>
            <p:cNvCxnSpPr/>
            <p:nvPr/>
          </p:nvCxnSpPr>
          <p:spPr>
            <a:xfrm>
              <a:off x="1820" y="2048"/>
              <a:ext cx="528" cy="360"/>
            </a:xfrm>
            <a:prstGeom prst="straightConnector1">
              <a:avLst/>
            </a:prstGeom>
            <a:noFill/>
            <a:ln cap="flat" cmpd="sng" w="9525">
              <a:solidFill>
                <a:schemeClr val="lt1"/>
              </a:solidFill>
              <a:prstDash val="solid"/>
              <a:miter lim="800000"/>
              <a:headEnd len="med" w="med" type="none"/>
              <a:tailEnd len="med" w="med" type="triangle"/>
            </a:ln>
          </p:spPr>
        </p:cxnSp>
        <p:sp>
          <p:nvSpPr>
            <p:cNvPr id="991" name="Google Shape;991;p40"/>
            <p:cNvSpPr/>
            <p:nvPr/>
          </p:nvSpPr>
          <p:spPr>
            <a:xfrm>
              <a:off x="1724" y="1904"/>
              <a:ext cx="144" cy="144"/>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cxnSp>
          <p:nvCxnSpPr>
            <p:cNvPr id="992" name="Google Shape;992;p40"/>
            <p:cNvCxnSpPr/>
            <p:nvPr/>
          </p:nvCxnSpPr>
          <p:spPr>
            <a:xfrm>
              <a:off x="1820" y="2048"/>
              <a:ext cx="0" cy="360"/>
            </a:xfrm>
            <a:prstGeom prst="straightConnector1">
              <a:avLst/>
            </a:prstGeom>
            <a:noFill/>
            <a:ln cap="flat" cmpd="sng" w="9525">
              <a:solidFill>
                <a:schemeClr val="lt1"/>
              </a:solidFill>
              <a:prstDash val="solid"/>
              <a:miter lim="800000"/>
              <a:headEnd len="med" w="med" type="none"/>
              <a:tailEnd len="med" w="med" type="triangle"/>
            </a:ln>
          </p:spPr>
        </p:cxnSp>
        <p:sp>
          <p:nvSpPr>
            <p:cNvPr id="993" name="Google Shape;993;p40"/>
            <p:cNvSpPr txBox="1"/>
            <p:nvPr/>
          </p:nvSpPr>
          <p:spPr>
            <a:xfrm>
              <a:off x="1340" y="1626"/>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Problema difícil</a:t>
              </a:r>
              <a:endParaRPr/>
            </a:p>
          </p:txBody>
        </p:sp>
        <p:sp>
          <p:nvSpPr>
            <p:cNvPr id="994" name="Google Shape;994;p40"/>
            <p:cNvSpPr txBox="1"/>
            <p:nvPr/>
          </p:nvSpPr>
          <p:spPr>
            <a:xfrm>
              <a:off x="1340" y="2624"/>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Problema más simple</a:t>
              </a:r>
              <a:endParaRPr/>
            </a:p>
          </p:txBody>
        </p:sp>
        <p:sp>
          <p:nvSpPr>
            <p:cNvPr id="995" name="Google Shape;995;p40"/>
            <p:cNvSpPr txBox="1"/>
            <p:nvPr/>
          </p:nvSpPr>
          <p:spPr>
            <a:xfrm>
              <a:off x="2252" y="2624"/>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Problema más simple</a:t>
              </a:r>
              <a:endParaRPr/>
            </a:p>
          </p:txBody>
        </p:sp>
        <p:sp>
          <p:nvSpPr>
            <p:cNvPr id="996" name="Google Shape;996;p40"/>
            <p:cNvSpPr txBox="1"/>
            <p:nvPr/>
          </p:nvSpPr>
          <p:spPr>
            <a:xfrm>
              <a:off x="476" y="2624"/>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Problema más simple</a:t>
              </a:r>
              <a:endParaRPr/>
            </a:p>
          </p:txBody>
        </p:sp>
      </p:grpSp>
      <p:sp>
        <p:nvSpPr>
          <p:cNvPr id="997" name="Google Shape;997;p40"/>
          <p:cNvSpPr txBox="1"/>
          <p:nvPr/>
        </p:nvSpPr>
        <p:spPr>
          <a:xfrm>
            <a:off x="611187" y="4405312"/>
            <a:ext cx="8208962" cy="23034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Los </a:t>
            </a:r>
            <a:r>
              <a:rPr b="1" i="0" lang="en-US" sz="2000" u="none">
                <a:solidFill>
                  <a:srgbClr val="5CADFF"/>
                </a:solidFill>
                <a:latin typeface="Arial"/>
                <a:ea typeface="Arial"/>
                <a:cs typeface="Arial"/>
                <a:sym typeface="Arial"/>
              </a:rPr>
              <a:t>nodos </a:t>
            </a:r>
            <a:r>
              <a:rPr b="1" i="0" lang="en-US" sz="2000" u="none">
                <a:solidFill>
                  <a:schemeClr val="lt1"/>
                </a:solidFill>
                <a:latin typeface="Arial"/>
                <a:ea typeface="Arial"/>
                <a:cs typeface="Arial"/>
                <a:sym typeface="Arial"/>
              </a:rPr>
              <a:t>representan </a:t>
            </a:r>
            <a:r>
              <a:rPr b="1" i="0" lang="en-US" sz="2000" u="none">
                <a:solidFill>
                  <a:srgbClr val="FF0000"/>
                </a:solidFill>
                <a:latin typeface="Arial"/>
                <a:ea typeface="Arial"/>
                <a:cs typeface="Arial"/>
                <a:sym typeface="Arial"/>
              </a:rPr>
              <a:t>metas</a:t>
            </a:r>
            <a:r>
              <a:rPr b="1" i="0" lang="en-US" sz="2000" u="none">
                <a:solidFill>
                  <a:srgbClr val="5CADFF"/>
                </a:solidFill>
                <a:latin typeface="Arial"/>
                <a:ea typeface="Arial"/>
                <a:cs typeface="Arial"/>
                <a:sym typeface="Arial"/>
              </a:rPr>
              <a:t> </a:t>
            </a:r>
            <a:r>
              <a:rPr b="1" i="0" lang="en-US" sz="2000" u="none">
                <a:solidFill>
                  <a:schemeClr val="lt1"/>
                </a:solidFill>
                <a:latin typeface="Arial"/>
                <a:ea typeface="Arial"/>
                <a:cs typeface="Arial"/>
                <a:sym typeface="Arial"/>
              </a:rPr>
              <a:t>y las </a:t>
            </a:r>
            <a:r>
              <a:rPr b="1" i="0" lang="en-US" sz="2000" u="none">
                <a:solidFill>
                  <a:srgbClr val="5CADFF"/>
                </a:solidFill>
                <a:latin typeface="Arial"/>
                <a:ea typeface="Arial"/>
                <a:cs typeface="Arial"/>
                <a:sym typeface="Arial"/>
              </a:rPr>
              <a:t>ramas</a:t>
            </a:r>
            <a:r>
              <a:rPr b="1" i="0" lang="en-US" sz="2000" u="none">
                <a:solidFill>
                  <a:srgbClr val="0A85FF"/>
                </a:solidFill>
                <a:latin typeface="Arial"/>
                <a:ea typeface="Arial"/>
                <a:cs typeface="Arial"/>
                <a:sym typeface="Arial"/>
              </a:rPr>
              <a:t> </a:t>
            </a:r>
            <a:r>
              <a:rPr b="1" i="0" lang="en-US" sz="2000" u="none">
                <a:solidFill>
                  <a:schemeClr val="lt1"/>
                </a:solidFill>
                <a:latin typeface="Arial"/>
                <a:ea typeface="Arial"/>
                <a:cs typeface="Arial"/>
                <a:sym typeface="Arial"/>
              </a:rPr>
              <a:t>indican la forma en que se pueden lograr metas, mediante la solución de una o mas </a:t>
            </a:r>
            <a:r>
              <a:rPr b="1" i="0" lang="en-US" sz="2000" u="none">
                <a:solidFill>
                  <a:srgbClr val="FF0000"/>
                </a:solidFill>
                <a:latin typeface="Arial"/>
                <a:ea typeface="Arial"/>
                <a:cs typeface="Arial"/>
                <a:sym typeface="Arial"/>
              </a:rPr>
              <a:t>submetas</a:t>
            </a:r>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Los </a:t>
            </a:r>
            <a:r>
              <a:rPr b="1" i="0" lang="en-US" sz="2000" u="none">
                <a:solidFill>
                  <a:srgbClr val="5CADFF"/>
                </a:solidFill>
                <a:latin typeface="Arial"/>
                <a:ea typeface="Arial"/>
                <a:cs typeface="Arial"/>
                <a:sym typeface="Arial"/>
              </a:rPr>
              <a:t>hijos de cada nodo </a:t>
            </a:r>
            <a:r>
              <a:rPr b="1" i="0" lang="en-US" sz="2000" u="none">
                <a:solidFill>
                  <a:schemeClr val="lt1"/>
                </a:solidFill>
                <a:latin typeface="Arial"/>
                <a:ea typeface="Arial"/>
                <a:cs typeface="Arial"/>
                <a:sym typeface="Arial"/>
              </a:rPr>
              <a:t>corresponden a </a:t>
            </a:r>
            <a:r>
              <a:rPr b="1" i="0" lang="en-US" sz="2000" u="none">
                <a:solidFill>
                  <a:srgbClr val="FF0000"/>
                </a:solidFill>
                <a:latin typeface="Arial"/>
                <a:ea typeface="Arial"/>
                <a:cs typeface="Arial"/>
                <a:sym typeface="Arial"/>
              </a:rPr>
              <a:t>submetas inmediatas</a:t>
            </a:r>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Cada </a:t>
            </a:r>
            <a:r>
              <a:rPr b="1" i="0" lang="en-US" sz="2000" u="none">
                <a:solidFill>
                  <a:srgbClr val="5CADFF"/>
                </a:solidFill>
                <a:latin typeface="Arial"/>
                <a:ea typeface="Arial"/>
                <a:cs typeface="Arial"/>
                <a:sym typeface="Arial"/>
              </a:rPr>
              <a:t>padre de nodo</a:t>
            </a:r>
            <a:r>
              <a:rPr b="1" i="0" lang="en-US" sz="2000" u="none">
                <a:solidFill>
                  <a:srgbClr val="0A85FF"/>
                </a:solidFill>
                <a:latin typeface="Arial"/>
                <a:ea typeface="Arial"/>
                <a:cs typeface="Arial"/>
                <a:sym typeface="Arial"/>
              </a:rPr>
              <a:t> </a:t>
            </a:r>
            <a:r>
              <a:rPr b="1" i="0" lang="en-US" sz="2000" u="none">
                <a:solidFill>
                  <a:schemeClr val="lt1"/>
                </a:solidFill>
                <a:latin typeface="Arial"/>
                <a:ea typeface="Arial"/>
                <a:cs typeface="Arial"/>
                <a:sym typeface="Arial"/>
              </a:rPr>
              <a:t>corresponde a la </a:t>
            </a:r>
            <a:r>
              <a:rPr b="1" i="0" lang="en-US" sz="2000" u="none">
                <a:solidFill>
                  <a:srgbClr val="FF0000"/>
                </a:solidFill>
                <a:latin typeface="Arial"/>
                <a:ea typeface="Arial"/>
                <a:cs typeface="Arial"/>
                <a:sym typeface="Arial"/>
              </a:rPr>
              <a:t>supermeta inmediata</a:t>
            </a:r>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El </a:t>
            </a:r>
            <a:r>
              <a:rPr b="1" i="0" lang="en-US" sz="2000" u="none">
                <a:solidFill>
                  <a:srgbClr val="5CADFF"/>
                </a:solidFill>
                <a:latin typeface="Arial"/>
                <a:ea typeface="Arial"/>
                <a:cs typeface="Arial"/>
                <a:sym typeface="Arial"/>
              </a:rPr>
              <a:t>nodo superior</a:t>
            </a:r>
            <a:r>
              <a:rPr b="1" i="0" lang="en-US" sz="2000" u="none">
                <a:solidFill>
                  <a:schemeClr val="lt1"/>
                </a:solidFill>
                <a:latin typeface="Arial"/>
                <a:ea typeface="Arial"/>
                <a:cs typeface="Arial"/>
                <a:sym typeface="Arial"/>
              </a:rPr>
              <a:t>, que no tiene padre, es la </a:t>
            </a:r>
            <a:r>
              <a:rPr b="1" i="0" lang="en-US" sz="2000" u="none">
                <a:solidFill>
                  <a:srgbClr val="FF0000"/>
                </a:solidFill>
                <a:latin typeface="Arial"/>
                <a:ea typeface="Arial"/>
                <a:cs typeface="Arial"/>
                <a:sym typeface="Arial"/>
              </a:rPr>
              <a:t>meta raíz</a:t>
            </a:r>
            <a:endParaRPr b="1" i="0" sz="2000" u="non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1" name="Shape 1001"/>
        <p:cNvGrpSpPr/>
        <p:nvPr/>
      </p:nvGrpSpPr>
      <p:grpSpPr>
        <a:xfrm>
          <a:off x="0" y="0"/>
          <a:ext cx="0" cy="0"/>
          <a:chOff x="0" y="0"/>
          <a:chExt cx="0" cy="0"/>
        </a:xfrm>
      </p:grpSpPr>
      <p:sp>
        <p:nvSpPr>
          <p:cNvPr id="1002" name="Google Shape;1002;p41"/>
          <p:cNvSpPr txBox="1"/>
          <p:nvPr>
            <p:ph type="title"/>
          </p:nvPr>
        </p:nvSpPr>
        <p:spPr>
          <a:xfrm>
            <a:off x="457200" y="274637"/>
            <a:ext cx="8229600" cy="7778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Aplicación de “Reducción de problemas”</a:t>
            </a:r>
            <a:endParaRPr/>
          </a:p>
        </p:txBody>
      </p:sp>
      <p:grpSp>
        <p:nvGrpSpPr>
          <p:cNvPr id="1003" name="Google Shape;1003;p41"/>
          <p:cNvGrpSpPr/>
          <p:nvPr/>
        </p:nvGrpSpPr>
        <p:grpSpPr>
          <a:xfrm>
            <a:off x="3494087" y="2924175"/>
            <a:ext cx="5649912" cy="3708400"/>
            <a:chOff x="2201" y="1253"/>
            <a:chExt cx="3559" cy="2336"/>
          </a:xfrm>
        </p:grpSpPr>
        <p:sp>
          <p:nvSpPr>
            <p:cNvPr id="1004" name="Google Shape;1004;p41"/>
            <p:cNvSpPr txBox="1"/>
            <p:nvPr/>
          </p:nvSpPr>
          <p:spPr>
            <a:xfrm>
              <a:off x="2201" y="1253"/>
              <a:ext cx="3401" cy="2313"/>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005" name="Google Shape;1005;p41"/>
            <p:cNvSpPr txBox="1"/>
            <p:nvPr/>
          </p:nvSpPr>
          <p:spPr>
            <a:xfrm>
              <a:off x="2784" y="1614"/>
              <a:ext cx="1104"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CONSIGUE ESPACIO A B</a:t>
              </a:r>
              <a:endParaRPr/>
            </a:p>
          </p:txBody>
        </p:sp>
        <p:sp>
          <p:nvSpPr>
            <p:cNvPr id="1006" name="Google Shape;1006;p41"/>
            <p:cNvSpPr txBox="1"/>
            <p:nvPr/>
          </p:nvSpPr>
          <p:spPr>
            <a:xfrm>
              <a:off x="2928" y="1946"/>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HAZ ESPACIO A B</a:t>
              </a:r>
              <a:endParaRPr/>
            </a:p>
          </p:txBody>
        </p:sp>
        <p:sp>
          <p:nvSpPr>
            <p:cNvPr id="1007" name="Google Shape;1007;p41"/>
            <p:cNvSpPr txBox="1"/>
            <p:nvPr/>
          </p:nvSpPr>
          <p:spPr>
            <a:xfrm>
              <a:off x="2928" y="2234"/>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DESHAZTE DE D</a:t>
              </a:r>
              <a:endParaRPr/>
            </a:p>
          </p:txBody>
        </p:sp>
        <p:sp>
          <p:nvSpPr>
            <p:cNvPr id="1008" name="Google Shape;1008;p41"/>
            <p:cNvSpPr txBox="1"/>
            <p:nvPr/>
          </p:nvSpPr>
          <p:spPr>
            <a:xfrm>
              <a:off x="3024" y="2522"/>
              <a:ext cx="768"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COLOCA D Mesa</a:t>
              </a:r>
              <a:endParaRPr/>
            </a:p>
          </p:txBody>
        </p:sp>
        <p:sp>
          <p:nvSpPr>
            <p:cNvPr id="1009" name="Google Shape;1009;p41"/>
            <p:cNvSpPr txBox="1"/>
            <p:nvPr/>
          </p:nvSpPr>
          <p:spPr>
            <a:xfrm>
              <a:off x="2256" y="2693"/>
              <a:ext cx="912" cy="23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CONSIGUE</a:t>
              </a:r>
              <a:endParaRPr/>
            </a:p>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ESPACIO D Mesa</a:t>
              </a:r>
              <a:endParaRPr/>
            </a:p>
          </p:txBody>
        </p:sp>
        <p:sp>
          <p:nvSpPr>
            <p:cNvPr id="1010" name="Google Shape;1010;p41"/>
            <p:cNvSpPr txBox="1"/>
            <p:nvPr/>
          </p:nvSpPr>
          <p:spPr>
            <a:xfrm>
              <a:off x="2736" y="2986"/>
              <a:ext cx="528"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TOMA D</a:t>
              </a:r>
              <a:endParaRPr/>
            </a:p>
          </p:txBody>
        </p:sp>
        <p:sp>
          <p:nvSpPr>
            <p:cNvPr id="1011" name="Google Shape;1011;p41"/>
            <p:cNvSpPr txBox="1"/>
            <p:nvPr/>
          </p:nvSpPr>
          <p:spPr>
            <a:xfrm>
              <a:off x="2688" y="3202"/>
              <a:ext cx="67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MUEVE D Mesa</a:t>
              </a:r>
              <a:endParaRPr/>
            </a:p>
          </p:txBody>
        </p:sp>
        <p:sp>
          <p:nvSpPr>
            <p:cNvPr id="1012" name="Google Shape;1012;p41"/>
            <p:cNvSpPr txBox="1"/>
            <p:nvPr/>
          </p:nvSpPr>
          <p:spPr>
            <a:xfrm>
              <a:off x="3120" y="3418"/>
              <a:ext cx="576"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SUELTA D</a:t>
              </a:r>
              <a:endParaRPr/>
            </a:p>
          </p:txBody>
        </p:sp>
        <p:sp>
          <p:nvSpPr>
            <p:cNvPr id="1013" name="Google Shape;1013;p41"/>
            <p:cNvSpPr txBox="1"/>
            <p:nvPr/>
          </p:nvSpPr>
          <p:spPr>
            <a:xfrm>
              <a:off x="3504" y="1253"/>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COLOCA A B</a:t>
              </a:r>
              <a:endParaRPr/>
            </a:p>
          </p:txBody>
        </p:sp>
        <p:sp>
          <p:nvSpPr>
            <p:cNvPr id="1014" name="Google Shape;1014;p41"/>
            <p:cNvSpPr txBox="1"/>
            <p:nvPr/>
          </p:nvSpPr>
          <p:spPr>
            <a:xfrm>
              <a:off x="4128" y="1614"/>
              <a:ext cx="576"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TOMA A</a:t>
              </a:r>
              <a:endParaRPr/>
            </a:p>
          </p:txBody>
        </p:sp>
        <p:sp>
          <p:nvSpPr>
            <p:cNvPr id="1015" name="Google Shape;1015;p41"/>
            <p:cNvSpPr txBox="1"/>
            <p:nvPr/>
          </p:nvSpPr>
          <p:spPr>
            <a:xfrm>
              <a:off x="4656" y="1614"/>
              <a:ext cx="576"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MUEVE A B</a:t>
              </a:r>
              <a:endParaRPr/>
            </a:p>
          </p:txBody>
        </p:sp>
        <p:sp>
          <p:nvSpPr>
            <p:cNvPr id="1016" name="Google Shape;1016;p41"/>
            <p:cNvSpPr txBox="1"/>
            <p:nvPr/>
          </p:nvSpPr>
          <p:spPr>
            <a:xfrm>
              <a:off x="5184" y="1614"/>
              <a:ext cx="576"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SUELTA A</a:t>
              </a:r>
              <a:endParaRPr/>
            </a:p>
          </p:txBody>
        </p:sp>
        <p:sp>
          <p:nvSpPr>
            <p:cNvPr id="1017" name="Google Shape;1017;p41"/>
            <p:cNvSpPr txBox="1"/>
            <p:nvPr/>
          </p:nvSpPr>
          <p:spPr>
            <a:xfrm>
              <a:off x="3969" y="1946"/>
              <a:ext cx="889"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DESPEJA CIMA A</a:t>
              </a:r>
              <a:endParaRPr/>
            </a:p>
          </p:txBody>
        </p:sp>
        <p:sp>
          <p:nvSpPr>
            <p:cNvPr id="1018" name="Google Shape;1018;p41"/>
            <p:cNvSpPr txBox="1"/>
            <p:nvPr/>
          </p:nvSpPr>
          <p:spPr>
            <a:xfrm>
              <a:off x="4032" y="2234"/>
              <a:ext cx="768"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DESHAZTE DE C</a:t>
              </a:r>
              <a:endParaRPr/>
            </a:p>
          </p:txBody>
        </p:sp>
        <p:sp>
          <p:nvSpPr>
            <p:cNvPr id="1019" name="Google Shape;1019;p41"/>
            <p:cNvSpPr txBox="1"/>
            <p:nvPr/>
          </p:nvSpPr>
          <p:spPr>
            <a:xfrm>
              <a:off x="4032" y="2522"/>
              <a:ext cx="768"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COLOCA C Mesa</a:t>
              </a:r>
              <a:endParaRPr/>
            </a:p>
          </p:txBody>
        </p:sp>
        <p:sp>
          <p:nvSpPr>
            <p:cNvPr id="1020" name="Google Shape;1020;p41"/>
            <p:cNvSpPr txBox="1"/>
            <p:nvPr/>
          </p:nvSpPr>
          <p:spPr>
            <a:xfrm>
              <a:off x="3312" y="2661"/>
              <a:ext cx="912" cy="23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CONSIGUE</a:t>
              </a:r>
              <a:endParaRPr/>
            </a:p>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ESPACIO C Mesa</a:t>
              </a:r>
              <a:endParaRPr/>
            </a:p>
          </p:txBody>
        </p:sp>
        <p:sp>
          <p:nvSpPr>
            <p:cNvPr id="1021" name="Google Shape;1021;p41"/>
            <p:cNvSpPr txBox="1"/>
            <p:nvPr/>
          </p:nvSpPr>
          <p:spPr>
            <a:xfrm>
              <a:off x="3792" y="2954"/>
              <a:ext cx="528"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TOMA C</a:t>
              </a:r>
              <a:endParaRPr/>
            </a:p>
          </p:txBody>
        </p:sp>
        <p:sp>
          <p:nvSpPr>
            <p:cNvPr id="1022" name="Google Shape;1022;p41"/>
            <p:cNvSpPr txBox="1"/>
            <p:nvPr/>
          </p:nvSpPr>
          <p:spPr>
            <a:xfrm>
              <a:off x="3744" y="3170"/>
              <a:ext cx="67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MUEVE C Mesa</a:t>
              </a:r>
              <a:endParaRPr/>
            </a:p>
          </p:txBody>
        </p:sp>
        <p:sp>
          <p:nvSpPr>
            <p:cNvPr id="1023" name="Google Shape;1023;p41"/>
            <p:cNvSpPr txBox="1"/>
            <p:nvPr/>
          </p:nvSpPr>
          <p:spPr>
            <a:xfrm>
              <a:off x="4176" y="3386"/>
              <a:ext cx="576"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SUELTA C</a:t>
              </a:r>
              <a:endParaRPr/>
            </a:p>
          </p:txBody>
        </p:sp>
        <p:cxnSp>
          <p:nvCxnSpPr>
            <p:cNvPr id="1024" name="Google Shape;1024;p41"/>
            <p:cNvCxnSpPr/>
            <p:nvPr/>
          </p:nvCxnSpPr>
          <p:spPr>
            <a:xfrm flipH="1">
              <a:off x="3504" y="1417"/>
              <a:ext cx="384" cy="216"/>
            </a:xfrm>
            <a:prstGeom prst="straightConnector1">
              <a:avLst/>
            </a:prstGeom>
            <a:noFill/>
            <a:ln cap="flat" cmpd="sng" w="9525">
              <a:solidFill>
                <a:schemeClr val="lt1"/>
              </a:solidFill>
              <a:prstDash val="solid"/>
              <a:miter lim="800000"/>
              <a:headEnd len="med" w="med" type="none"/>
              <a:tailEnd len="med" w="med" type="triangle"/>
            </a:ln>
          </p:spPr>
        </p:cxnSp>
        <p:cxnSp>
          <p:nvCxnSpPr>
            <p:cNvPr id="1025" name="Google Shape;1025;p41"/>
            <p:cNvCxnSpPr/>
            <p:nvPr/>
          </p:nvCxnSpPr>
          <p:spPr>
            <a:xfrm>
              <a:off x="3936" y="1397"/>
              <a:ext cx="336" cy="216"/>
            </a:xfrm>
            <a:prstGeom prst="straightConnector1">
              <a:avLst/>
            </a:prstGeom>
            <a:noFill/>
            <a:ln cap="flat" cmpd="sng" w="9525">
              <a:solidFill>
                <a:schemeClr val="lt1"/>
              </a:solidFill>
              <a:prstDash val="solid"/>
              <a:miter lim="800000"/>
              <a:headEnd len="med" w="med" type="none"/>
              <a:tailEnd len="med" w="med" type="triangle"/>
            </a:ln>
          </p:spPr>
        </p:cxnSp>
        <p:cxnSp>
          <p:nvCxnSpPr>
            <p:cNvPr id="1026" name="Google Shape;1026;p41"/>
            <p:cNvCxnSpPr/>
            <p:nvPr/>
          </p:nvCxnSpPr>
          <p:spPr>
            <a:xfrm>
              <a:off x="4032" y="1397"/>
              <a:ext cx="624" cy="216"/>
            </a:xfrm>
            <a:prstGeom prst="straightConnector1">
              <a:avLst/>
            </a:prstGeom>
            <a:noFill/>
            <a:ln cap="flat" cmpd="sng" w="9525">
              <a:solidFill>
                <a:schemeClr val="lt1"/>
              </a:solidFill>
              <a:prstDash val="solid"/>
              <a:miter lim="800000"/>
              <a:headEnd len="med" w="med" type="none"/>
              <a:tailEnd len="med" w="med" type="triangle"/>
            </a:ln>
          </p:spPr>
        </p:cxnSp>
        <p:cxnSp>
          <p:nvCxnSpPr>
            <p:cNvPr id="1027" name="Google Shape;1027;p41"/>
            <p:cNvCxnSpPr/>
            <p:nvPr/>
          </p:nvCxnSpPr>
          <p:spPr>
            <a:xfrm>
              <a:off x="4176" y="1397"/>
              <a:ext cx="1104" cy="216"/>
            </a:xfrm>
            <a:prstGeom prst="straightConnector1">
              <a:avLst/>
            </a:prstGeom>
            <a:noFill/>
            <a:ln cap="flat" cmpd="sng" w="9525">
              <a:solidFill>
                <a:schemeClr val="lt1"/>
              </a:solidFill>
              <a:prstDash val="solid"/>
              <a:miter lim="800000"/>
              <a:headEnd len="med" w="med" type="none"/>
              <a:tailEnd len="med" w="med" type="triangle"/>
            </a:ln>
          </p:spPr>
        </p:cxnSp>
        <p:cxnSp>
          <p:nvCxnSpPr>
            <p:cNvPr id="1028" name="Google Shape;1028;p41"/>
            <p:cNvCxnSpPr/>
            <p:nvPr/>
          </p:nvCxnSpPr>
          <p:spPr>
            <a:xfrm>
              <a:off x="3360" y="1765"/>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29" name="Google Shape;1029;p41"/>
            <p:cNvCxnSpPr/>
            <p:nvPr/>
          </p:nvCxnSpPr>
          <p:spPr>
            <a:xfrm>
              <a:off x="3360" y="2053"/>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30" name="Google Shape;1030;p41"/>
            <p:cNvCxnSpPr/>
            <p:nvPr/>
          </p:nvCxnSpPr>
          <p:spPr>
            <a:xfrm>
              <a:off x="3360" y="2333"/>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31" name="Google Shape;1031;p41"/>
            <p:cNvCxnSpPr/>
            <p:nvPr/>
          </p:nvCxnSpPr>
          <p:spPr>
            <a:xfrm>
              <a:off x="4416" y="1757"/>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32" name="Google Shape;1032;p41"/>
            <p:cNvCxnSpPr/>
            <p:nvPr/>
          </p:nvCxnSpPr>
          <p:spPr>
            <a:xfrm>
              <a:off x="4416" y="2045"/>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33" name="Google Shape;1033;p41"/>
            <p:cNvCxnSpPr/>
            <p:nvPr/>
          </p:nvCxnSpPr>
          <p:spPr>
            <a:xfrm>
              <a:off x="4416" y="2341"/>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34" name="Google Shape;1034;p41"/>
            <p:cNvCxnSpPr/>
            <p:nvPr/>
          </p:nvCxnSpPr>
          <p:spPr>
            <a:xfrm>
              <a:off x="3360" y="2693"/>
              <a:ext cx="0" cy="720"/>
            </a:xfrm>
            <a:prstGeom prst="straightConnector1">
              <a:avLst/>
            </a:prstGeom>
            <a:noFill/>
            <a:ln cap="flat" cmpd="sng" w="9525">
              <a:solidFill>
                <a:schemeClr val="lt1"/>
              </a:solidFill>
              <a:prstDash val="solid"/>
              <a:miter lim="800000"/>
              <a:headEnd len="med" w="med" type="none"/>
              <a:tailEnd len="med" w="med" type="triangle"/>
            </a:ln>
          </p:spPr>
        </p:cxnSp>
        <p:cxnSp>
          <p:nvCxnSpPr>
            <p:cNvPr id="1035" name="Google Shape;1035;p41"/>
            <p:cNvCxnSpPr/>
            <p:nvPr/>
          </p:nvCxnSpPr>
          <p:spPr>
            <a:xfrm>
              <a:off x="4416" y="2693"/>
              <a:ext cx="0" cy="720"/>
            </a:xfrm>
            <a:prstGeom prst="straightConnector1">
              <a:avLst/>
            </a:prstGeom>
            <a:noFill/>
            <a:ln cap="flat" cmpd="sng" w="9525">
              <a:solidFill>
                <a:schemeClr val="lt1"/>
              </a:solidFill>
              <a:prstDash val="solid"/>
              <a:miter lim="800000"/>
              <a:headEnd len="med" w="med" type="none"/>
              <a:tailEnd len="med" w="med" type="triangle"/>
            </a:ln>
          </p:spPr>
        </p:cxnSp>
        <p:cxnSp>
          <p:nvCxnSpPr>
            <p:cNvPr id="1036" name="Google Shape;1036;p41"/>
            <p:cNvCxnSpPr/>
            <p:nvPr/>
          </p:nvCxnSpPr>
          <p:spPr>
            <a:xfrm flipH="1">
              <a:off x="3216" y="2693"/>
              <a:ext cx="96" cy="504"/>
            </a:xfrm>
            <a:prstGeom prst="straightConnector1">
              <a:avLst/>
            </a:prstGeom>
            <a:noFill/>
            <a:ln cap="flat" cmpd="sng" w="9525">
              <a:solidFill>
                <a:schemeClr val="lt1"/>
              </a:solidFill>
              <a:prstDash val="solid"/>
              <a:miter lim="800000"/>
              <a:headEnd len="med" w="med" type="none"/>
              <a:tailEnd len="med" w="med" type="triangle"/>
            </a:ln>
          </p:spPr>
        </p:cxnSp>
        <p:cxnSp>
          <p:nvCxnSpPr>
            <p:cNvPr id="1037" name="Google Shape;1037;p41"/>
            <p:cNvCxnSpPr/>
            <p:nvPr/>
          </p:nvCxnSpPr>
          <p:spPr>
            <a:xfrm flipH="1">
              <a:off x="3120" y="2693"/>
              <a:ext cx="144" cy="288"/>
            </a:xfrm>
            <a:prstGeom prst="straightConnector1">
              <a:avLst/>
            </a:prstGeom>
            <a:noFill/>
            <a:ln cap="flat" cmpd="sng" w="9525">
              <a:solidFill>
                <a:schemeClr val="lt1"/>
              </a:solidFill>
              <a:prstDash val="solid"/>
              <a:miter lim="800000"/>
              <a:headEnd len="med" w="med" type="none"/>
              <a:tailEnd len="med" w="med" type="triangle"/>
            </a:ln>
          </p:spPr>
        </p:cxnSp>
        <p:cxnSp>
          <p:nvCxnSpPr>
            <p:cNvPr id="1038" name="Google Shape;1038;p41"/>
            <p:cNvCxnSpPr/>
            <p:nvPr/>
          </p:nvCxnSpPr>
          <p:spPr>
            <a:xfrm flipH="1">
              <a:off x="3024" y="2693"/>
              <a:ext cx="192" cy="144"/>
            </a:xfrm>
            <a:prstGeom prst="straightConnector1">
              <a:avLst/>
            </a:prstGeom>
            <a:noFill/>
            <a:ln cap="flat" cmpd="sng" w="9525">
              <a:solidFill>
                <a:schemeClr val="lt1"/>
              </a:solidFill>
              <a:prstDash val="solid"/>
              <a:miter lim="800000"/>
              <a:headEnd len="med" w="med" type="none"/>
              <a:tailEnd len="med" w="med" type="triangle"/>
            </a:ln>
          </p:spPr>
        </p:cxnSp>
        <p:cxnSp>
          <p:nvCxnSpPr>
            <p:cNvPr id="1039" name="Google Shape;1039;p41"/>
            <p:cNvCxnSpPr/>
            <p:nvPr/>
          </p:nvCxnSpPr>
          <p:spPr>
            <a:xfrm flipH="1">
              <a:off x="4272" y="2693"/>
              <a:ext cx="96" cy="504"/>
            </a:xfrm>
            <a:prstGeom prst="straightConnector1">
              <a:avLst/>
            </a:prstGeom>
            <a:noFill/>
            <a:ln cap="flat" cmpd="sng" w="9525">
              <a:solidFill>
                <a:schemeClr val="lt1"/>
              </a:solidFill>
              <a:prstDash val="solid"/>
              <a:miter lim="800000"/>
              <a:headEnd len="med" w="med" type="none"/>
              <a:tailEnd len="med" w="med" type="triangle"/>
            </a:ln>
          </p:spPr>
        </p:cxnSp>
        <p:cxnSp>
          <p:nvCxnSpPr>
            <p:cNvPr id="1040" name="Google Shape;1040;p41"/>
            <p:cNvCxnSpPr/>
            <p:nvPr/>
          </p:nvCxnSpPr>
          <p:spPr>
            <a:xfrm flipH="1">
              <a:off x="4176" y="2693"/>
              <a:ext cx="144" cy="288"/>
            </a:xfrm>
            <a:prstGeom prst="straightConnector1">
              <a:avLst/>
            </a:prstGeom>
            <a:noFill/>
            <a:ln cap="flat" cmpd="sng" w="9525">
              <a:solidFill>
                <a:schemeClr val="lt1"/>
              </a:solidFill>
              <a:prstDash val="solid"/>
              <a:miter lim="800000"/>
              <a:headEnd len="med" w="med" type="none"/>
              <a:tailEnd len="med" w="med" type="triangle"/>
            </a:ln>
          </p:spPr>
        </p:cxnSp>
        <p:cxnSp>
          <p:nvCxnSpPr>
            <p:cNvPr id="1041" name="Google Shape;1041;p41"/>
            <p:cNvCxnSpPr/>
            <p:nvPr/>
          </p:nvCxnSpPr>
          <p:spPr>
            <a:xfrm flipH="1">
              <a:off x="4080" y="2693"/>
              <a:ext cx="192" cy="144"/>
            </a:xfrm>
            <a:prstGeom prst="straightConnector1">
              <a:avLst/>
            </a:prstGeom>
            <a:noFill/>
            <a:ln cap="flat" cmpd="sng" w="9525">
              <a:solidFill>
                <a:schemeClr val="lt1"/>
              </a:solidFill>
              <a:prstDash val="solid"/>
              <a:miter lim="800000"/>
              <a:headEnd len="med" w="med" type="none"/>
              <a:tailEnd len="med" w="med" type="triangle"/>
            </a:ln>
          </p:spPr>
        </p:cxnSp>
        <p:sp>
          <p:nvSpPr>
            <p:cNvPr id="1042" name="Google Shape;1042;p41"/>
            <p:cNvSpPr/>
            <p:nvPr/>
          </p:nvSpPr>
          <p:spPr>
            <a:xfrm>
              <a:off x="3180" y="2718"/>
              <a:ext cx="188" cy="61"/>
            </a:xfrm>
            <a:custGeom>
              <a:rect b="b" l="l" r="r" t="t"/>
              <a:pathLst>
                <a:path extrusionOk="0" h="151" w="469">
                  <a:moveTo>
                    <a:pt x="0" y="0"/>
                  </a:moveTo>
                  <a:lnTo>
                    <a:pt x="134" y="84"/>
                  </a:lnTo>
                  <a:lnTo>
                    <a:pt x="318" y="151"/>
                  </a:lnTo>
                  <a:lnTo>
                    <a:pt x="469" y="134"/>
                  </a:lnTo>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043" name="Google Shape;1043;p41"/>
            <p:cNvSpPr/>
            <p:nvPr/>
          </p:nvSpPr>
          <p:spPr>
            <a:xfrm>
              <a:off x="4228" y="2705"/>
              <a:ext cx="188" cy="60"/>
            </a:xfrm>
            <a:custGeom>
              <a:rect b="b" l="l" r="r" t="t"/>
              <a:pathLst>
                <a:path extrusionOk="0" h="151" w="469">
                  <a:moveTo>
                    <a:pt x="0" y="0"/>
                  </a:moveTo>
                  <a:lnTo>
                    <a:pt x="134" y="84"/>
                  </a:lnTo>
                  <a:lnTo>
                    <a:pt x="318" y="151"/>
                  </a:lnTo>
                  <a:lnTo>
                    <a:pt x="469" y="134"/>
                  </a:lnTo>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044" name="Google Shape;1044;p41"/>
            <p:cNvSpPr/>
            <p:nvPr/>
          </p:nvSpPr>
          <p:spPr>
            <a:xfrm>
              <a:off x="3830" y="1446"/>
              <a:ext cx="549" cy="53"/>
            </a:xfrm>
            <a:custGeom>
              <a:rect b="b" l="l" r="r" t="t"/>
              <a:pathLst>
                <a:path extrusionOk="0" h="134" w="1373">
                  <a:moveTo>
                    <a:pt x="0" y="0"/>
                  </a:moveTo>
                  <a:lnTo>
                    <a:pt x="318" y="67"/>
                  </a:lnTo>
                  <a:lnTo>
                    <a:pt x="670" y="134"/>
                  </a:lnTo>
                  <a:lnTo>
                    <a:pt x="1105" y="84"/>
                  </a:lnTo>
                  <a:lnTo>
                    <a:pt x="1373" y="0"/>
                  </a:lnTo>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pic>
        <p:nvPicPr>
          <p:cNvPr descr="Figura%202-16" id="1045" name="Google Shape;1045;p41"/>
          <p:cNvPicPr preferRelativeResize="0"/>
          <p:nvPr>
            <p:ph idx="1" type="body"/>
          </p:nvPr>
        </p:nvPicPr>
        <p:blipFill rotWithShape="1">
          <a:blip r:embed="rId3">
            <a:alphaModFix/>
          </a:blip>
          <a:srcRect b="0" l="0" r="0" t="0"/>
          <a:stretch/>
        </p:blipFill>
        <p:spPr>
          <a:xfrm>
            <a:off x="395287" y="4124325"/>
            <a:ext cx="2952750" cy="1824037"/>
          </a:xfrm>
          <a:prstGeom prst="rect">
            <a:avLst/>
          </a:prstGeom>
          <a:noFill/>
          <a:ln cap="flat" cmpd="sng" w="9525">
            <a:solidFill>
              <a:srgbClr val="000000"/>
            </a:solidFill>
            <a:prstDash val="solid"/>
            <a:miter lim="524288"/>
            <a:headEnd len="sm" w="sm" type="none"/>
            <a:tailEnd len="sm" w="sm" type="none"/>
          </a:ln>
          <a:effectLst>
            <a:outerShdw blurRad="63500" dir="2700000" dist="107763">
              <a:srgbClr val="808080">
                <a:alpha val="49803"/>
              </a:srgbClr>
            </a:outerShdw>
          </a:effectLst>
        </p:spPr>
      </p:pic>
      <p:sp>
        <p:nvSpPr>
          <p:cNvPr id="1046" name="Google Shape;1046;p41"/>
          <p:cNvSpPr txBox="1"/>
          <p:nvPr/>
        </p:nvSpPr>
        <p:spPr>
          <a:xfrm>
            <a:off x="107950" y="3355975"/>
            <a:ext cx="3455987" cy="7921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Cubos en movimiento</a:t>
            </a:r>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(COLOCAR A sobre B)</a:t>
            </a:r>
            <a:endParaRPr/>
          </a:p>
        </p:txBody>
      </p:sp>
      <p:sp>
        <p:nvSpPr>
          <p:cNvPr id="1047" name="Google Shape;1047;p41"/>
          <p:cNvSpPr txBox="1"/>
          <p:nvPr/>
        </p:nvSpPr>
        <p:spPr>
          <a:xfrm>
            <a:off x="468312" y="1052512"/>
            <a:ext cx="8424862" cy="17287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El procedimiento MOVER resuelve problemas de manipulación de cubos. Planea una sucesión de movimientos (procedimientos) que reducen los problemas dados a otros más simples.</a:t>
            </a:r>
            <a:endParaRPr/>
          </a:p>
          <a:p>
            <a:pPr indent="0" lvl="0" marL="0" marR="0" rtl="0" algn="ctr">
              <a:lnSpc>
                <a:spcPct val="100000"/>
              </a:lnSpc>
              <a:spcBef>
                <a:spcPts val="300"/>
              </a:spcBef>
              <a:spcAft>
                <a:spcPts val="0"/>
              </a:spcAft>
              <a:buClr>
                <a:srgbClr val="FF0000"/>
              </a:buClr>
              <a:buSzPts val="1500"/>
              <a:buFont typeface="Arial"/>
              <a:buNone/>
            </a:pPr>
            <a:r>
              <a:rPr b="1" i="0" lang="en-US" sz="1500" u="none">
                <a:solidFill>
                  <a:srgbClr val="FF0000"/>
                </a:solidFill>
                <a:latin typeface="Arial"/>
                <a:ea typeface="Arial"/>
                <a:cs typeface="Arial"/>
                <a:sym typeface="Arial"/>
              </a:rPr>
              <a:t>  </a:t>
            </a:r>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Reducción del problema</a:t>
            </a:r>
            <a:endParaRPr b="1" i="0" sz="2000" u="none">
              <a:solidFill>
                <a:srgbClr val="FF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00" u="none">
              <a:solidFill>
                <a:srgbClr val="FF0000"/>
              </a:solidFill>
              <a:latin typeface="Arial"/>
              <a:ea typeface="Arial"/>
              <a:cs typeface="Arial"/>
              <a:sym typeface="Arial"/>
            </a:endParaRPr>
          </a:p>
        </p:txBody>
      </p:sp>
      <p:sp>
        <p:nvSpPr>
          <p:cNvPr id="1048" name="Google Shape;1048;p41"/>
          <p:cNvSpPr/>
          <p:nvPr/>
        </p:nvSpPr>
        <p:spPr>
          <a:xfrm>
            <a:off x="4624387" y="2051050"/>
            <a:ext cx="323850" cy="288925"/>
          </a:xfrm>
          <a:prstGeom prst="downArrow">
            <a:avLst>
              <a:gd fmla="val 10800" name="adj1"/>
              <a:gd fmla="val 50000" name="adj2"/>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52" name="Shape 1052"/>
        <p:cNvGrpSpPr/>
        <p:nvPr/>
      </p:nvGrpSpPr>
      <p:grpSpPr>
        <a:xfrm>
          <a:off x="0" y="0"/>
          <a:ext cx="0" cy="0"/>
          <a:chOff x="0" y="0"/>
          <a:chExt cx="0" cy="0"/>
        </a:xfrm>
      </p:grpSpPr>
      <p:sp>
        <p:nvSpPr>
          <p:cNvPr id="1053" name="Google Shape;1053;p42"/>
          <p:cNvSpPr txBox="1"/>
          <p:nvPr>
            <p:ph type="title"/>
          </p:nvPr>
        </p:nvSpPr>
        <p:spPr>
          <a:xfrm>
            <a:off x="457200" y="274637"/>
            <a:ext cx="8229600" cy="7778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Aplicación de “Reducción de problemas”</a:t>
            </a:r>
            <a:endParaRPr/>
          </a:p>
        </p:txBody>
      </p:sp>
      <p:grpSp>
        <p:nvGrpSpPr>
          <p:cNvPr id="1054" name="Google Shape;1054;p42"/>
          <p:cNvGrpSpPr/>
          <p:nvPr/>
        </p:nvGrpSpPr>
        <p:grpSpPr>
          <a:xfrm>
            <a:off x="468312" y="1052512"/>
            <a:ext cx="8135937" cy="3776662"/>
            <a:chOff x="2201" y="1232"/>
            <a:chExt cx="3559" cy="2357"/>
          </a:xfrm>
        </p:grpSpPr>
        <p:sp>
          <p:nvSpPr>
            <p:cNvPr id="1055" name="Google Shape;1055;p42"/>
            <p:cNvSpPr txBox="1"/>
            <p:nvPr/>
          </p:nvSpPr>
          <p:spPr>
            <a:xfrm>
              <a:off x="2201" y="1232"/>
              <a:ext cx="3559" cy="2313"/>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056" name="Google Shape;1056;p42"/>
            <p:cNvSpPr txBox="1"/>
            <p:nvPr/>
          </p:nvSpPr>
          <p:spPr>
            <a:xfrm>
              <a:off x="2784" y="1614"/>
              <a:ext cx="1104"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CONSIGUE ESPACIO A B</a:t>
              </a:r>
              <a:endParaRPr/>
            </a:p>
          </p:txBody>
        </p:sp>
        <p:sp>
          <p:nvSpPr>
            <p:cNvPr id="1057" name="Google Shape;1057;p42"/>
            <p:cNvSpPr txBox="1"/>
            <p:nvPr/>
          </p:nvSpPr>
          <p:spPr>
            <a:xfrm>
              <a:off x="2928" y="1946"/>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HAZ ESPACIO A B</a:t>
              </a:r>
              <a:endParaRPr/>
            </a:p>
          </p:txBody>
        </p:sp>
        <p:sp>
          <p:nvSpPr>
            <p:cNvPr id="1058" name="Google Shape;1058;p42"/>
            <p:cNvSpPr txBox="1"/>
            <p:nvPr/>
          </p:nvSpPr>
          <p:spPr>
            <a:xfrm>
              <a:off x="2928" y="2234"/>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DESHAZTE DE D</a:t>
              </a:r>
              <a:endParaRPr/>
            </a:p>
          </p:txBody>
        </p:sp>
        <p:sp>
          <p:nvSpPr>
            <p:cNvPr id="1059" name="Google Shape;1059;p42"/>
            <p:cNvSpPr txBox="1"/>
            <p:nvPr/>
          </p:nvSpPr>
          <p:spPr>
            <a:xfrm>
              <a:off x="3024" y="2522"/>
              <a:ext cx="768"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900"/>
                <a:buFont typeface="Verdana"/>
                <a:buNone/>
              </a:pPr>
              <a:r>
                <a:rPr b="1" i="0" lang="en-US" sz="900" u="none">
                  <a:solidFill>
                    <a:srgbClr val="FF0000"/>
                  </a:solidFill>
                  <a:latin typeface="Verdana"/>
                  <a:ea typeface="Verdana"/>
                  <a:cs typeface="Verdana"/>
                  <a:sym typeface="Verdana"/>
                </a:rPr>
                <a:t>COLOCA D Mesa</a:t>
              </a:r>
              <a:endParaRPr/>
            </a:p>
          </p:txBody>
        </p:sp>
        <p:sp>
          <p:nvSpPr>
            <p:cNvPr id="1060" name="Google Shape;1060;p42"/>
            <p:cNvSpPr txBox="1"/>
            <p:nvPr/>
          </p:nvSpPr>
          <p:spPr>
            <a:xfrm>
              <a:off x="2256" y="2693"/>
              <a:ext cx="912" cy="23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CONSIGUE</a:t>
              </a:r>
              <a:endParaRPr/>
            </a:p>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ESPACIO D Mesa</a:t>
              </a:r>
              <a:endParaRPr/>
            </a:p>
          </p:txBody>
        </p:sp>
        <p:sp>
          <p:nvSpPr>
            <p:cNvPr id="1061" name="Google Shape;1061;p42"/>
            <p:cNvSpPr txBox="1"/>
            <p:nvPr/>
          </p:nvSpPr>
          <p:spPr>
            <a:xfrm>
              <a:off x="2736" y="2986"/>
              <a:ext cx="528"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TOMA D</a:t>
              </a:r>
              <a:endParaRPr/>
            </a:p>
          </p:txBody>
        </p:sp>
        <p:sp>
          <p:nvSpPr>
            <p:cNvPr id="1062" name="Google Shape;1062;p42"/>
            <p:cNvSpPr txBox="1"/>
            <p:nvPr/>
          </p:nvSpPr>
          <p:spPr>
            <a:xfrm>
              <a:off x="2688" y="3202"/>
              <a:ext cx="67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MUEVE D Mesa</a:t>
              </a:r>
              <a:endParaRPr/>
            </a:p>
          </p:txBody>
        </p:sp>
        <p:sp>
          <p:nvSpPr>
            <p:cNvPr id="1063" name="Google Shape;1063;p42"/>
            <p:cNvSpPr txBox="1"/>
            <p:nvPr/>
          </p:nvSpPr>
          <p:spPr>
            <a:xfrm>
              <a:off x="3120" y="3418"/>
              <a:ext cx="576"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SUELTA D</a:t>
              </a:r>
              <a:endParaRPr/>
            </a:p>
          </p:txBody>
        </p:sp>
        <p:sp>
          <p:nvSpPr>
            <p:cNvPr id="1064" name="Google Shape;1064;p42"/>
            <p:cNvSpPr txBox="1"/>
            <p:nvPr/>
          </p:nvSpPr>
          <p:spPr>
            <a:xfrm>
              <a:off x="3504" y="1253"/>
              <a:ext cx="91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900"/>
                <a:buFont typeface="Verdana"/>
                <a:buNone/>
              </a:pPr>
              <a:r>
                <a:rPr b="1" i="0" lang="en-US" sz="900" u="none">
                  <a:solidFill>
                    <a:srgbClr val="FF0000"/>
                  </a:solidFill>
                  <a:latin typeface="Verdana"/>
                  <a:ea typeface="Verdana"/>
                  <a:cs typeface="Verdana"/>
                  <a:sym typeface="Verdana"/>
                </a:rPr>
                <a:t>COLOCA A B</a:t>
              </a:r>
              <a:endParaRPr/>
            </a:p>
          </p:txBody>
        </p:sp>
        <p:sp>
          <p:nvSpPr>
            <p:cNvPr id="1065" name="Google Shape;1065;p42"/>
            <p:cNvSpPr txBox="1"/>
            <p:nvPr/>
          </p:nvSpPr>
          <p:spPr>
            <a:xfrm>
              <a:off x="4128" y="1614"/>
              <a:ext cx="576"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TOMA A</a:t>
              </a:r>
              <a:endParaRPr/>
            </a:p>
          </p:txBody>
        </p:sp>
        <p:sp>
          <p:nvSpPr>
            <p:cNvPr id="1066" name="Google Shape;1066;p42"/>
            <p:cNvSpPr txBox="1"/>
            <p:nvPr/>
          </p:nvSpPr>
          <p:spPr>
            <a:xfrm>
              <a:off x="4656" y="1614"/>
              <a:ext cx="576"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MUEVE A B</a:t>
              </a:r>
              <a:endParaRPr/>
            </a:p>
          </p:txBody>
        </p:sp>
        <p:sp>
          <p:nvSpPr>
            <p:cNvPr id="1067" name="Google Shape;1067;p42"/>
            <p:cNvSpPr txBox="1"/>
            <p:nvPr/>
          </p:nvSpPr>
          <p:spPr>
            <a:xfrm>
              <a:off x="5184" y="1614"/>
              <a:ext cx="576"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SUELTA A</a:t>
              </a:r>
              <a:endParaRPr/>
            </a:p>
          </p:txBody>
        </p:sp>
        <p:sp>
          <p:nvSpPr>
            <p:cNvPr id="1068" name="Google Shape;1068;p42"/>
            <p:cNvSpPr txBox="1"/>
            <p:nvPr/>
          </p:nvSpPr>
          <p:spPr>
            <a:xfrm>
              <a:off x="3969" y="1946"/>
              <a:ext cx="889"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DESPEJA CIMA A</a:t>
              </a:r>
              <a:endParaRPr/>
            </a:p>
          </p:txBody>
        </p:sp>
        <p:sp>
          <p:nvSpPr>
            <p:cNvPr id="1069" name="Google Shape;1069;p42"/>
            <p:cNvSpPr txBox="1"/>
            <p:nvPr/>
          </p:nvSpPr>
          <p:spPr>
            <a:xfrm>
              <a:off x="4032" y="2234"/>
              <a:ext cx="768"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DESHAZTE DE C</a:t>
              </a:r>
              <a:endParaRPr/>
            </a:p>
          </p:txBody>
        </p:sp>
        <p:sp>
          <p:nvSpPr>
            <p:cNvPr id="1070" name="Google Shape;1070;p42"/>
            <p:cNvSpPr txBox="1"/>
            <p:nvPr/>
          </p:nvSpPr>
          <p:spPr>
            <a:xfrm>
              <a:off x="4032" y="2522"/>
              <a:ext cx="768"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900"/>
                <a:buFont typeface="Verdana"/>
                <a:buNone/>
              </a:pPr>
              <a:r>
                <a:rPr b="1" i="0" lang="en-US" sz="900" u="none">
                  <a:solidFill>
                    <a:srgbClr val="FF0000"/>
                  </a:solidFill>
                  <a:latin typeface="Verdana"/>
                  <a:ea typeface="Verdana"/>
                  <a:cs typeface="Verdana"/>
                  <a:sym typeface="Verdana"/>
                </a:rPr>
                <a:t>COLOCA C Mesa</a:t>
              </a:r>
              <a:endParaRPr/>
            </a:p>
          </p:txBody>
        </p:sp>
        <p:sp>
          <p:nvSpPr>
            <p:cNvPr id="1071" name="Google Shape;1071;p42"/>
            <p:cNvSpPr txBox="1"/>
            <p:nvPr/>
          </p:nvSpPr>
          <p:spPr>
            <a:xfrm>
              <a:off x="3312" y="2661"/>
              <a:ext cx="912" cy="23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CONSIGUE</a:t>
              </a:r>
              <a:endParaRPr/>
            </a:p>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ESPACIO C Mesa</a:t>
              </a:r>
              <a:endParaRPr/>
            </a:p>
          </p:txBody>
        </p:sp>
        <p:sp>
          <p:nvSpPr>
            <p:cNvPr id="1072" name="Google Shape;1072;p42"/>
            <p:cNvSpPr txBox="1"/>
            <p:nvPr/>
          </p:nvSpPr>
          <p:spPr>
            <a:xfrm>
              <a:off x="3792" y="2954"/>
              <a:ext cx="528"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TOMA C</a:t>
              </a:r>
              <a:endParaRPr/>
            </a:p>
          </p:txBody>
        </p:sp>
        <p:sp>
          <p:nvSpPr>
            <p:cNvPr id="1073" name="Google Shape;1073;p42"/>
            <p:cNvSpPr txBox="1"/>
            <p:nvPr/>
          </p:nvSpPr>
          <p:spPr>
            <a:xfrm>
              <a:off x="3744" y="3170"/>
              <a:ext cx="67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MUEVE C Mesa</a:t>
              </a:r>
              <a:endParaRPr/>
            </a:p>
          </p:txBody>
        </p:sp>
        <p:sp>
          <p:nvSpPr>
            <p:cNvPr id="1074" name="Google Shape;1074;p42"/>
            <p:cNvSpPr txBox="1"/>
            <p:nvPr/>
          </p:nvSpPr>
          <p:spPr>
            <a:xfrm>
              <a:off x="4176" y="3386"/>
              <a:ext cx="576"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00"/>
                <a:buFont typeface="Verdana"/>
                <a:buNone/>
              </a:pPr>
              <a:r>
                <a:rPr b="1" i="0" lang="en-US" sz="900" u="none">
                  <a:solidFill>
                    <a:schemeClr val="lt1"/>
                  </a:solidFill>
                  <a:latin typeface="Verdana"/>
                  <a:ea typeface="Verdana"/>
                  <a:cs typeface="Verdana"/>
                  <a:sym typeface="Verdana"/>
                </a:rPr>
                <a:t>SUELTA C</a:t>
              </a:r>
              <a:endParaRPr/>
            </a:p>
          </p:txBody>
        </p:sp>
        <p:cxnSp>
          <p:nvCxnSpPr>
            <p:cNvPr id="1075" name="Google Shape;1075;p42"/>
            <p:cNvCxnSpPr/>
            <p:nvPr/>
          </p:nvCxnSpPr>
          <p:spPr>
            <a:xfrm flipH="1">
              <a:off x="3504" y="1417"/>
              <a:ext cx="384" cy="216"/>
            </a:xfrm>
            <a:prstGeom prst="straightConnector1">
              <a:avLst/>
            </a:prstGeom>
            <a:noFill/>
            <a:ln cap="flat" cmpd="sng" w="9525">
              <a:solidFill>
                <a:schemeClr val="lt1"/>
              </a:solidFill>
              <a:prstDash val="solid"/>
              <a:miter lim="800000"/>
              <a:headEnd len="med" w="med" type="none"/>
              <a:tailEnd len="med" w="med" type="triangle"/>
            </a:ln>
          </p:spPr>
        </p:cxnSp>
        <p:cxnSp>
          <p:nvCxnSpPr>
            <p:cNvPr id="1076" name="Google Shape;1076;p42"/>
            <p:cNvCxnSpPr/>
            <p:nvPr/>
          </p:nvCxnSpPr>
          <p:spPr>
            <a:xfrm>
              <a:off x="3936" y="1397"/>
              <a:ext cx="336" cy="216"/>
            </a:xfrm>
            <a:prstGeom prst="straightConnector1">
              <a:avLst/>
            </a:prstGeom>
            <a:noFill/>
            <a:ln cap="flat" cmpd="sng" w="9525">
              <a:solidFill>
                <a:schemeClr val="lt1"/>
              </a:solidFill>
              <a:prstDash val="solid"/>
              <a:miter lim="800000"/>
              <a:headEnd len="med" w="med" type="none"/>
              <a:tailEnd len="med" w="med" type="triangle"/>
            </a:ln>
          </p:spPr>
        </p:cxnSp>
        <p:cxnSp>
          <p:nvCxnSpPr>
            <p:cNvPr id="1077" name="Google Shape;1077;p42"/>
            <p:cNvCxnSpPr/>
            <p:nvPr/>
          </p:nvCxnSpPr>
          <p:spPr>
            <a:xfrm>
              <a:off x="4032" y="1397"/>
              <a:ext cx="624" cy="216"/>
            </a:xfrm>
            <a:prstGeom prst="straightConnector1">
              <a:avLst/>
            </a:prstGeom>
            <a:noFill/>
            <a:ln cap="flat" cmpd="sng" w="9525">
              <a:solidFill>
                <a:schemeClr val="lt1"/>
              </a:solidFill>
              <a:prstDash val="solid"/>
              <a:miter lim="800000"/>
              <a:headEnd len="med" w="med" type="none"/>
              <a:tailEnd len="med" w="med" type="triangle"/>
            </a:ln>
          </p:spPr>
        </p:cxnSp>
        <p:cxnSp>
          <p:nvCxnSpPr>
            <p:cNvPr id="1078" name="Google Shape;1078;p42"/>
            <p:cNvCxnSpPr/>
            <p:nvPr/>
          </p:nvCxnSpPr>
          <p:spPr>
            <a:xfrm>
              <a:off x="4176" y="1397"/>
              <a:ext cx="1104" cy="216"/>
            </a:xfrm>
            <a:prstGeom prst="straightConnector1">
              <a:avLst/>
            </a:prstGeom>
            <a:noFill/>
            <a:ln cap="flat" cmpd="sng" w="9525">
              <a:solidFill>
                <a:schemeClr val="lt1"/>
              </a:solidFill>
              <a:prstDash val="solid"/>
              <a:miter lim="800000"/>
              <a:headEnd len="med" w="med" type="none"/>
              <a:tailEnd len="med" w="med" type="triangle"/>
            </a:ln>
          </p:spPr>
        </p:cxnSp>
        <p:cxnSp>
          <p:nvCxnSpPr>
            <p:cNvPr id="1079" name="Google Shape;1079;p42"/>
            <p:cNvCxnSpPr/>
            <p:nvPr/>
          </p:nvCxnSpPr>
          <p:spPr>
            <a:xfrm>
              <a:off x="3360" y="1765"/>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80" name="Google Shape;1080;p42"/>
            <p:cNvCxnSpPr/>
            <p:nvPr/>
          </p:nvCxnSpPr>
          <p:spPr>
            <a:xfrm>
              <a:off x="3360" y="2053"/>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81" name="Google Shape;1081;p42"/>
            <p:cNvCxnSpPr/>
            <p:nvPr/>
          </p:nvCxnSpPr>
          <p:spPr>
            <a:xfrm>
              <a:off x="3360" y="2333"/>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82" name="Google Shape;1082;p42"/>
            <p:cNvCxnSpPr/>
            <p:nvPr/>
          </p:nvCxnSpPr>
          <p:spPr>
            <a:xfrm>
              <a:off x="4416" y="1757"/>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83" name="Google Shape;1083;p42"/>
            <p:cNvCxnSpPr/>
            <p:nvPr/>
          </p:nvCxnSpPr>
          <p:spPr>
            <a:xfrm>
              <a:off x="4416" y="2045"/>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84" name="Google Shape;1084;p42"/>
            <p:cNvCxnSpPr/>
            <p:nvPr/>
          </p:nvCxnSpPr>
          <p:spPr>
            <a:xfrm>
              <a:off x="4416" y="2341"/>
              <a:ext cx="0" cy="208"/>
            </a:xfrm>
            <a:prstGeom prst="straightConnector1">
              <a:avLst/>
            </a:prstGeom>
            <a:noFill/>
            <a:ln cap="flat" cmpd="sng" w="9525">
              <a:solidFill>
                <a:schemeClr val="lt1"/>
              </a:solidFill>
              <a:prstDash val="solid"/>
              <a:miter lim="800000"/>
              <a:headEnd len="med" w="med" type="none"/>
              <a:tailEnd len="med" w="med" type="triangle"/>
            </a:ln>
          </p:spPr>
        </p:cxnSp>
        <p:cxnSp>
          <p:nvCxnSpPr>
            <p:cNvPr id="1085" name="Google Shape;1085;p42"/>
            <p:cNvCxnSpPr/>
            <p:nvPr/>
          </p:nvCxnSpPr>
          <p:spPr>
            <a:xfrm>
              <a:off x="3360" y="2693"/>
              <a:ext cx="0" cy="711"/>
            </a:xfrm>
            <a:prstGeom prst="straightConnector1">
              <a:avLst/>
            </a:prstGeom>
            <a:noFill/>
            <a:ln cap="flat" cmpd="sng" w="9525">
              <a:solidFill>
                <a:schemeClr val="lt1"/>
              </a:solidFill>
              <a:prstDash val="solid"/>
              <a:miter lim="800000"/>
              <a:headEnd len="med" w="med" type="none"/>
              <a:tailEnd len="med" w="med" type="triangle"/>
            </a:ln>
          </p:spPr>
        </p:cxnSp>
        <p:cxnSp>
          <p:nvCxnSpPr>
            <p:cNvPr id="1086" name="Google Shape;1086;p42"/>
            <p:cNvCxnSpPr/>
            <p:nvPr/>
          </p:nvCxnSpPr>
          <p:spPr>
            <a:xfrm>
              <a:off x="4416" y="2693"/>
              <a:ext cx="0" cy="711"/>
            </a:xfrm>
            <a:prstGeom prst="straightConnector1">
              <a:avLst/>
            </a:prstGeom>
            <a:noFill/>
            <a:ln cap="flat" cmpd="sng" w="9525">
              <a:solidFill>
                <a:schemeClr val="lt1"/>
              </a:solidFill>
              <a:prstDash val="solid"/>
              <a:miter lim="800000"/>
              <a:headEnd len="med" w="med" type="none"/>
              <a:tailEnd len="med" w="med" type="triangle"/>
            </a:ln>
          </p:spPr>
        </p:cxnSp>
        <p:cxnSp>
          <p:nvCxnSpPr>
            <p:cNvPr id="1087" name="Google Shape;1087;p42"/>
            <p:cNvCxnSpPr/>
            <p:nvPr/>
          </p:nvCxnSpPr>
          <p:spPr>
            <a:xfrm flipH="1">
              <a:off x="3216" y="2693"/>
              <a:ext cx="96" cy="495"/>
            </a:xfrm>
            <a:prstGeom prst="straightConnector1">
              <a:avLst/>
            </a:prstGeom>
            <a:noFill/>
            <a:ln cap="flat" cmpd="sng" w="9525">
              <a:solidFill>
                <a:schemeClr val="lt1"/>
              </a:solidFill>
              <a:prstDash val="solid"/>
              <a:miter lim="800000"/>
              <a:headEnd len="med" w="med" type="none"/>
              <a:tailEnd len="med" w="med" type="triangle"/>
            </a:ln>
          </p:spPr>
        </p:cxnSp>
        <p:cxnSp>
          <p:nvCxnSpPr>
            <p:cNvPr id="1088" name="Google Shape;1088;p42"/>
            <p:cNvCxnSpPr/>
            <p:nvPr/>
          </p:nvCxnSpPr>
          <p:spPr>
            <a:xfrm flipH="1">
              <a:off x="3120" y="2693"/>
              <a:ext cx="144" cy="279"/>
            </a:xfrm>
            <a:prstGeom prst="straightConnector1">
              <a:avLst/>
            </a:prstGeom>
            <a:noFill/>
            <a:ln cap="flat" cmpd="sng" w="9525">
              <a:solidFill>
                <a:schemeClr val="lt1"/>
              </a:solidFill>
              <a:prstDash val="solid"/>
              <a:miter lim="800000"/>
              <a:headEnd len="med" w="med" type="none"/>
              <a:tailEnd len="med" w="med" type="triangle"/>
            </a:ln>
          </p:spPr>
        </p:cxnSp>
        <p:cxnSp>
          <p:nvCxnSpPr>
            <p:cNvPr id="1089" name="Google Shape;1089;p42"/>
            <p:cNvCxnSpPr/>
            <p:nvPr/>
          </p:nvCxnSpPr>
          <p:spPr>
            <a:xfrm flipH="1">
              <a:off x="3024" y="2693"/>
              <a:ext cx="192" cy="144"/>
            </a:xfrm>
            <a:prstGeom prst="straightConnector1">
              <a:avLst/>
            </a:prstGeom>
            <a:noFill/>
            <a:ln cap="flat" cmpd="sng" w="9525">
              <a:solidFill>
                <a:schemeClr val="lt1"/>
              </a:solidFill>
              <a:prstDash val="solid"/>
              <a:miter lim="800000"/>
              <a:headEnd len="med" w="med" type="none"/>
              <a:tailEnd len="med" w="med" type="triangle"/>
            </a:ln>
          </p:spPr>
        </p:cxnSp>
        <p:cxnSp>
          <p:nvCxnSpPr>
            <p:cNvPr id="1090" name="Google Shape;1090;p42"/>
            <p:cNvCxnSpPr/>
            <p:nvPr/>
          </p:nvCxnSpPr>
          <p:spPr>
            <a:xfrm flipH="1">
              <a:off x="4272" y="2693"/>
              <a:ext cx="97" cy="495"/>
            </a:xfrm>
            <a:prstGeom prst="straightConnector1">
              <a:avLst/>
            </a:prstGeom>
            <a:noFill/>
            <a:ln cap="flat" cmpd="sng" w="9525">
              <a:solidFill>
                <a:schemeClr val="lt1"/>
              </a:solidFill>
              <a:prstDash val="solid"/>
              <a:miter lim="800000"/>
              <a:headEnd len="med" w="med" type="none"/>
              <a:tailEnd len="med" w="med" type="triangle"/>
            </a:ln>
          </p:spPr>
        </p:cxnSp>
        <p:cxnSp>
          <p:nvCxnSpPr>
            <p:cNvPr id="1091" name="Google Shape;1091;p42"/>
            <p:cNvCxnSpPr/>
            <p:nvPr/>
          </p:nvCxnSpPr>
          <p:spPr>
            <a:xfrm flipH="1">
              <a:off x="4176" y="2693"/>
              <a:ext cx="144" cy="279"/>
            </a:xfrm>
            <a:prstGeom prst="straightConnector1">
              <a:avLst/>
            </a:prstGeom>
            <a:noFill/>
            <a:ln cap="flat" cmpd="sng" w="9525">
              <a:solidFill>
                <a:schemeClr val="lt1"/>
              </a:solidFill>
              <a:prstDash val="solid"/>
              <a:miter lim="800000"/>
              <a:headEnd len="med" w="med" type="none"/>
              <a:tailEnd len="med" w="med" type="triangle"/>
            </a:ln>
          </p:spPr>
        </p:cxnSp>
        <p:cxnSp>
          <p:nvCxnSpPr>
            <p:cNvPr id="1092" name="Google Shape;1092;p42"/>
            <p:cNvCxnSpPr/>
            <p:nvPr/>
          </p:nvCxnSpPr>
          <p:spPr>
            <a:xfrm flipH="1">
              <a:off x="4080" y="2693"/>
              <a:ext cx="192" cy="144"/>
            </a:xfrm>
            <a:prstGeom prst="straightConnector1">
              <a:avLst/>
            </a:prstGeom>
            <a:noFill/>
            <a:ln cap="flat" cmpd="sng" w="9525">
              <a:solidFill>
                <a:schemeClr val="lt1"/>
              </a:solidFill>
              <a:prstDash val="solid"/>
              <a:miter lim="800000"/>
              <a:headEnd len="med" w="med" type="none"/>
              <a:tailEnd len="med" w="med" type="triangle"/>
            </a:ln>
          </p:spPr>
        </p:cxnSp>
        <p:sp>
          <p:nvSpPr>
            <p:cNvPr id="1093" name="Google Shape;1093;p42"/>
            <p:cNvSpPr/>
            <p:nvPr/>
          </p:nvSpPr>
          <p:spPr>
            <a:xfrm>
              <a:off x="3180" y="2718"/>
              <a:ext cx="187" cy="54"/>
            </a:xfrm>
            <a:custGeom>
              <a:rect b="b" l="l" r="r" t="t"/>
              <a:pathLst>
                <a:path extrusionOk="0" h="151" w="469">
                  <a:moveTo>
                    <a:pt x="0" y="0"/>
                  </a:moveTo>
                  <a:lnTo>
                    <a:pt x="134" y="84"/>
                  </a:lnTo>
                  <a:lnTo>
                    <a:pt x="318" y="151"/>
                  </a:lnTo>
                  <a:lnTo>
                    <a:pt x="469" y="134"/>
                  </a:lnTo>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094" name="Google Shape;1094;p42"/>
            <p:cNvSpPr/>
            <p:nvPr/>
          </p:nvSpPr>
          <p:spPr>
            <a:xfrm>
              <a:off x="4228" y="2705"/>
              <a:ext cx="188" cy="54"/>
            </a:xfrm>
            <a:custGeom>
              <a:rect b="b" l="l" r="r" t="t"/>
              <a:pathLst>
                <a:path extrusionOk="0" h="151" w="469">
                  <a:moveTo>
                    <a:pt x="0" y="0"/>
                  </a:moveTo>
                  <a:lnTo>
                    <a:pt x="134" y="84"/>
                  </a:lnTo>
                  <a:lnTo>
                    <a:pt x="318" y="151"/>
                  </a:lnTo>
                  <a:lnTo>
                    <a:pt x="469" y="134"/>
                  </a:lnTo>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095" name="Google Shape;1095;p42"/>
            <p:cNvSpPr/>
            <p:nvPr/>
          </p:nvSpPr>
          <p:spPr>
            <a:xfrm>
              <a:off x="3830" y="1446"/>
              <a:ext cx="549" cy="53"/>
            </a:xfrm>
            <a:custGeom>
              <a:rect b="b" l="l" r="r" t="t"/>
              <a:pathLst>
                <a:path extrusionOk="0" h="134" w="1373">
                  <a:moveTo>
                    <a:pt x="0" y="0"/>
                  </a:moveTo>
                  <a:lnTo>
                    <a:pt x="318" y="67"/>
                  </a:lnTo>
                  <a:lnTo>
                    <a:pt x="670" y="134"/>
                  </a:lnTo>
                  <a:lnTo>
                    <a:pt x="1105" y="84"/>
                  </a:lnTo>
                  <a:lnTo>
                    <a:pt x="1373" y="0"/>
                  </a:lnTo>
                </a:path>
              </a:pathLst>
            </a:cu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sp>
        <p:nvSpPr>
          <p:cNvPr id="1096" name="Google Shape;1096;p42"/>
          <p:cNvSpPr txBox="1"/>
          <p:nvPr/>
        </p:nvSpPr>
        <p:spPr>
          <a:xfrm>
            <a:off x="468312" y="4941887"/>
            <a:ext cx="8135937" cy="172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El procedimiento COLOCA, que se encuentra colocando el cubo A sobre el B, produce una nueva tarea para él mismo, para colocar el bloque C o D sobre la mesa.</a:t>
            </a:r>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Cuando un procedimiento se utiliza a si mismo, se dice que recurre          Sistemas recursivos</a:t>
            </a:r>
            <a:endParaRPr/>
          </a:p>
        </p:txBody>
      </p:sp>
      <p:sp>
        <p:nvSpPr>
          <p:cNvPr id="1097" name="Google Shape;1097;p42"/>
          <p:cNvSpPr/>
          <p:nvPr/>
        </p:nvSpPr>
        <p:spPr>
          <a:xfrm>
            <a:off x="3568700" y="6313487"/>
            <a:ext cx="360362" cy="250825"/>
          </a:xfrm>
          <a:prstGeom prst="rightArrow">
            <a:avLst>
              <a:gd fmla="val 17841" name="adj1"/>
              <a:gd fmla="val 50000" name="adj2"/>
            </a:avLst>
          </a:prstGeom>
          <a:gradFill>
            <a:gsLst>
              <a:gs pos="0">
                <a:srgbClr val="FF0000"/>
              </a:gs>
              <a:gs pos="100000">
                <a:srgbClr val="FF9999"/>
              </a:gs>
            </a:gsLst>
            <a:lin ang="0" scaled="0"/>
          </a:gra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01" name="Shape 1101"/>
        <p:cNvGrpSpPr/>
        <p:nvPr/>
      </p:nvGrpSpPr>
      <p:grpSpPr>
        <a:xfrm>
          <a:off x="0" y="0"/>
          <a:ext cx="0" cy="0"/>
          <a:chOff x="0" y="0"/>
          <a:chExt cx="0" cy="0"/>
        </a:xfrm>
      </p:grpSpPr>
      <p:sp>
        <p:nvSpPr>
          <p:cNvPr id="1102" name="Google Shape;1102;p43"/>
          <p:cNvSpPr txBox="1"/>
          <p:nvPr/>
        </p:nvSpPr>
        <p:spPr>
          <a:xfrm>
            <a:off x="250825" y="3068637"/>
            <a:ext cx="8569325" cy="35020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Las metas que se satisfacen solo cuando todas sus submetas inmediatas quedan satisfechas se conocen como </a:t>
            </a:r>
            <a:r>
              <a:rPr b="1" i="0" lang="en-US" sz="2000" u="none">
                <a:solidFill>
                  <a:srgbClr val="FF0000"/>
                </a:solidFill>
                <a:latin typeface="Arial"/>
                <a:ea typeface="Arial"/>
                <a:cs typeface="Arial"/>
                <a:sym typeface="Arial"/>
              </a:rPr>
              <a:t>metas Y.</a:t>
            </a:r>
            <a:r>
              <a:rPr b="1" i="0" lang="en-US" sz="2000" u="none">
                <a:solidFill>
                  <a:schemeClr val="lt1"/>
                </a:solidFill>
                <a:latin typeface="Arial"/>
                <a:ea typeface="Arial"/>
                <a:cs typeface="Arial"/>
                <a:sym typeface="Arial"/>
              </a:rPr>
              <a:t> Los nodos correspondientes son los </a:t>
            </a:r>
            <a:r>
              <a:rPr b="1" i="0" lang="en-US" sz="2000" u="none">
                <a:solidFill>
                  <a:srgbClr val="FF0000"/>
                </a:solidFill>
                <a:latin typeface="Arial"/>
                <a:ea typeface="Arial"/>
                <a:cs typeface="Arial"/>
                <a:sym typeface="Arial"/>
              </a:rPr>
              <a:t>nodos Y </a:t>
            </a:r>
            <a:r>
              <a:rPr b="1" i="0" lang="en-US" sz="2000" u="none">
                <a:solidFill>
                  <a:schemeClr val="lt1"/>
                </a:solidFill>
                <a:latin typeface="Arial"/>
                <a:ea typeface="Arial"/>
                <a:cs typeface="Arial"/>
                <a:sym typeface="Arial"/>
              </a:rPr>
              <a:t>y se les señala colocando arcos en sus ramas</a:t>
            </a:r>
            <a:endParaRPr/>
          </a:p>
          <a:p>
            <a:pPr indent="-311150" lvl="0" marL="342900" marR="0" rtl="0" algn="just">
              <a:lnSpc>
                <a:spcPct val="100000"/>
              </a:lnSpc>
              <a:spcBef>
                <a:spcPts val="100"/>
              </a:spcBef>
              <a:spcAft>
                <a:spcPts val="0"/>
              </a:spcAft>
              <a:buClr>
                <a:schemeClr val="lt1"/>
              </a:buClr>
              <a:buSzPts val="500"/>
              <a:buFont typeface="Arial"/>
              <a:buNone/>
            </a:pPr>
            <a:r>
              <a:t/>
            </a:r>
            <a:endParaRPr b="1" i="0" sz="500" u="none">
              <a:solidFill>
                <a:schemeClr val="lt1"/>
              </a:solidFill>
              <a:latin typeface="Arial"/>
              <a:ea typeface="Arial"/>
              <a:cs typeface="Arial"/>
              <a:sym typeface="Arial"/>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Las </a:t>
            </a:r>
            <a:r>
              <a:rPr b="1" i="0" lang="en-US" sz="2000" u="none">
                <a:solidFill>
                  <a:srgbClr val="FF0000"/>
                </a:solidFill>
                <a:latin typeface="Arial"/>
                <a:ea typeface="Arial"/>
                <a:cs typeface="Arial"/>
                <a:sym typeface="Arial"/>
              </a:rPr>
              <a:t>metas O</a:t>
            </a:r>
            <a:r>
              <a:rPr b="1" i="0" lang="en-US" sz="2000" u="none">
                <a:solidFill>
                  <a:schemeClr val="lt1"/>
                </a:solidFill>
                <a:latin typeface="Arial"/>
                <a:ea typeface="Arial"/>
                <a:cs typeface="Arial"/>
                <a:sym typeface="Arial"/>
              </a:rPr>
              <a:t> se satisfacen cuando cualquiera de sus submetas inmediatas queda satisfecha. Los nodos correspondientes, permanecen sin señalar, se conocen como </a:t>
            </a:r>
            <a:r>
              <a:rPr b="1" i="0" lang="en-US" sz="2000" u="none">
                <a:solidFill>
                  <a:srgbClr val="FF0000"/>
                </a:solidFill>
                <a:latin typeface="Arial"/>
                <a:ea typeface="Arial"/>
                <a:cs typeface="Arial"/>
                <a:sym typeface="Arial"/>
              </a:rPr>
              <a:t>nodos O</a:t>
            </a:r>
            <a:endParaRPr/>
          </a:p>
          <a:p>
            <a:pPr indent="-342900" lvl="0" marL="342900" marR="0" rtl="0" algn="just">
              <a:lnSpc>
                <a:spcPct val="100000"/>
              </a:lnSpc>
              <a:spcBef>
                <a:spcPts val="100"/>
              </a:spcBef>
              <a:spcAft>
                <a:spcPts val="0"/>
              </a:spcAft>
              <a:buClr>
                <a:schemeClr val="lt1"/>
              </a:buClr>
              <a:buSzPts val="500"/>
              <a:buFont typeface="Arial"/>
              <a:buNone/>
            </a:pPr>
            <a:r>
              <a:t/>
            </a:r>
            <a:endParaRPr b="1" i="0" sz="500" u="none">
              <a:solidFill>
                <a:schemeClr val="lt1"/>
              </a:solidFill>
              <a:latin typeface="Arial"/>
              <a:ea typeface="Arial"/>
              <a:cs typeface="Arial"/>
              <a:sym typeface="Arial"/>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Algunas metas se satisfacen directamente, sin hacer referencia a ninguna submeta. Estas metas se conocen como </a:t>
            </a:r>
            <a:r>
              <a:rPr b="1" i="0" lang="en-US" sz="2000" u="none">
                <a:solidFill>
                  <a:srgbClr val="FF0000"/>
                </a:solidFill>
                <a:latin typeface="Arial"/>
                <a:ea typeface="Arial"/>
                <a:cs typeface="Arial"/>
                <a:sym typeface="Arial"/>
              </a:rPr>
              <a:t>metas hoja</a:t>
            </a:r>
            <a:r>
              <a:rPr b="1" i="0" lang="en-US" sz="2000" u="none">
                <a:solidFill>
                  <a:schemeClr val="lt1"/>
                </a:solidFill>
                <a:latin typeface="Arial"/>
                <a:ea typeface="Arial"/>
                <a:cs typeface="Arial"/>
                <a:sym typeface="Arial"/>
              </a:rPr>
              <a:t> y los nodos correspondientes se denominan </a:t>
            </a:r>
            <a:r>
              <a:rPr b="1" i="0" lang="en-US" sz="2000" u="none">
                <a:solidFill>
                  <a:srgbClr val="FF0000"/>
                </a:solidFill>
                <a:latin typeface="Arial"/>
                <a:ea typeface="Arial"/>
                <a:cs typeface="Arial"/>
                <a:sym typeface="Arial"/>
              </a:rPr>
              <a:t>nodos hojas</a:t>
            </a:r>
            <a:endParaRPr/>
          </a:p>
        </p:txBody>
      </p:sp>
      <p:sp>
        <p:nvSpPr>
          <p:cNvPr id="1103" name="Google Shape;1103;p43"/>
          <p:cNvSpPr txBox="1"/>
          <p:nvPr>
            <p:ph type="title"/>
          </p:nvPr>
        </p:nvSpPr>
        <p:spPr>
          <a:xfrm>
            <a:off x="457200" y="274637"/>
            <a:ext cx="8229600" cy="7778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4. Reducción de problemas</a:t>
            </a:r>
            <a:endParaRPr/>
          </a:p>
        </p:txBody>
      </p:sp>
      <p:sp>
        <p:nvSpPr>
          <p:cNvPr id="1104" name="Google Shape;1104;p43"/>
          <p:cNvSpPr txBox="1"/>
          <p:nvPr/>
        </p:nvSpPr>
        <p:spPr>
          <a:xfrm>
            <a:off x="684212" y="1196975"/>
            <a:ext cx="1584325" cy="50323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Metas Y</a:t>
            </a:r>
            <a:endParaRPr/>
          </a:p>
        </p:txBody>
      </p:sp>
      <p:sp>
        <p:nvSpPr>
          <p:cNvPr id="1105" name="Google Shape;1105;p43"/>
          <p:cNvSpPr txBox="1"/>
          <p:nvPr/>
        </p:nvSpPr>
        <p:spPr>
          <a:xfrm>
            <a:off x="1117600" y="1771650"/>
            <a:ext cx="1511300" cy="50482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Metas O</a:t>
            </a:r>
            <a:endParaRPr/>
          </a:p>
        </p:txBody>
      </p:sp>
      <p:sp>
        <p:nvSpPr>
          <p:cNvPr id="1106" name="Google Shape;1106;p43"/>
          <p:cNvSpPr txBox="1"/>
          <p:nvPr/>
        </p:nvSpPr>
        <p:spPr>
          <a:xfrm>
            <a:off x="1549400" y="2347912"/>
            <a:ext cx="1511300" cy="50482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Metas hoja</a:t>
            </a:r>
            <a:endParaRPr/>
          </a:p>
        </p:txBody>
      </p:sp>
      <p:sp>
        <p:nvSpPr>
          <p:cNvPr id="1107" name="Google Shape;1107;p43"/>
          <p:cNvSpPr txBox="1"/>
          <p:nvPr/>
        </p:nvSpPr>
        <p:spPr>
          <a:xfrm>
            <a:off x="3635375" y="1411287"/>
            <a:ext cx="5040312" cy="1154112"/>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Los árboles de metas siempre implican nodos Y, nodos O, o ambos</a:t>
            </a:r>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árboles Y-O</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11" name="Shape 1111"/>
        <p:cNvGrpSpPr/>
        <p:nvPr/>
      </p:nvGrpSpPr>
      <p:grpSpPr>
        <a:xfrm>
          <a:off x="0" y="0"/>
          <a:ext cx="0" cy="0"/>
          <a:chOff x="0" y="0"/>
          <a:chExt cx="0" cy="0"/>
        </a:xfrm>
      </p:grpSpPr>
      <p:sp>
        <p:nvSpPr>
          <p:cNvPr id="1112" name="Google Shape;1112;p44"/>
          <p:cNvSpPr txBox="1"/>
          <p:nvPr>
            <p:ph type="title"/>
          </p:nvPr>
        </p:nvSpPr>
        <p:spPr>
          <a:xfrm>
            <a:off x="457200" y="274637"/>
            <a:ext cx="8435975" cy="9937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5. Verificación de restricciones</a:t>
            </a:r>
            <a:endParaRPr/>
          </a:p>
        </p:txBody>
      </p:sp>
      <p:sp>
        <p:nvSpPr>
          <p:cNvPr id="1113" name="Google Shape;1113;p44"/>
          <p:cNvSpPr txBox="1"/>
          <p:nvPr/>
        </p:nvSpPr>
        <p:spPr>
          <a:xfrm>
            <a:off x="611187" y="2924175"/>
            <a:ext cx="7921625" cy="108108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Primer paso:</a:t>
            </a:r>
            <a:endParaRPr/>
          </a:p>
          <a:p>
            <a:pPr indent="0" lvl="0" marL="0" marR="0" rtl="0" algn="l">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Se descubren las restricciones y se propagan tan lejos como sea posible a través del sistema</a:t>
            </a:r>
            <a:endParaRPr/>
          </a:p>
        </p:txBody>
      </p:sp>
      <p:sp>
        <p:nvSpPr>
          <p:cNvPr id="1114" name="Google Shape;1114;p44"/>
          <p:cNvSpPr txBox="1"/>
          <p:nvPr/>
        </p:nvSpPr>
        <p:spPr>
          <a:xfrm>
            <a:off x="468312" y="5732462"/>
            <a:ext cx="8207375" cy="9350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Se intenta descubrir algún estado del problema que satisfaga un conjunto dado de restricciones</a:t>
            </a:r>
            <a:endParaRPr/>
          </a:p>
        </p:txBody>
      </p:sp>
      <p:sp>
        <p:nvSpPr>
          <p:cNvPr id="1115" name="Google Shape;1115;p44"/>
          <p:cNvSpPr txBox="1"/>
          <p:nvPr/>
        </p:nvSpPr>
        <p:spPr>
          <a:xfrm>
            <a:off x="611187" y="4075112"/>
            <a:ext cx="7921625" cy="1441450"/>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Segundo paso:</a:t>
            </a:r>
            <a:endParaRPr/>
          </a:p>
          <a:p>
            <a:pPr indent="0" lvl="0" marL="0" marR="0" rtl="0" algn="l">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Si todavía no hay una solución, se hace una suposición sobre algo y se reañade como una nueva restricción. </a:t>
            </a:r>
            <a:endParaRPr/>
          </a:p>
          <a:p>
            <a:pPr indent="0" lvl="0" marL="0" marR="0" rtl="0" algn="l">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La propagación continúa con esta nueva restricción.</a:t>
            </a:r>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
        <p:nvSpPr>
          <p:cNvPr id="1116" name="Google Shape;1116;p44"/>
          <p:cNvSpPr txBox="1"/>
          <p:nvPr/>
        </p:nvSpPr>
        <p:spPr>
          <a:xfrm>
            <a:off x="250825" y="1268412"/>
            <a:ext cx="8569325" cy="1512887"/>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Funciona en un espacio de conjuntos de restricciones.</a:t>
            </a:r>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El estado inicial contiene las restricciones que se dan en la descripción del problema.</a:t>
            </a:r>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Un estado objetivo es aquel que ha satisfecho las restricciones.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0" name="Shape 1120"/>
        <p:cNvGrpSpPr/>
        <p:nvPr/>
      </p:nvGrpSpPr>
      <p:grpSpPr>
        <a:xfrm>
          <a:off x="0" y="0"/>
          <a:ext cx="0" cy="0"/>
          <a:chOff x="0" y="0"/>
          <a:chExt cx="0" cy="0"/>
        </a:xfrm>
      </p:grpSpPr>
      <p:sp>
        <p:nvSpPr>
          <p:cNvPr id="1121" name="Google Shape;1121;p45"/>
          <p:cNvSpPr txBox="1"/>
          <p:nvPr>
            <p:ph type="title"/>
          </p:nvPr>
        </p:nvSpPr>
        <p:spPr>
          <a:xfrm>
            <a:off x="107950" y="274637"/>
            <a:ext cx="9144000" cy="850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Aplicación de “ Verificación de restricciones”</a:t>
            </a:r>
            <a:endParaRPr/>
          </a:p>
        </p:txBody>
      </p:sp>
      <p:sp>
        <p:nvSpPr>
          <p:cNvPr id="1122" name="Google Shape;1122;p45"/>
          <p:cNvSpPr txBox="1"/>
          <p:nvPr/>
        </p:nvSpPr>
        <p:spPr>
          <a:xfrm>
            <a:off x="611187" y="1162050"/>
            <a:ext cx="7489825" cy="3952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Problema de Criptoaritmética</a:t>
            </a:r>
            <a:endParaRPr/>
          </a:p>
        </p:txBody>
      </p:sp>
      <p:sp>
        <p:nvSpPr>
          <p:cNvPr id="1123" name="Google Shape;1123;p45"/>
          <p:cNvSpPr txBox="1"/>
          <p:nvPr/>
        </p:nvSpPr>
        <p:spPr>
          <a:xfrm>
            <a:off x="395287" y="1628775"/>
            <a:ext cx="8353425" cy="504031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000"/>
              <a:buFont typeface="Arial"/>
              <a:buNone/>
            </a:pPr>
            <a:r>
              <a:t/>
            </a:r>
            <a:endParaRPr b="1" i="0" sz="1000" u="none">
              <a:solidFill>
                <a:schemeClr val="dk1"/>
              </a:solidFill>
              <a:latin typeface="Verdana"/>
              <a:ea typeface="Verdana"/>
              <a:cs typeface="Verdana"/>
              <a:sym typeface="Verdana"/>
            </a:endParaRPr>
          </a:p>
          <a:p>
            <a:pPr indent="0" lvl="1" marL="457200" marR="0" rtl="0" algn="ctr">
              <a:lnSpc>
                <a:spcPct val="100000"/>
              </a:lnSpc>
              <a:spcBef>
                <a:spcPts val="0"/>
              </a:spcBef>
              <a:spcAft>
                <a:spcPts val="0"/>
              </a:spcAft>
              <a:buClr>
                <a:schemeClr val="dk1"/>
              </a:buClr>
              <a:buSzPts val="1600"/>
              <a:buFont typeface="Verdana"/>
              <a:buNone/>
            </a:pPr>
            <a:r>
              <a:rPr b="1" i="0" lang="en-US" sz="1600" u="none" cap="none" strike="noStrike">
                <a:solidFill>
                  <a:schemeClr val="dk1"/>
                </a:solidFill>
                <a:latin typeface="Verdana"/>
                <a:ea typeface="Verdana"/>
                <a:cs typeface="Verdana"/>
                <a:sym typeface="Verdana"/>
              </a:rPr>
              <a:t>   SEND</a:t>
            </a:r>
            <a:endParaRPr/>
          </a:p>
          <a:p>
            <a:pPr indent="0" lvl="1" marL="457200" marR="0" rtl="0" algn="ctr">
              <a:lnSpc>
                <a:spcPct val="100000"/>
              </a:lnSpc>
              <a:spcBef>
                <a:spcPts val="0"/>
              </a:spcBef>
              <a:spcAft>
                <a:spcPts val="0"/>
              </a:spcAft>
              <a:buClr>
                <a:schemeClr val="dk1"/>
              </a:buClr>
              <a:buSzPts val="1600"/>
              <a:buFont typeface="Verdana"/>
              <a:buNone/>
            </a:pPr>
            <a:r>
              <a:rPr b="1" i="0" lang="en-US" sz="1600" u="none" cap="none" strike="noStrike">
                <a:solidFill>
                  <a:schemeClr val="dk1"/>
                </a:solidFill>
                <a:latin typeface="Verdana"/>
                <a:ea typeface="Verdana"/>
                <a:cs typeface="Verdana"/>
                <a:sym typeface="Verdana"/>
              </a:rPr>
              <a:t>+MORE</a:t>
            </a:r>
            <a:endParaRPr/>
          </a:p>
          <a:p>
            <a:pPr indent="0" lvl="1" marL="457200" marR="0" rtl="0" algn="ctr">
              <a:lnSpc>
                <a:spcPct val="100000"/>
              </a:lnSpc>
              <a:spcBef>
                <a:spcPts val="0"/>
              </a:spcBef>
              <a:spcAft>
                <a:spcPts val="0"/>
              </a:spcAft>
              <a:buClr>
                <a:schemeClr val="dk1"/>
              </a:buClr>
              <a:buSzPts val="1600"/>
              <a:buFont typeface="Verdana"/>
              <a:buNone/>
            </a:pPr>
            <a:r>
              <a:rPr b="1" i="0" lang="en-US" sz="1600" u="none" cap="none" strike="noStrike">
                <a:solidFill>
                  <a:schemeClr val="dk1"/>
                </a:solidFill>
                <a:latin typeface="Verdana"/>
                <a:ea typeface="Verdana"/>
                <a:cs typeface="Verdana"/>
                <a:sym typeface="Verdana"/>
              </a:rPr>
              <a:t>______</a:t>
            </a:r>
            <a:endParaRPr/>
          </a:p>
          <a:p>
            <a:pPr indent="0" lvl="1" marL="457200" marR="0" rtl="0" algn="ctr">
              <a:lnSpc>
                <a:spcPct val="100000"/>
              </a:lnSpc>
              <a:spcBef>
                <a:spcPts val="0"/>
              </a:spcBef>
              <a:spcAft>
                <a:spcPts val="0"/>
              </a:spcAft>
              <a:buClr>
                <a:schemeClr val="dk1"/>
              </a:buClr>
              <a:buSzPts val="1600"/>
              <a:buFont typeface="Verdana"/>
              <a:buNone/>
            </a:pPr>
            <a:r>
              <a:rPr b="1" i="0" lang="en-US" sz="1600" u="none" cap="none" strike="noStrike">
                <a:solidFill>
                  <a:schemeClr val="dk1"/>
                </a:solidFill>
                <a:latin typeface="Verdana"/>
                <a:ea typeface="Verdana"/>
                <a:cs typeface="Verdana"/>
                <a:sym typeface="Verdana"/>
              </a:rPr>
              <a:t>MONEY</a:t>
            </a:r>
            <a:endParaRPr/>
          </a:p>
          <a:p>
            <a:pPr indent="0" lvl="1" marL="457200" marR="0" rtl="0" algn="l">
              <a:lnSpc>
                <a:spcPct val="100000"/>
              </a:lnSpc>
              <a:spcBef>
                <a:spcPts val="0"/>
              </a:spcBef>
              <a:spcAft>
                <a:spcPts val="0"/>
              </a:spcAft>
              <a:buClr>
                <a:schemeClr val="lt1"/>
              </a:buClr>
              <a:buSzPts val="1600"/>
              <a:buFont typeface="Arial"/>
              <a:buNone/>
            </a:pPr>
            <a:r>
              <a:t/>
            </a:r>
            <a:endParaRPr b="1" i="0" sz="1600" u="none" cap="none" strike="noStrike">
              <a:solidFill>
                <a:schemeClr val="dk1"/>
              </a:solidFill>
              <a:latin typeface="Verdana"/>
              <a:ea typeface="Verdana"/>
              <a:cs typeface="Verdana"/>
              <a:sym typeface="Verdana"/>
            </a:endParaRPr>
          </a:p>
          <a:p>
            <a:pPr indent="0" lvl="1" marL="457200" marR="0" rtl="0" algn="l">
              <a:lnSpc>
                <a:spcPct val="100000"/>
              </a:lnSpc>
              <a:spcBef>
                <a:spcPts val="0"/>
              </a:spcBef>
              <a:spcAft>
                <a:spcPts val="0"/>
              </a:spcAft>
              <a:buClr>
                <a:schemeClr val="dk1"/>
              </a:buClr>
              <a:buSzPts val="1600"/>
              <a:buFont typeface="Verdana"/>
              <a:buNone/>
            </a:pPr>
            <a:r>
              <a:rPr b="1" i="0" lang="en-US" sz="1600" u="none" cap="none" strike="noStrike">
                <a:solidFill>
                  <a:schemeClr val="dk1"/>
                </a:solidFill>
                <a:latin typeface="Verdana"/>
                <a:ea typeface="Verdana"/>
                <a:cs typeface="Verdana"/>
                <a:sym typeface="Verdana"/>
              </a:rPr>
              <a:t>Estado inicial</a:t>
            </a:r>
            <a:endParaRPr/>
          </a:p>
          <a:p>
            <a:pPr indent="-101600" lvl="1" marL="45720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Verdana"/>
                <a:ea typeface="Verdana"/>
                <a:cs typeface="Verdana"/>
                <a:sym typeface="Verdana"/>
              </a:rPr>
              <a:t>No puede haber dos letras con el mismo valor</a:t>
            </a:r>
            <a:endParaRPr/>
          </a:p>
          <a:p>
            <a:pPr indent="-101600" lvl="1" marL="45720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Verdana"/>
                <a:ea typeface="Verdana"/>
                <a:cs typeface="Verdana"/>
                <a:sym typeface="Verdana"/>
              </a:rPr>
              <a:t>La suma de los dígitos debe ser la que se muestra en el problema</a:t>
            </a:r>
            <a:endParaRPr/>
          </a:p>
          <a:p>
            <a:pPr indent="0" lvl="1" marL="457200" marR="0" rtl="0" algn="l">
              <a:lnSpc>
                <a:spcPct val="100000"/>
              </a:lnSpc>
              <a:spcBef>
                <a:spcPts val="0"/>
              </a:spcBef>
              <a:spcAft>
                <a:spcPts val="0"/>
              </a:spcAft>
              <a:buClr>
                <a:schemeClr val="lt1"/>
              </a:buClr>
              <a:buSzPts val="1600"/>
              <a:buFont typeface="Arial"/>
              <a:buNone/>
            </a:pPr>
            <a:r>
              <a:t/>
            </a:r>
            <a:endParaRPr b="1" i="0" sz="1600" u="none" cap="none" strike="noStrike">
              <a:solidFill>
                <a:schemeClr val="dk1"/>
              </a:solidFill>
              <a:latin typeface="Verdana"/>
              <a:ea typeface="Verdana"/>
              <a:cs typeface="Verdana"/>
              <a:sym typeface="Verdana"/>
            </a:endParaRPr>
          </a:p>
          <a:p>
            <a:pPr indent="0" lvl="1" marL="457200" marR="0" rtl="0" algn="l">
              <a:lnSpc>
                <a:spcPct val="100000"/>
              </a:lnSpc>
              <a:spcBef>
                <a:spcPts val="0"/>
              </a:spcBef>
              <a:spcAft>
                <a:spcPts val="0"/>
              </a:spcAft>
              <a:buClr>
                <a:schemeClr val="dk1"/>
              </a:buClr>
              <a:buSzPts val="1600"/>
              <a:buFont typeface="Verdana"/>
              <a:buNone/>
            </a:pPr>
            <a:r>
              <a:rPr b="1" i="0" lang="en-US" sz="1600" u="none" cap="none" strike="noStrike">
                <a:solidFill>
                  <a:schemeClr val="dk1"/>
                </a:solidFill>
                <a:latin typeface="Verdana"/>
                <a:ea typeface="Verdana"/>
                <a:cs typeface="Verdana"/>
                <a:sym typeface="Verdana"/>
              </a:rPr>
              <a:t>Estado objetivo</a:t>
            </a:r>
            <a:endParaRPr/>
          </a:p>
          <a:p>
            <a:pPr indent="-101600" lvl="1" marL="45720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Verdana"/>
                <a:ea typeface="Verdana"/>
                <a:cs typeface="Verdana"/>
                <a:sym typeface="Verdana"/>
              </a:rPr>
              <a:t>Todas las letras tienen asignado un número, de modo que se verifiquen las restricciones iniciales.</a:t>
            </a:r>
            <a:endParaRPr/>
          </a:p>
          <a:p>
            <a:pPr indent="0" lvl="1" marL="457200" marR="0" rtl="0" algn="l">
              <a:lnSpc>
                <a:spcPct val="100000"/>
              </a:lnSpc>
              <a:spcBef>
                <a:spcPts val="0"/>
              </a:spcBef>
              <a:spcAft>
                <a:spcPts val="0"/>
              </a:spcAft>
              <a:buClr>
                <a:schemeClr val="lt1"/>
              </a:buClr>
              <a:buSzPts val="1600"/>
              <a:buFont typeface="Arial"/>
              <a:buNone/>
            </a:pPr>
            <a:r>
              <a:t/>
            </a:r>
            <a:endParaRPr b="1" i="0" sz="1600" u="none" cap="none" strike="noStrike">
              <a:solidFill>
                <a:schemeClr val="dk1"/>
              </a:solidFill>
              <a:latin typeface="Verdana"/>
              <a:ea typeface="Verdana"/>
              <a:cs typeface="Verdana"/>
              <a:sym typeface="Verdana"/>
            </a:endParaRPr>
          </a:p>
          <a:p>
            <a:pPr indent="0" lvl="1" marL="457200" marR="0" rtl="0" algn="l">
              <a:lnSpc>
                <a:spcPct val="100000"/>
              </a:lnSpc>
              <a:spcBef>
                <a:spcPts val="0"/>
              </a:spcBef>
              <a:spcAft>
                <a:spcPts val="0"/>
              </a:spcAft>
              <a:buClr>
                <a:schemeClr val="dk1"/>
              </a:buClr>
              <a:buSzPts val="1600"/>
              <a:buFont typeface="Verdana"/>
              <a:buNone/>
            </a:pPr>
            <a:r>
              <a:rPr b="1" i="0" lang="en-US" sz="1600" u="none" cap="none" strike="noStrike">
                <a:solidFill>
                  <a:schemeClr val="dk1"/>
                </a:solidFill>
                <a:latin typeface="Verdana"/>
                <a:ea typeface="Verdana"/>
                <a:cs typeface="Verdana"/>
                <a:sym typeface="Verdana"/>
              </a:rPr>
              <a:t>Proceso de resolución</a:t>
            </a:r>
            <a:endParaRPr/>
          </a:p>
          <a:p>
            <a:pPr indent="-101600" lvl="1" marL="45720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Verdana"/>
                <a:ea typeface="Verdana"/>
                <a:cs typeface="Verdana"/>
                <a:sym typeface="Verdana"/>
              </a:rPr>
              <a:t>Se propagan las restricciones mediante el uso de reglas correspondientes a propiedades aritméticas.</a:t>
            </a:r>
            <a:endParaRPr/>
          </a:p>
          <a:p>
            <a:pPr indent="-101600" lvl="1" marL="45720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Verdana"/>
                <a:ea typeface="Verdana"/>
                <a:cs typeface="Verdana"/>
                <a:sym typeface="Verdana"/>
              </a:rPr>
              <a:t>Se le da un valor a alguna letra cuyo valor no haya sido aún determinado.</a:t>
            </a:r>
            <a:endParaRPr/>
          </a:p>
          <a:p>
            <a:pPr indent="0" lvl="1" marL="457200" marR="0" rtl="0" algn="l">
              <a:lnSpc>
                <a:spcPct val="100000"/>
              </a:lnSpc>
              <a:spcBef>
                <a:spcPts val="0"/>
              </a:spcBef>
              <a:spcAft>
                <a:spcPts val="0"/>
              </a:spcAft>
              <a:buClr>
                <a:schemeClr val="lt1"/>
              </a:buClr>
              <a:buSzPts val="1600"/>
              <a:buFont typeface="Arial"/>
              <a:buNone/>
            </a:pPr>
            <a:r>
              <a:t/>
            </a:r>
            <a:endParaRPr b="1" i="0" sz="1600" u="none" cap="none" strike="noStrike">
              <a:solidFill>
                <a:schemeClr val="dk1"/>
              </a:solidFill>
              <a:latin typeface="Verdana"/>
              <a:ea typeface="Verdana"/>
              <a:cs typeface="Verdana"/>
              <a:sym typeface="Verdana"/>
            </a:endParaRPr>
          </a:p>
          <a:p>
            <a:pPr indent="0" lvl="1" marL="457200" marR="0" rtl="0" algn="l">
              <a:lnSpc>
                <a:spcPct val="100000"/>
              </a:lnSpc>
              <a:spcBef>
                <a:spcPts val="0"/>
              </a:spcBef>
              <a:spcAft>
                <a:spcPts val="0"/>
              </a:spcAft>
              <a:buClr>
                <a:schemeClr val="lt1"/>
              </a:buClr>
              <a:buSzPts val="1200"/>
              <a:buFont typeface="Arial"/>
              <a:buNone/>
            </a:pPr>
            <a:r>
              <a:t/>
            </a:r>
            <a:endParaRPr b="1" i="0" sz="12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1" i="0" sz="1200" u="none">
              <a:solidFill>
                <a:schemeClr val="dk1"/>
              </a:solidFill>
              <a:latin typeface="Verdana"/>
              <a:ea typeface="Verdana"/>
              <a:cs typeface="Verdana"/>
              <a:sym typeface="Verdana"/>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7" name="Shape 1127"/>
        <p:cNvGrpSpPr/>
        <p:nvPr/>
      </p:nvGrpSpPr>
      <p:grpSpPr>
        <a:xfrm>
          <a:off x="0" y="0"/>
          <a:ext cx="0" cy="0"/>
          <a:chOff x="0" y="0"/>
          <a:chExt cx="0" cy="0"/>
        </a:xfrm>
      </p:grpSpPr>
      <p:sp>
        <p:nvSpPr>
          <p:cNvPr id="1128" name="Google Shape;1128;p46"/>
          <p:cNvSpPr txBox="1"/>
          <p:nvPr>
            <p:ph type="title"/>
          </p:nvPr>
        </p:nvSpPr>
        <p:spPr>
          <a:xfrm>
            <a:off x="107950" y="274637"/>
            <a:ext cx="9144000" cy="7064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Aplicación de “ Verificación de restricciones”</a:t>
            </a:r>
            <a:endParaRPr/>
          </a:p>
        </p:txBody>
      </p:sp>
      <p:sp>
        <p:nvSpPr>
          <p:cNvPr id="1129" name="Google Shape;1129;p46"/>
          <p:cNvSpPr txBox="1"/>
          <p:nvPr/>
        </p:nvSpPr>
        <p:spPr>
          <a:xfrm>
            <a:off x="395287" y="1111250"/>
            <a:ext cx="8404225" cy="5434012"/>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1130" name="Google Shape;1130;p46"/>
          <p:cNvGrpSpPr/>
          <p:nvPr/>
        </p:nvGrpSpPr>
        <p:grpSpPr>
          <a:xfrm>
            <a:off x="806450" y="1196975"/>
            <a:ext cx="7767637" cy="5256212"/>
            <a:chOff x="2109" y="890"/>
            <a:chExt cx="3312" cy="2808"/>
          </a:xfrm>
        </p:grpSpPr>
        <p:sp>
          <p:nvSpPr>
            <p:cNvPr id="1131" name="Google Shape;1131;p46"/>
            <p:cNvSpPr txBox="1"/>
            <p:nvPr/>
          </p:nvSpPr>
          <p:spPr>
            <a:xfrm>
              <a:off x="3045" y="1250"/>
              <a:ext cx="108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M=1</a:t>
              </a:r>
              <a:endParaRPr/>
            </a:p>
            <a:p>
              <a:pPr indent="0" lvl="0" marL="0" marR="0" rtl="0" algn="l">
                <a:lnSpc>
                  <a:spcPct val="100000"/>
                </a:lnSpc>
                <a:spcBef>
                  <a:spcPts val="0"/>
                </a:spcBef>
                <a:spcAft>
                  <a:spcPts val="0"/>
                </a:spcAft>
                <a:buClr>
                  <a:schemeClr val="accent2"/>
                </a:buClr>
                <a:buSzPts val="1000"/>
                <a:buFont typeface="Verdana"/>
                <a:buNone/>
              </a:pPr>
              <a:r>
                <a:rPr b="1" i="0" lang="en-US" sz="1000" u="none">
                  <a:solidFill>
                    <a:schemeClr val="accent2"/>
                  </a:solidFill>
                  <a:latin typeface="Verdana"/>
                  <a:ea typeface="Verdana"/>
                  <a:cs typeface="Verdana"/>
                  <a:sym typeface="Verdana"/>
                </a:rPr>
                <a:t>S=8 o 9</a:t>
              </a:r>
              <a:endParaRPr/>
            </a:p>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O=0 o 1 🡪 O=0</a:t>
              </a:r>
              <a:endParaRPr/>
            </a:p>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N=E o E+1 🡪 N=E+1</a:t>
              </a:r>
              <a:endParaRPr/>
            </a:p>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C2=1</a:t>
              </a:r>
              <a:endParaRPr/>
            </a:p>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N+R&gt;8</a:t>
              </a:r>
              <a:endParaRPr/>
            </a:p>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E&lt;&gt;9</a:t>
              </a:r>
              <a:endParaRPr/>
            </a:p>
          </p:txBody>
        </p:sp>
        <p:sp>
          <p:nvSpPr>
            <p:cNvPr id="1132" name="Google Shape;1132;p46"/>
            <p:cNvSpPr txBox="1"/>
            <p:nvPr/>
          </p:nvSpPr>
          <p:spPr>
            <a:xfrm>
              <a:off x="3045" y="2186"/>
              <a:ext cx="108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N=3</a:t>
              </a:r>
              <a:endParaRPr/>
            </a:p>
            <a:p>
              <a:pPr indent="0" lvl="0" marL="0" marR="0" rtl="0" algn="l">
                <a:lnSpc>
                  <a:spcPct val="100000"/>
                </a:lnSpc>
                <a:spcBef>
                  <a:spcPts val="0"/>
                </a:spcBef>
                <a:spcAft>
                  <a:spcPts val="0"/>
                </a:spcAft>
                <a:buClr>
                  <a:schemeClr val="accent2"/>
                </a:buClr>
                <a:buSzPts val="1000"/>
                <a:buFont typeface="Verdana"/>
                <a:buNone/>
              </a:pPr>
              <a:r>
                <a:rPr b="1" i="0" lang="en-US" sz="1000" u="none">
                  <a:solidFill>
                    <a:schemeClr val="accent2"/>
                  </a:solidFill>
                  <a:latin typeface="Verdana"/>
                  <a:ea typeface="Verdana"/>
                  <a:cs typeface="Verdana"/>
                  <a:sym typeface="Verdana"/>
                </a:rPr>
                <a:t>R=8 o 9</a:t>
              </a:r>
              <a:endParaRPr/>
            </a:p>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2+D=Y o 2+D=10+Y</a:t>
              </a:r>
              <a:endParaRPr/>
            </a:p>
          </p:txBody>
        </p:sp>
        <p:sp>
          <p:nvSpPr>
            <p:cNvPr id="1133" name="Google Shape;1133;p46"/>
            <p:cNvSpPr txBox="1"/>
            <p:nvPr/>
          </p:nvSpPr>
          <p:spPr>
            <a:xfrm>
              <a:off x="2109" y="2762"/>
              <a:ext cx="1080" cy="43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2+D=Y</a:t>
              </a:r>
              <a:endParaRPr/>
            </a:p>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N+R=10+E</a:t>
              </a:r>
              <a:endParaRPr/>
            </a:p>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R=9</a:t>
              </a:r>
              <a:endParaRPr/>
            </a:p>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S=8</a:t>
              </a:r>
              <a:endParaRPr/>
            </a:p>
          </p:txBody>
        </p:sp>
        <p:sp>
          <p:nvSpPr>
            <p:cNvPr id="1134" name="Google Shape;1134;p46"/>
            <p:cNvSpPr txBox="1"/>
            <p:nvPr/>
          </p:nvSpPr>
          <p:spPr>
            <a:xfrm>
              <a:off x="3981" y="2762"/>
              <a:ext cx="108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2+D=10+Y</a:t>
              </a:r>
              <a:endParaRPr/>
            </a:p>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D=8+Y</a:t>
              </a:r>
              <a:endParaRPr/>
            </a:p>
            <a:p>
              <a:pPr indent="0" lvl="0" marL="0" marR="0" rtl="0" algn="l">
                <a:lnSpc>
                  <a:spcPct val="100000"/>
                </a:lnSpc>
                <a:spcBef>
                  <a:spcPts val="0"/>
                </a:spcBef>
                <a:spcAft>
                  <a:spcPts val="0"/>
                </a:spcAft>
                <a:buClr>
                  <a:schemeClr val="accent2"/>
                </a:buClr>
                <a:buSzPts val="1000"/>
                <a:buFont typeface="Verdana"/>
                <a:buNone/>
              </a:pPr>
              <a:r>
                <a:rPr b="1" i="0" lang="en-US" sz="1000" u="none">
                  <a:solidFill>
                    <a:schemeClr val="accent2"/>
                  </a:solidFill>
                  <a:latin typeface="Verdana"/>
                  <a:ea typeface="Verdana"/>
                  <a:cs typeface="Verdana"/>
                  <a:sym typeface="Verdana"/>
                </a:rPr>
                <a:t>D=8 o 9</a:t>
              </a:r>
              <a:endParaRPr/>
            </a:p>
          </p:txBody>
        </p:sp>
        <p:sp>
          <p:nvSpPr>
            <p:cNvPr id="1135" name="Google Shape;1135;p46"/>
            <p:cNvSpPr txBox="1"/>
            <p:nvPr/>
          </p:nvSpPr>
          <p:spPr>
            <a:xfrm>
              <a:off x="4989" y="3410"/>
              <a:ext cx="288"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Y=1</a:t>
              </a:r>
              <a:endParaRPr/>
            </a:p>
          </p:txBody>
        </p:sp>
        <p:sp>
          <p:nvSpPr>
            <p:cNvPr id="1136" name="Google Shape;1136;p46"/>
            <p:cNvSpPr txBox="1"/>
            <p:nvPr/>
          </p:nvSpPr>
          <p:spPr>
            <a:xfrm>
              <a:off x="3837" y="3410"/>
              <a:ext cx="288"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Y=0</a:t>
              </a:r>
              <a:endParaRPr/>
            </a:p>
          </p:txBody>
        </p:sp>
        <p:sp>
          <p:nvSpPr>
            <p:cNvPr id="1137" name="Google Shape;1137;p46"/>
            <p:cNvSpPr txBox="1"/>
            <p:nvPr/>
          </p:nvSpPr>
          <p:spPr>
            <a:xfrm>
              <a:off x="3261" y="890"/>
              <a:ext cx="57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138" name="Google Shape;1138;p46"/>
            <p:cNvSpPr txBox="1"/>
            <p:nvPr/>
          </p:nvSpPr>
          <p:spPr>
            <a:xfrm>
              <a:off x="4485" y="1250"/>
              <a:ext cx="552" cy="336"/>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   SEND</a:t>
              </a:r>
              <a:endParaRPr/>
            </a:p>
            <a:p>
              <a:pPr indent="0" lvl="0" marL="0" marR="0" rtl="0" algn="l">
                <a:lnSpc>
                  <a:spcPct val="100000"/>
                </a:lnSpc>
                <a:spcBef>
                  <a:spcPts val="0"/>
                </a:spcBef>
                <a:spcAft>
                  <a:spcPts val="0"/>
                </a:spcAft>
                <a:buClr>
                  <a:schemeClr val="dk1"/>
                </a:buClr>
                <a:buSzPts val="1000"/>
                <a:buFont typeface="Verdana"/>
                <a:buNone/>
              </a:pPr>
              <a:r>
                <a:rPr b="1" i="0" lang="en-US" sz="1000" u="sng">
                  <a:solidFill>
                    <a:schemeClr val="dk1"/>
                  </a:solidFill>
                  <a:latin typeface="Verdana"/>
                  <a:ea typeface="Verdana"/>
                  <a:cs typeface="Verdana"/>
                  <a:sym typeface="Verdana"/>
                </a:rPr>
                <a:t>+MORE</a:t>
              </a:r>
              <a:endParaRPr/>
            </a:p>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MONEY</a:t>
              </a:r>
              <a:endParaRPr/>
            </a:p>
          </p:txBody>
        </p:sp>
        <p:sp>
          <p:nvSpPr>
            <p:cNvPr id="1139" name="Google Shape;1139;p46"/>
            <p:cNvSpPr txBox="1"/>
            <p:nvPr/>
          </p:nvSpPr>
          <p:spPr>
            <a:xfrm>
              <a:off x="2541" y="890"/>
              <a:ext cx="720" cy="14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Estado Inicial</a:t>
              </a:r>
              <a:endParaRPr/>
            </a:p>
          </p:txBody>
        </p:sp>
        <p:sp>
          <p:nvSpPr>
            <p:cNvPr id="1140" name="Google Shape;1140;p46"/>
            <p:cNvSpPr txBox="1"/>
            <p:nvPr/>
          </p:nvSpPr>
          <p:spPr>
            <a:xfrm>
              <a:off x="3621" y="2042"/>
              <a:ext cx="288" cy="14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E=2</a:t>
              </a:r>
              <a:endParaRPr/>
            </a:p>
          </p:txBody>
        </p:sp>
        <p:sp>
          <p:nvSpPr>
            <p:cNvPr id="1141" name="Google Shape;1141;p46"/>
            <p:cNvSpPr txBox="1"/>
            <p:nvPr/>
          </p:nvSpPr>
          <p:spPr>
            <a:xfrm>
              <a:off x="2397" y="2546"/>
              <a:ext cx="360" cy="14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C1=0</a:t>
              </a:r>
              <a:endParaRPr/>
            </a:p>
          </p:txBody>
        </p:sp>
        <p:sp>
          <p:nvSpPr>
            <p:cNvPr id="1142" name="Google Shape;1142;p46"/>
            <p:cNvSpPr txBox="1"/>
            <p:nvPr/>
          </p:nvSpPr>
          <p:spPr>
            <a:xfrm>
              <a:off x="4557" y="2546"/>
              <a:ext cx="360" cy="14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C1=1</a:t>
              </a:r>
              <a:endParaRPr/>
            </a:p>
          </p:txBody>
        </p:sp>
        <p:sp>
          <p:nvSpPr>
            <p:cNvPr id="1143" name="Google Shape;1143;p46"/>
            <p:cNvSpPr txBox="1"/>
            <p:nvPr/>
          </p:nvSpPr>
          <p:spPr>
            <a:xfrm>
              <a:off x="3693" y="3194"/>
              <a:ext cx="366" cy="14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D=8</a:t>
              </a:r>
              <a:endParaRPr/>
            </a:p>
          </p:txBody>
        </p:sp>
        <p:sp>
          <p:nvSpPr>
            <p:cNvPr id="1144" name="Google Shape;1144;p46"/>
            <p:cNvSpPr txBox="1"/>
            <p:nvPr/>
          </p:nvSpPr>
          <p:spPr>
            <a:xfrm>
              <a:off x="5061" y="3194"/>
              <a:ext cx="359" cy="14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D=9</a:t>
              </a:r>
              <a:endParaRPr/>
            </a:p>
          </p:txBody>
        </p:sp>
        <p:sp>
          <p:nvSpPr>
            <p:cNvPr id="1145" name="Google Shape;1145;p46"/>
            <p:cNvSpPr txBox="1"/>
            <p:nvPr/>
          </p:nvSpPr>
          <p:spPr>
            <a:xfrm>
              <a:off x="3765" y="3554"/>
              <a:ext cx="504" cy="14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1000"/>
                <a:buFont typeface="Verdana"/>
                <a:buNone/>
              </a:pPr>
              <a:r>
                <a:rPr b="1" i="0" lang="en-US" sz="1000" u="none">
                  <a:solidFill>
                    <a:schemeClr val="accent2"/>
                  </a:solidFill>
                  <a:latin typeface="Verdana"/>
                  <a:ea typeface="Verdana"/>
                  <a:cs typeface="Verdana"/>
                  <a:sym typeface="Verdana"/>
                </a:rPr>
                <a:t>Conflicto</a:t>
              </a:r>
              <a:endParaRPr/>
            </a:p>
          </p:txBody>
        </p:sp>
        <p:sp>
          <p:nvSpPr>
            <p:cNvPr id="1146" name="Google Shape;1146;p46"/>
            <p:cNvSpPr txBox="1"/>
            <p:nvPr/>
          </p:nvSpPr>
          <p:spPr>
            <a:xfrm>
              <a:off x="4917" y="3554"/>
              <a:ext cx="504" cy="14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1000"/>
                <a:buFont typeface="Verdana"/>
                <a:buNone/>
              </a:pPr>
              <a:r>
                <a:rPr b="1" i="0" lang="en-US" sz="1000" u="none">
                  <a:solidFill>
                    <a:schemeClr val="accent2"/>
                  </a:solidFill>
                  <a:latin typeface="Verdana"/>
                  <a:ea typeface="Verdana"/>
                  <a:cs typeface="Verdana"/>
                  <a:sym typeface="Verdana"/>
                </a:rPr>
                <a:t>Conflicto</a:t>
              </a:r>
              <a:endParaRPr/>
            </a:p>
          </p:txBody>
        </p:sp>
        <p:cxnSp>
          <p:nvCxnSpPr>
            <p:cNvPr id="1147" name="Google Shape;1147;p46"/>
            <p:cNvCxnSpPr/>
            <p:nvPr/>
          </p:nvCxnSpPr>
          <p:spPr>
            <a:xfrm flipH="1">
              <a:off x="2901" y="2546"/>
              <a:ext cx="648" cy="215"/>
            </a:xfrm>
            <a:prstGeom prst="straightConnector1">
              <a:avLst/>
            </a:prstGeom>
            <a:noFill/>
            <a:ln cap="flat" cmpd="sng" w="9525">
              <a:solidFill>
                <a:srgbClr val="000000"/>
              </a:solidFill>
              <a:prstDash val="solid"/>
              <a:miter lim="800000"/>
              <a:headEnd len="med" w="med" type="none"/>
              <a:tailEnd len="med" w="med" type="triangle"/>
            </a:ln>
          </p:spPr>
        </p:cxnSp>
        <p:cxnSp>
          <p:nvCxnSpPr>
            <p:cNvPr id="1148" name="Google Shape;1148;p46"/>
            <p:cNvCxnSpPr/>
            <p:nvPr/>
          </p:nvCxnSpPr>
          <p:spPr>
            <a:xfrm>
              <a:off x="3549" y="2546"/>
              <a:ext cx="720" cy="215"/>
            </a:xfrm>
            <a:prstGeom prst="straightConnector1">
              <a:avLst/>
            </a:prstGeom>
            <a:noFill/>
            <a:ln cap="flat" cmpd="sng" w="9525">
              <a:solidFill>
                <a:srgbClr val="000000"/>
              </a:solidFill>
              <a:prstDash val="solid"/>
              <a:miter lim="800000"/>
              <a:headEnd len="med" w="med" type="none"/>
              <a:tailEnd len="med" w="med" type="triangle"/>
            </a:ln>
          </p:spPr>
        </p:cxnSp>
        <p:cxnSp>
          <p:nvCxnSpPr>
            <p:cNvPr id="1149" name="Google Shape;1149;p46"/>
            <p:cNvCxnSpPr/>
            <p:nvPr/>
          </p:nvCxnSpPr>
          <p:spPr>
            <a:xfrm flipH="1">
              <a:off x="4053" y="3122"/>
              <a:ext cx="432" cy="288"/>
            </a:xfrm>
            <a:prstGeom prst="straightConnector1">
              <a:avLst/>
            </a:prstGeom>
            <a:noFill/>
            <a:ln cap="flat" cmpd="sng" w="9525">
              <a:solidFill>
                <a:srgbClr val="000000"/>
              </a:solidFill>
              <a:prstDash val="solid"/>
              <a:miter lim="800000"/>
              <a:headEnd len="med" w="med" type="none"/>
              <a:tailEnd len="med" w="med" type="triangle"/>
            </a:ln>
          </p:spPr>
        </p:cxnSp>
        <p:cxnSp>
          <p:nvCxnSpPr>
            <p:cNvPr id="1150" name="Google Shape;1150;p46"/>
            <p:cNvCxnSpPr/>
            <p:nvPr/>
          </p:nvCxnSpPr>
          <p:spPr>
            <a:xfrm>
              <a:off x="4485" y="3122"/>
              <a:ext cx="576" cy="288"/>
            </a:xfrm>
            <a:prstGeom prst="straightConnector1">
              <a:avLst/>
            </a:prstGeom>
            <a:noFill/>
            <a:ln cap="flat" cmpd="sng" w="9525">
              <a:solidFill>
                <a:srgbClr val="000000"/>
              </a:solidFill>
              <a:prstDash val="solid"/>
              <a:miter lim="800000"/>
              <a:headEnd len="med" w="med" type="none"/>
              <a:tailEnd len="med" w="med" type="triangle"/>
            </a:ln>
          </p:spPr>
        </p:cxnSp>
        <p:cxnSp>
          <p:nvCxnSpPr>
            <p:cNvPr id="1151" name="Google Shape;1151;p46"/>
            <p:cNvCxnSpPr/>
            <p:nvPr/>
          </p:nvCxnSpPr>
          <p:spPr>
            <a:xfrm>
              <a:off x="3549" y="1970"/>
              <a:ext cx="0" cy="216"/>
            </a:xfrm>
            <a:prstGeom prst="straightConnector1">
              <a:avLst/>
            </a:prstGeom>
            <a:noFill/>
            <a:ln cap="flat" cmpd="sng" w="9525">
              <a:solidFill>
                <a:srgbClr val="000000"/>
              </a:solidFill>
              <a:prstDash val="solid"/>
              <a:miter lim="800000"/>
              <a:headEnd len="med" w="med" type="none"/>
              <a:tailEnd len="med" w="med" type="triangle"/>
            </a:ln>
          </p:spPr>
        </p:cxnSp>
        <p:cxnSp>
          <p:nvCxnSpPr>
            <p:cNvPr id="1152" name="Google Shape;1152;p46"/>
            <p:cNvCxnSpPr/>
            <p:nvPr/>
          </p:nvCxnSpPr>
          <p:spPr>
            <a:xfrm flipH="1">
              <a:off x="2757" y="1970"/>
              <a:ext cx="792" cy="216"/>
            </a:xfrm>
            <a:prstGeom prst="straightConnector1">
              <a:avLst/>
            </a:prstGeom>
            <a:noFill/>
            <a:ln cap="flat" cmpd="sng" w="9525">
              <a:solidFill>
                <a:srgbClr val="000000"/>
              </a:solidFill>
              <a:prstDash val="solid"/>
              <a:miter lim="800000"/>
              <a:headEnd len="med" w="med" type="none"/>
              <a:tailEnd len="med" w="med" type="triangle"/>
            </a:ln>
          </p:spPr>
        </p:cxnSp>
        <p:cxnSp>
          <p:nvCxnSpPr>
            <p:cNvPr id="1153" name="Google Shape;1153;p46"/>
            <p:cNvCxnSpPr/>
            <p:nvPr/>
          </p:nvCxnSpPr>
          <p:spPr>
            <a:xfrm>
              <a:off x="3549" y="1970"/>
              <a:ext cx="864" cy="216"/>
            </a:xfrm>
            <a:prstGeom prst="straightConnector1">
              <a:avLst/>
            </a:prstGeom>
            <a:noFill/>
            <a:ln cap="flat" cmpd="sng" w="9525">
              <a:solidFill>
                <a:srgbClr val="000000"/>
              </a:solidFill>
              <a:prstDash val="solid"/>
              <a:miter lim="800000"/>
              <a:headEnd len="med" w="med" type="none"/>
              <a:tailEnd len="med" w="med" type="triangle"/>
            </a:ln>
          </p:spPr>
        </p:cxnSp>
        <p:cxnSp>
          <p:nvCxnSpPr>
            <p:cNvPr id="1154" name="Google Shape;1154;p46"/>
            <p:cNvCxnSpPr/>
            <p:nvPr/>
          </p:nvCxnSpPr>
          <p:spPr>
            <a:xfrm>
              <a:off x="3549" y="1034"/>
              <a:ext cx="0" cy="215"/>
            </a:xfrm>
            <a:prstGeom prst="straightConnector1">
              <a:avLst/>
            </a:prstGeom>
            <a:noFill/>
            <a:ln cap="flat" cmpd="sng" w="9525">
              <a:solidFill>
                <a:srgbClr val="000000"/>
              </a:solidFill>
              <a:prstDash val="solid"/>
              <a:miter lim="800000"/>
              <a:headEnd len="med" w="med" type="none"/>
              <a:tailEnd len="med" w="med" type="triangle"/>
            </a:ln>
          </p:spPr>
        </p:cxnSp>
      </p:grpSp>
      <p:sp>
        <p:nvSpPr>
          <p:cNvPr id="1155" name="Google Shape;1155;p46"/>
          <p:cNvSpPr txBox="1"/>
          <p:nvPr/>
        </p:nvSpPr>
        <p:spPr>
          <a:xfrm>
            <a:off x="1187450" y="2232025"/>
            <a:ext cx="1295400" cy="47625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000"/>
              <a:buFont typeface="Verdana"/>
              <a:buNone/>
            </a:pPr>
            <a:r>
              <a:rPr b="1" i="0" lang="en-US" sz="1000" u="none">
                <a:solidFill>
                  <a:srgbClr val="FF0000"/>
                </a:solidFill>
                <a:latin typeface="Verdana"/>
                <a:ea typeface="Verdana"/>
                <a:cs typeface="Verdana"/>
                <a:sym typeface="Verdana"/>
              </a:rPr>
              <a:t>Propagación de restricciones</a:t>
            </a:r>
            <a:endParaRPr/>
          </a:p>
        </p:txBody>
      </p:sp>
      <p:sp>
        <p:nvSpPr>
          <p:cNvPr id="1156" name="Google Shape;1156;p46"/>
          <p:cNvSpPr txBox="1"/>
          <p:nvPr/>
        </p:nvSpPr>
        <p:spPr>
          <a:xfrm>
            <a:off x="5724525" y="3024187"/>
            <a:ext cx="1090612" cy="47625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000"/>
              <a:buFont typeface="Verdana"/>
              <a:buNone/>
            </a:pPr>
            <a:r>
              <a:rPr b="1" i="0" lang="en-US" sz="1000" u="none">
                <a:solidFill>
                  <a:srgbClr val="FF0000"/>
                </a:solidFill>
                <a:latin typeface="Verdana"/>
                <a:ea typeface="Verdana"/>
                <a:cs typeface="Verdana"/>
                <a:sym typeface="Verdana"/>
              </a:rPr>
              <a:t>Se hace una suposición</a:t>
            </a:r>
            <a:endParaRPr/>
          </a:p>
        </p:txBody>
      </p:sp>
      <p:sp>
        <p:nvSpPr>
          <p:cNvPr id="1157" name="Google Shape;1157;p46"/>
          <p:cNvSpPr txBox="1"/>
          <p:nvPr/>
        </p:nvSpPr>
        <p:spPr>
          <a:xfrm>
            <a:off x="5730875" y="3730625"/>
            <a:ext cx="1295400" cy="477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000"/>
              <a:buFont typeface="Verdana"/>
              <a:buNone/>
            </a:pPr>
            <a:r>
              <a:rPr b="1" i="0" lang="en-US" sz="1000" u="none">
                <a:solidFill>
                  <a:srgbClr val="FF0000"/>
                </a:solidFill>
                <a:latin typeface="Verdana"/>
                <a:ea typeface="Verdana"/>
                <a:cs typeface="Verdana"/>
                <a:sym typeface="Verdana"/>
              </a:rPr>
              <a:t>Propagación de restricciones</a:t>
            </a:r>
            <a:endParaRPr/>
          </a:p>
        </p:txBody>
      </p:sp>
      <p:sp>
        <p:nvSpPr>
          <p:cNvPr id="1158" name="Google Shape;1158;p46"/>
          <p:cNvSpPr txBox="1"/>
          <p:nvPr/>
        </p:nvSpPr>
        <p:spPr>
          <a:xfrm>
            <a:off x="533400" y="4117975"/>
            <a:ext cx="1085850" cy="47625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000"/>
              <a:buFont typeface="Verdana"/>
              <a:buNone/>
            </a:pPr>
            <a:r>
              <a:rPr b="1" i="0" lang="en-US" sz="1000" u="none">
                <a:solidFill>
                  <a:srgbClr val="FF0000"/>
                </a:solidFill>
                <a:latin typeface="Verdana"/>
                <a:ea typeface="Verdana"/>
                <a:cs typeface="Verdana"/>
                <a:sym typeface="Verdana"/>
              </a:rPr>
              <a:t>Se hace otra suposición</a:t>
            </a:r>
            <a:endParaRPr/>
          </a:p>
        </p:txBody>
      </p:sp>
      <p:sp>
        <p:nvSpPr>
          <p:cNvPr id="1159" name="Google Shape;1159;p46"/>
          <p:cNvSpPr txBox="1"/>
          <p:nvPr/>
        </p:nvSpPr>
        <p:spPr>
          <a:xfrm>
            <a:off x="7327900" y="4138612"/>
            <a:ext cx="1085850" cy="477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000"/>
              <a:buFont typeface="Verdana"/>
              <a:buNone/>
            </a:pPr>
            <a:r>
              <a:rPr b="1" i="0" lang="en-US" sz="1000" u="none">
                <a:solidFill>
                  <a:srgbClr val="FF0000"/>
                </a:solidFill>
                <a:latin typeface="Verdana"/>
                <a:ea typeface="Verdana"/>
                <a:cs typeface="Verdana"/>
                <a:sym typeface="Verdana"/>
              </a:rPr>
              <a:t>Se hace una suposición</a:t>
            </a:r>
            <a:endParaRPr/>
          </a:p>
        </p:txBody>
      </p:sp>
      <p:sp>
        <p:nvSpPr>
          <p:cNvPr id="1160" name="Google Shape;1160;p46"/>
          <p:cNvSpPr txBox="1"/>
          <p:nvPr/>
        </p:nvSpPr>
        <p:spPr>
          <a:xfrm>
            <a:off x="2170112" y="5780087"/>
            <a:ext cx="2617787" cy="6731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1000"/>
              <a:buFont typeface="Verdana"/>
              <a:buNone/>
            </a:pPr>
            <a:r>
              <a:rPr b="1" i="0" lang="en-US" sz="1000" u="none">
                <a:solidFill>
                  <a:schemeClr val="accent2"/>
                </a:solidFill>
                <a:latin typeface="Verdana"/>
                <a:ea typeface="Verdana"/>
                <a:cs typeface="Verdana"/>
                <a:sym typeface="Verdana"/>
              </a:rPr>
              <a:t>Se detecta una contradicción. Termina la propagación. </a:t>
            </a:r>
            <a:endParaRPr/>
          </a:p>
          <a:p>
            <a:pPr indent="0" lvl="0" marL="0" marR="0" rtl="0" algn="ctr">
              <a:lnSpc>
                <a:spcPct val="100000"/>
              </a:lnSpc>
              <a:spcBef>
                <a:spcPts val="0"/>
              </a:spcBef>
              <a:spcAft>
                <a:spcPts val="0"/>
              </a:spcAft>
              <a:buClr>
                <a:schemeClr val="accent2"/>
              </a:buClr>
              <a:buSzPts val="1000"/>
              <a:buFont typeface="Verdana"/>
              <a:buNone/>
            </a:pPr>
            <a:r>
              <a:rPr b="1" i="0" lang="en-US" sz="1000" u="none">
                <a:solidFill>
                  <a:schemeClr val="accent2"/>
                </a:solidFill>
                <a:latin typeface="Verdana"/>
                <a:ea typeface="Verdana"/>
                <a:cs typeface="Verdana"/>
                <a:sym typeface="Verdana"/>
              </a:rPr>
              <a:t>El proceso vuelve atrás y hace una nueva suposición.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64" name="Shape 1164"/>
        <p:cNvGrpSpPr/>
        <p:nvPr/>
      </p:nvGrpSpPr>
      <p:grpSpPr>
        <a:xfrm>
          <a:off x="0" y="0"/>
          <a:ext cx="0" cy="0"/>
          <a:chOff x="0" y="0"/>
          <a:chExt cx="0" cy="0"/>
        </a:xfrm>
      </p:grpSpPr>
      <p:sp>
        <p:nvSpPr>
          <p:cNvPr id="1165" name="Google Shape;1165;p47"/>
          <p:cNvSpPr txBox="1"/>
          <p:nvPr>
            <p:ph type="title"/>
          </p:nvPr>
        </p:nvSpPr>
        <p:spPr>
          <a:xfrm>
            <a:off x="457200" y="274637"/>
            <a:ext cx="8435975" cy="850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6. Análisis de medios y fines</a:t>
            </a:r>
            <a:endParaRPr/>
          </a:p>
        </p:txBody>
      </p:sp>
      <p:sp>
        <p:nvSpPr>
          <p:cNvPr id="1166" name="Google Shape;1166;p47"/>
          <p:cNvSpPr txBox="1"/>
          <p:nvPr/>
        </p:nvSpPr>
        <p:spPr>
          <a:xfrm>
            <a:off x="395287" y="1125537"/>
            <a:ext cx="8351837" cy="79057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Conjunto de Reglas: </a:t>
            </a:r>
            <a:endParaRPr/>
          </a:p>
          <a:p>
            <a:pPr indent="0" lvl="0" marL="0" marR="0" rtl="0" algn="l">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Pueden transformar  un estado problema en otro</a:t>
            </a:r>
            <a:endParaRPr/>
          </a:p>
        </p:txBody>
      </p:sp>
      <p:sp>
        <p:nvSpPr>
          <p:cNvPr id="1167" name="Google Shape;1167;p47"/>
          <p:cNvSpPr txBox="1"/>
          <p:nvPr/>
        </p:nvSpPr>
        <p:spPr>
          <a:xfrm>
            <a:off x="468312" y="5013325"/>
            <a:ext cx="8207375" cy="1584325"/>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Se centra en la detección de diferencias entre              el estado actual y el estado objetivo</a:t>
            </a:r>
            <a:endParaRPr/>
          </a:p>
          <a:p>
            <a:pPr indent="0" lvl="0" marL="0" marR="0" rtl="0" algn="ctr">
              <a:lnSpc>
                <a:spcPct val="100000"/>
              </a:lnSpc>
              <a:spcBef>
                <a:spcPts val="48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Una vez hallada una diferencia, debe encontrarse un operador que pueda reducirla</a:t>
            </a:r>
            <a:endParaRPr/>
          </a:p>
        </p:txBody>
      </p:sp>
      <p:sp>
        <p:nvSpPr>
          <p:cNvPr id="1168" name="Google Shape;1168;p47"/>
          <p:cNvSpPr txBox="1"/>
          <p:nvPr/>
        </p:nvSpPr>
        <p:spPr>
          <a:xfrm>
            <a:off x="395287" y="2060575"/>
            <a:ext cx="8351837" cy="1009650"/>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Lado izquierdo: Precondiciones de la regla</a:t>
            </a:r>
            <a:endParaRPr/>
          </a:p>
          <a:p>
            <a:pPr indent="0" lvl="0" marL="0" marR="0" rtl="0" algn="l">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Condiciones que deben cumplirse para que pueda aplicarse la regla</a:t>
            </a:r>
            <a:endParaRPr/>
          </a:p>
        </p:txBody>
      </p:sp>
      <p:sp>
        <p:nvSpPr>
          <p:cNvPr id="1169" name="Google Shape;1169;p47"/>
          <p:cNvSpPr txBox="1"/>
          <p:nvPr/>
        </p:nvSpPr>
        <p:spPr>
          <a:xfrm>
            <a:off x="395287" y="3213100"/>
            <a:ext cx="8351837" cy="7921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Lado derecho: </a:t>
            </a:r>
            <a:endParaRPr/>
          </a:p>
          <a:p>
            <a:pPr indent="0" lvl="0" marL="0" marR="0" rtl="0" algn="l">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Resultados de aplicar la regla</a:t>
            </a:r>
            <a:endParaRPr/>
          </a:p>
        </p:txBody>
      </p:sp>
      <p:sp>
        <p:nvSpPr>
          <p:cNvPr id="1170" name="Google Shape;1170;p47"/>
          <p:cNvSpPr txBox="1"/>
          <p:nvPr/>
        </p:nvSpPr>
        <p:spPr>
          <a:xfrm>
            <a:off x="395287" y="4148137"/>
            <a:ext cx="8351837" cy="72072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Tabla de diferencias: </a:t>
            </a:r>
            <a:endParaRPr/>
          </a:p>
          <a:p>
            <a:pPr indent="0" lvl="0" marL="0" marR="0" rtl="0" algn="l">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Ordena las reglas de acuerdo a las diferencias que pueden reducir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74" name="Shape 1174"/>
        <p:cNvGrpSpPr/>
        <p:nvPr/>
      </p:nvGrpSpPr>
      <p:grpSpPr>
        <a:xfrm>
          <a:off x="0" y="0"/>
          <a:ext cx="0" cy="0"/>
          <a:chOff x="0" y="0"/>
          <a:chExt cx="0" cy="0"/>
        </a:xfrm>
      </p:grpSpPr>
      <p:sp>
        <p:nvSpPr>
          <p:cNvPr id="1175" name="Google Shape;1175;p48"/>
          <p:cNvSpPr txBox="1"/>
          <p:nvPr>
            <p:ph type="title"/>
          </p:nvPr>
        </p:nvSpPr>
        <p:spPr>
          <a:xfrm>
            <a:off x="179387" y="269875"/>
            <a:ext cx="8686800" cy="7826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Aplicación de “Análisis de medios y fines”</a:t>
            </a:r>
            <a:endParaRPr/>
          </a:p>
        </p:txBody>
      </p:sp>
      <p:sp>
        <p:nvSpPr>
          <p:cNvPr id="1176" name="Google Shape;1176;p48"/>
          <p:cNvSpPr txBox="1"/>
          <p:nvPr/>
        </p:nvSpPr>
        <p:spPr>
          <a:xfrm>
            <a:off x="179387" y="3716337"/>
            <a:ext cx="2735262" cy="7921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Operadores de un robot doméstico</a:t>
            </a:r>
            <a:endParaRPr/>
          </a:p>
        </p:txBody>
      </p:sp>
      <p:graphicFrame>
        <p:nvGraphicFramePr>
          <p:cNvPr id="1177" name="Google Shape;1177;p48"/>
          <p:cNvGraphicFramePr/>
          <p:nvPr/>
        </p:nvGraphicFramePr>
        <p:xfrm>
          <a:off x="1979612" y="1341437"/>
          <a:ext cx="3000000" cy="3000000"/>
        </p:xfrm>
        <a:graphic>
          <a:graphicData uri="http://schemas.openxmlformats.org/drawingml/2006/table">
            <a:tbl>
              <a:tblPr>
                <a:noFill/>
                <a:tableStyleId>{A0E5EC63-1752-49F2-B231-F8F02AE82CE7}</a:tableStyleId>
              </a:tblPr>
              <a:tblGrid>
                <a:gridCol w="2025650"/>
                <a:gridCol w="890575"/>
                <a:gridCol w="808025"/>
                <a:gridCol w="646100"/>
                <a:gridCol w="650875"/>
                <a:gridCol w="646100"/>
                <a:gridCol w="741350"/>
              </a:tblGrid>
              <a:tr h="319075">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Empujar</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LLevar</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Andar</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Tomar</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Dejar</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Colocar</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50825">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Mueve objeto</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50825">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Mueve robot</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49225">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Despeja objeto</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52400">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Pone objeto en objeto</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50825">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Vacía brazo</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50825">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Sujeta objeto</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bl>
          </a:graphicData>
        </a:graphic>
      </p:graphicFrame>
      <p:sp>
        <p:nvSpPr>
          <p:cNvPr id="1178" name="Google Shape;1178;p48"/>
          <p:cNvSpPr txBox="1"/>
          <p:nvPr/>
        </p:nvSpPr>
        <p:spPr>
          <a:xfrm>
            <a:off x="2987675" y="3573462"/>
            <a:ext cx="5400675" cy="302418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Operador		Precondiciones	Resultados</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8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EMPUJAR(obj,lug)	en(robot,obj) ^	en(obj,lug) ^</a:t>
            </a:r>
            <a:endParaRPr/>
          </a:p>
          <a:p>
            <a:pPr indent="0" lvl="0" marL="0" marR="0" rtl="0" algn="l">
              <a:lnSpc>
                <a:spcPct val="8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grande(obj) ^	en(robot,lug)</a:t>
            </a:r>
            <a:endParaRPr/>
          </a:p>
          <a:p>
            <a:pPr indent="0" lvl="0" marL="0" marR="0" rtl="0" algn="l">
              <a:lnSpc>
                <a:spcPct val="8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despejado(obj) ^</a:t>
            </a:r>
            <a:endParaRPr/>
          </a:p>
          <a:p>
            <a:pPr indent="0" lvl="0" marL="0" marR="0" rtl="0" algn="l">
              <a:lnSpc>
                <a:spcPct val="8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brazo_vacío</a:t>
            </a:r>
            <a:endParaRPr/>
          </a:p>
          <a:p>
            <a:pPr indent="0" lvl="0" marL="0" marR="0" rtl="0" algn="l">
              <a:lnSpc>
                <a:spcPct val="8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8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LLEVAR(obj,lug)	en(robot,obj) ^	en(obj,lug) ^</a:t>
            </a:r>
            <a:endParaRPr/>
          </a:p>
          <a:p>
            <a:pPr indent="0" lvl="0" marL="0" marR="0" rtl="0" algn="l">
              <a:lnSpc>
                <a:spcPct val="8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pequeño(obj)	en(robot,lug)</a:t>
            </a:r>
            <a:endParaRPr/>
          </a:p>
          <a:p>
            <a:pPr indent="0" lvl="0" marL="0" marR="0" rtl="0" algn="l">
              <a:lnSpc>
                <a:spcPct val="8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8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ANDAR(lug)	ninguna		en(robot,lug)</a:t>
            </a:r>
            <a:endParaRPr/>
          </a:p>
          <a:p>
            <a:pPr indent="0" lvl="0" marL="0" marR="0" rtl="0" algn="l">
              <a:lnSpc>
                <a:spcPct val="8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8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TOMAR(obj)	en(robot,obj)	sostiene(obj)</a:t>
            </a:r>
            <a:endParaRPr/>
          </a:p>
          <a:p>
            <a:pPr indent="0" lvl="0" marL="0" marR="0" rtl="0" algn="l">
              <a:lnSpc>
                <a:spcPct val="8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8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DEJAR(obj)	sostiene(obj)	¬sostiene(obj)</a:t>
            </a:r>
            <a:endParaRPr/>
          </a:p>
          <a:p>
            <a:pPr indent="0" lvl="0" marL="0" marR="0" rtl="0" algn="l">
              <a:lnSpc>
                <a:spcPct val="8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8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COLOCAR(obj1,obj2)	en(robot,obj2) ^	sobre(obj1,obj2)</a:t>
            </a:r>
            <a:endParaRPr/>
          </a:p>
          <a:p>
            <a:pPr indent="0" lvl="0" marL="0" marR="0" rtl="0" algn="l">
              <a:lnSpc>
                <a:spcPct val="8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sostiene(obj1)</a:t>
            </a:r>
            <a:endParaRPr/>
          </a:p>
        </p:txBody>
      </p:sp>
      <p:sp>
        <p:nvSpPr>
          <p:cNvPr id="1179" name="Google Shape;1179;p48"/>
          <p:cNvSpPr txBox="1"/>
          <p:nvPr/>
        </p:nvSpPr>
        <p:spPr>
          <a:xfrm>
            <a:off x="179387" y="1844675"/>
            <a:ext cx="1863725" cy="7921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Tabla de diferencias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83" name="Shape 1183"/>
        <p:cNvGrpSpPr/>
        <p:nvPr/>
      </p:nvGrpSpPr>
      <p:grpSpPr>
        <a:xfrm>
          <a:off x="0" y="0"/>
          <a:ext cx="0" cy="0"/>
          <a:chOff x="0" y="0"/>
          <a:chExt cx="0" cy="0"/>
        </a:xfrm>
      </p:grpSpPr>
      <p:sp>
        <p:nvSpPr>
          <p:cNvPr id="1184" name="Google Shape;1184;p49"/>
          <p:cNvSpPr txBox="1"/>
          <p:nvPr>
            <p:ph type="title"/>
          </p:nvPr>
        </p:nvSpPr>
        <p:spPr>
          <a:xfrm>
            <a:off x="457200" y="274637"/>
            <a:ext cx="8435975" cy="8509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Aplicación de “Análisis de medios y fines”</a:t>
            </a:r>
            <a:endParaRPr/>
          </a:p>
        </p:txBody>
      </p:sp>
      <p:sp>
        <p:nvSpPr>
          <p:cNvPr id="1185" name="Google Shape;1185;p49"/>
          <p:cNvSpPr txBox="1"/>
          <p:nvPr/>
        </p:nvSpPr>
        <p:spPr>
          <a:xfrm>
            <a:off x="250825" y="1125537"/>
            <a:ext cx="8569325" cy="40322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Problema</a:t>
            </a:r>
            <a:endParaRPr/>
          </a:p>
          <a:p>
            <a:pPr indent="0" lvl="0" marL="0" marR="0" rtl="0" algn="ctr">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Mover un escritorio de una habitación a otra con dos objetos encima de él. Los objetos situados sobre el escritorio deben moverse también.</a:t>
            </a:r>
            <a:endParaRPr/>
          </a:p>
          <a:p>
            <a:pPr indent="0" lvl="0" marL="0" marR="0" rtl="0" algn="ctr">
              <a:lnSpc>
                <a:spcPct val="100000"/>
              </a:lnSpc>
              <a:spcBef>
                <a:spcPts val="200"/>
              </a:spcBef>
              <a:spcAft>
                <a:spcPts val="0"/>
              </a:spcAft>
              <a:buClr>
                <a:schemeClr val="lt1"/>
              </a:buClr>
              <a:buSzPts val="1000"/>
              <a:buFont typeface="Arial"/>
              <a:buNone/>
            </a:pPr>
            <a:r>
              <a:t/>
            </a:r>
            <a:endParaRPr b="1" i="0" sz="1000" u="none">
              <a:solidFill>
                <a:schemeClr val="lt1"/>
              </a:solidFill>
              <a:latin typeface="Arial"/>
              <a:ea typeface="Arial"/>
              <a:cs typeface="Arial"/>
              <a:sym typeface="Arial"/>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La principal diferencia entre el estado actual y el estado objetivo debería ser la situación del escritorio.</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Para reducir esta diferencia podría escogerse el operador EMPUJAR (tiene cuatro precondiciones). </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Una vez que se ha realizado EMPUJAR, el estado problema esta más cerca del estado objetivo.</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 Los objetos deben volver a ponerse sobre el escritorio.</a:t>
            </a:r>
            <a:endParaRPr/>
          </a:p>
        </p:txBody>
      </p:sp>
      <p:cxnSp>
        <p:nvCxnSpPr>
          <p:cNvPr id="1186" name="Google Shape;1186;p49"/>
          <p:cNvCxnSpPr/>
          <p:nvPr/>
        </p:nvCxnSpPr>
        <p:spPr>
          <a:xfrm>
            <a:off x="779462" y="5984875"/>
            <a:ext cx="7092950" cy="0"/>
          </a:xfrm>
          <a:prstGeom prst="straightConnector1">
            <a:avLst/>
          </a:prstGeom>
          <a:noFill/>
          <a:ln cap="flat" cmpd="sng" w="9525">
            <a:solidFill>
              <a:schemeClr val="lt1"/>
            </a:solidFill>
            <a:prstDash val="solid"/>
            <a:miter lim="800000"/>
            <a:headEnd len="med" w="med" type="none"/>
            <a:tailEnd len="med" w="med" type="none"/>
          </a:ln>
        </p:spPr>
      </p:cxnSp>
      <p:cxnSp>
        <p:nvCxnSpPr>
          <p:cNvPr id="1187" name="Google Shape;1187;p49"/>
          <p:cNvCxnSpPr/>
          <p:nvPr/>
        </p:nvCxnSpPr>
        <p:spPr>
          <a:xfrm>
            <a:off x="779462" y="5768975"/>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188" name="Google Shape;1188;p49"/>
          <p:cNvCxnSpPr/>
          <p:nvPr/>
        </p:nvCxnSpPr>
        <p:spPr>
          <a:xfrm>
            <a:off x="1258887" y="5768975"/>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189" name="Google Shape;1189;p49"/>
          <p:cNvCxnSpPr/>
          <p:nvPr/>
        </p:nvCxnSpPr>
        <p:spPr>
          <a:xfrm>
            <a:off x="1763712" y="5768975"/>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190" name="Google Shape;1190;p49"/>
          <p:cNvCxnSpPr/>
          <p:nvPr/>
        </p:nvCxnSpPr>
        <p:spPr>
          <a:xfrm>
            <a:off x="2268537" y="5768975"/>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191" name="Google Shape;1191;p49"/>
          <p:cNvCxnSpPr/>
          <p:nvPr/>
        </p:nvCxnSpPr>
        <p:spPr>
          <a:xfrm>
            <a:off x="2771775" y="5768975"/>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192" name="Google Shape;1192;p49"/>
          <p:cNvCxnSpPr/>
          <p:nvPr/>
        </p:nvCxnSpPr>
        <p:spPr>
          <a:xfrm>
            <a:off x="5292725" y="5768975"/>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193" name="Google Shape;1193;p49"/>
          <p:cNvCxnSpPr/>
          <p:nvPr/>
        </p:nvCxnSpPr>
        <p:spPr>
          <a:xfrm>
            <a:off x="4284662" y="5768975"/>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194" name="Google Shape;1194;p49"/>
          <p:cNvCxnSpPr/>
          <p:nvPr/>
        </p:nvCxnSpPr>
        <p:spPr>
          <a:xfrm>
            <a:off x="4787900" y="5768975"/>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195" name="Google Shape;1195;p49"/>
          <p:cNvCxnSpPr/>
          <p:nvPr/>
        </p:nvCxnSpPr>
        <p:spPr>
          <a:xfrm>
            <a:off x="6300787" y="5768975"/>
            <a:ext cx="0" cy="431800"/>
          </a:xfrm>
          <a:prstGeom prst="straightConnector1">
            <a:avLst/>
          </a:prstGeom>
          <a:noFill/>
          <a:ln cap="flat" cmpd="sng" w="9525">
            <a:solidFill>
              <a:schemeClr val="lt1"/>
            </a:solidFill>
            <a:prstDash val="solid"/>
            <a:miter lim="800000"/>
            <a:headEnd len="med" w="med" type="none"/>
            <a:tailEnd len="med" w="med" type="none"/>
          </a:ln>
        </p:spPr>
      </p:cxnSp>
      <p:sp>
        <p:nvSpPr>
          <p:cNvPr id="1196" name="Google Shape;1196;p49"/>
          <p:cNvSpPr txBox="1"/>
          <p:nvPr/>
        </p:nvSpPr>
        <p:spPr>
          <a:xfrm>
            <a:off x="755650" y="6273800"/>
            <a:ext cx="7727950" cy="323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000"/>
              <a:buFont typeface="Arial"/>
              <a:buNone/>
            </a:pPr>
            <a:r>
              <a:rPr b="1" i="0" lang="en-US" sz="1000" u="none">
                <a:solidFill>
                  <a:schemeClr val="lt1"/>
                </a:solidFill>
                <a:latin typeface="Arial"/>
                <a:ea typeface="Arial"/>
                <a:cs typeface="Arial"/>
                <a:sym typeface="Arial"/>
              </a:rPr>
              <a:t>Andar    Tomar    Dejar    Tomar    Dejar    </a:t>
            </a:r>
            <a:r>
              <a:rPr b="1" i="0" lang="en-US" sz="1000" u="none">
                <a:solidFill>
                  <a:srgbClr val="0A85FF"/>
                </a:solidFill>
                <a:latin typeface="Arial"/>
                <a:ea typeface="Arial"/>
                <a:cs typeface="Arial"/>
                <a:sym typeface="Arial"/>
              </a:rPr>
              <a:t>Empujar</a:t>
            </a:r>
            <a:r>
              <a:rPr b="1" i="0" lang="en-US" sz="1000" u="none">
                <a:solidFill>
                  <a:schemeClr val="lt1"/>
                </a:solidFill>
                <a:latin typeface="Arial"/>
                <a:ea typeface="Arial"/>
                <a:cs typeface="Arial"/>
                <a:sym typeface="Arial"/>
              </a:rPr>
              <a:t>   Andar   Tomar    Llevar   </a:t>
            </a:r>
            <a:r>
              <a:rPr b="1" i="0" lang="en-US" sz="1000" u="none">
                <a:solidFill>
                  <a:srgbClr val="0A85FF"/>
                </a:solidFill>
                <a:latin typeface="Arial"/>
                <a:ea typeface="Arial"/>
                <a:cs typeface="Arial"/>
                <a:sym typeface="Arial"/>
              </a:rPr>
              <a:t>Colocar   </a:t>
            </a:r>
            <a:r>
              <a:rPr b="1" i="0" lang="en-US" sz="1000" u="none">
                <a:solidFill>
                  <a:schemeClr val="lt1"/>
                </a:solidFill>
                <a:latin typeface="Arial"/>
                <a:ea typeface="Arial"/>
                <a:cs typeface="Arial"/>
                <a:sym typeface="Arial"/>
              </a:rPr>
              <a:t>Andar   Tomar   Llevar   </a:t>
            </a:r>
            <a:r>
              <a:rPr b="1" i="0" lang="en-US" sz="1000" u="none">
                <a:solidFill>
                  <a:srgbClr val="0A85FF"/>
                </a:solidFill>
                <a:latin typeface="Arial"/>
                <a:ea typeface="Arial"/>
                <a:cs typeface="Arial"/>
                <a:sym typeface="Arial"/>
              </a:rPr>
              <a:t>Colocar</a:t>
            </a:r>
            <a:endParaRPr/>
          </a:p>
        </p:txBody>
      </p:sp>
      <p:cxnSp>
        <p:nvCxnSpPr>
          <p:cNvPr id="1197" name="Google Shape;1197;p49"/>
          <p:cNvCxnSpPr/>
          <p:nvPr/>
        </p:nvCxnSpPr>
        <p:spPr>
          <a:xfrm>
            <a:off x="7308850" y="5768975"/>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198" name="Google Shape;1198;p49"/>
          <p:cNvCxnSpPr/>
          <p:nvPr/>
        </p:nvCxnSpPr>
        <p:spPr>
          <a:xfrm>
            <a:off x="7889875" y="5768975"/>
            <a:ext cx="0" cy="431800"/>
          </a:xfrm>
          <a:prstGeom prst="straightConnector1">
            <a:avLst/>
          </a:prstGeom>
          <a:noFill/>
          <a:ln cap="flat" cmpd="sng" w="9525">
            <a:solidFill>
              <a:schemeClr val="lt1"/>
            </a:solidFill>
            <a:prstDash val="solid"/>
            <a:miter lim="800000"/>
            <a:headEnd len="med" w="med" type="none"/>
            <a:tailEnd len="med" w="med" type="none"/>
          </a:ln>
        </p:spPr>
      </p:cxnSp>
      <p:sp>
        <p:nvSpPr>
          <p:cNvPr id="1199" name="Google Shape;1199;p49"/>
          <p:cNvSpPr txBox="1"/>
          <p:nvPr/>
        </p:nvSpPr>
        <p:spPr>
          <a:xfrm>
            <a:off x="900112" y="5229225"/>
            <a:ext cx="6911975" cy="3952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500"/>
              <a:buFont typeface="Arial"/>
              <a:buNone/>
            </a:pPr>
            <a:r>
              <a:rPr b="1" i="0" lang="en-US" sz="1500" u="none">
                <a:solidFill>
                  <a:srgbClr val="FF0000"/>
                </a:solidFill>
                <a:latin typeface="Arial"/>
                <a:ea typeface="Arial"/>
                <a:cs typeface="Arial"/>
                <a:sym typeface="Arial"/>
              </a:rPr>
              <a:t>Progresos del método de medios y fines</a:t>
            </a:r>
            <a:endParaRPr/>
          </a:p>
        </p:txBody>
      </p:sp>
      <p:cxnSp>
        <p:nvCxnSpPr>
          <p:cNvPr id="1200" name="Google Shape;1200;p49"/>
          <p:cNvCxnSpPr/>
          <p:nvPr/>
        </p:nvCxnSpPr>
        <p:spPr>
          <a:xfrm>
            <a:off x="3276600" y="5762625"/>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201" name="Google Shape;1201;p49"/>
          <p:cNvCxnSpPr/>
          <p:nvPr/>
        </p:nvCxnSpPr>
        <p:spPr>
          <a:xfrm>
            <a:off x="3779837" y="5753100"/>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202" name="Google Shape;1202;p49"/>
          <p:cNvCxnSpPr/>
          <p:nvPr/>
        </p:nvCxnSpPr>
        <p:spPr>
          <a:xfrm>
            <a:off x="5795962" y="5786437"/>
            <a:ext cx="0" cy="431800"/>
          </a:xfrm>
          <a:prstGeom prst="straightConnector1">
            <a:avLst/>
          </a:prstGeom>
          <a:noFill/>
          <a:ln cap="flat" cmpd="sng" w="9525">
            <a:solidFill>
              <a:schemeClr val="lt1"/>
            </a:solidFill>
            <a:prstDash val="solid"/>
            <a:miter lim="800000"/>
            <a:headEnd len="med" w="med" type="none"/>
            <a:tailEnd len="med" w="med" type="none"/>
          </a:ln>
        </p:spPr>
      </p:cxnSp>
      <p:cxnSp>
        <p:nvCxnSpPr>
          <p:cNvPr id="1203" name="Google Shape;1203;p49"/>
          <p:cNvCxnSpPr/>
          <p:nvPr/>
        </p:nvCxnSpPr>
        <p:spPr>
          <a:xfrm>
            <a:off x="6804025" y="5776912"/>
            <a:ext cx="0" cy="431800"/>
          </a:xfrm>
          <a:prstGeom prst="straightConnector1">
            <a:avLst/>
          </a:prstGeom>
          <a:noFill/>
          <a:ln cap="flat" cmpd="sng" w="9525">
            <a:solidFill>
              <a:schemeClr val="lt1"/>
            </a:solidFill>
            <a:prstDash val="solid"/>
            <a:miter lim="800000"/>
            <a:headEnd len="med" w="med" type="none"/>
            <a:tailEnd len="med" w="med" type="non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07" name="Shape 1207"/>
        <p:cNvGrpSpPr/>
        <p:nvPr/>
      </p:nvGrpSpPr>
      <p:grpSpPr>
        <a:xfrm>
          <a:off x="0" y="0"/>
          <a:ext cx="0" cy="0"/>
          <a:chOff x="0" y="0"/>
          <a:chExt cx="0" cy="0"/>
        </a:xfrm>
      </p:grpSpPr>
      <p:sp>
        <p:nvSpPr>
          <p:cNvPr id="1208" name="Google Shape;1208;p5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Búsqueda en Problemas de juegos</a:t>
            </a:r>
            <a:endParaRPr/>
          </a:p>
        </p:txBody>
      </p:sp>
      <p:sp>
        <p:nvSpPr>
          <p:cNvPr id="1209" name="Google Shape;1209;p50"/>
          <p:cNvSpPr txBox="1"/>
          <p:nvPr/>
        </p:nvSpPr>
        <p:spPr>
          <a:xfrm>
            <a:off x="1187450" y="1989137"/>
            <a:ext cx="6778625" cy="1223962"/>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El procedimiento minimax</a:t>
            </a:r>
            <a:endParaRPr/>
          </a:p>
          <a:p>
            <a:pPr indent="-457200" lvl="0" marL="457200" marR="0" rtl="0" algn="just">
              <a:lnSpc>
                <a:spcPct val="100000"/>
              </a:lnSpc>
              <a:spcBef>
                <a:spcPts val="560"/>
              </a:spcBef>
              <a:spcAft>
                <a:spcPts val="0"/>
              </a:spcAft>
              <a:buClr>
                <a:schemeClr val="lt1"/>
              </a:buClr>
              <a:buSzPts val="2800"/>
              <a:buFont typeface="Arial"/>
              <a:buAutoNum type="arabicPeriod"/>
            </a:pPr>
            <a:r>
              <a:rPr b="1" i="0" lang="en-US" sz="2800" u="none">
                <a:solidFill>
                  <a:schemeClr val="lt1"/>
                </a:solidFill>
                <a:latin typeface="Arial"/>
                <a:ea typeface="Arial"/>
                <a:cs typeface="Arial"/>
                <a:sym typeface="Arial"/>
              </a:rPr>
              <a:t>El procedimiento alfa-beta</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13" name="Shape 1213"/>
        <p:cNvGrpSpPr/>
        <p:nvPr/>
      </p:nvGrpSpPr>
      <p:grpSpPr>
        <a:xfrm>
          <a:off x="0" y="0"/>
          <a:ext cx="0" cy="0"/>
          <a:chOff x="0" y="0"/>
          <a:chExt cx="0" cy="0"/>
        </a:xfrm>
      </p:grpSpPr>
      <p:sp>
        <p:nvSpPr>
          <p:cNvPr id="1214" name="Google Shape;1214;p51"/>
          <p:cNvSpPr txBox="1"/>
          <p:nvPr>
            <p:ph type="title"/>
          </p:nvPr>
        </p:nvSpPr>
        <p:spPr>
          <a:xfrm>
            <a:off x="457200" y="274637"/>
            <a:ext cx="8229600" cy="777875"/>
          </a:xfrm>
          <a:prstGeom prst="rect">
            <a:avLst/>
          </a:prstGeom>
          <a:noFill/>
          <a:ln>
            <a:noFill/>
          </a:ln>
        </p:spPr>
        <p:txBody>
          <a:bodyPr anchorCtr="0" anchor="ctr" bIns="45700" lIns="91425" spcFirstLastPara="1" rIns="91425" wrap="square" tIns="45700">
            <a:noAutofit/>
          </a:bodyPr>
          <a:lstStyle/>
          <a:p>
            <a:pPr indent="-685800" lvl="0" marL="68580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1. El procedimiento minimax</a:t>
            </a:r>
            <a:endParaRPr/>
          </a:p>
        </p:txBody>
      </p:sp>
      <p:sp>
        <p:nvSpPr>
          <p:cNvPr id="1215" name="Google Shape;1215;p51"/>
          <p:cNvSpPr txBox="1"/>
          <p:nvPr/>
        </p:nvSpPr>
        <p:spPr>
          <a:xfrm>
            <a:off x="539750" y="1125537"/>
            <a:ext cx="8135937" cy="10080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1. Utiliza un </a:t>
            </a:r>
            <a:r>
              <a:rPr b="1" i="0" lang="en-US" sz="2000" u="none">
                <a:solidFill>
                  <a:srgbClr val="FF0000"/>
                </a:solidFill>
                <a:latin typeface="Arial"/>
                <a:ea typeface="Arial"/>
                <a:cs typeface="Arial"/>
                <a:sym typeface="Arial"/>
              </a:rPr>
              <a:t>Generador de movimientos plausibles </a:t>
            </a:r>
            <a:r>
              <a:rPr b="1" i="0" lang="en-US" sz="2000" u="none">
                <a:solidFill>
                  <a:schemeClr val="lt1"/>
                </a:solidFill>
                <a:latin typeface="Arial"/>
                <a:ea typeface="Arial"/>
                <a:cs typeface="Arial"/>
                <a:sym typeface="Arial"/>
              </a:rPr>
              <a:t>para generar un conjunto de posiciones sucesivas posibles a partir de la posición actual.</a:t>
            </a:r>
            <a:endParaRPr/>
          </a:p>
        </p:txBody>
      </p:sp>
      <p:sp>
        <p:nvSpPr>
          <p:cNvPr id="1216" name="Google Shape;1216;p51"/>
          <p:cNvSpPr txBox="1"/>
          <p:nvPr/>
        </p:nvSpPr>
        <p:spPr>
          <a:xfrm>
            <a:off x="468312" y="4868862"/>
            <a:ext cx="8207400" cy="1224000"/>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Se genera una maximización y minimización de valores en capas alternas, correspondiendo a estrategias opuestas que siguen los 2 jugadores</a:t>
            </a:r>
            <a:endParaRPr/>
          </a:p>
        </p:txBody>
      </p:sp>
      <p:sp>
        <p:nvSpPr>
          <p:cNvPr id="1217" name="Google Shape;1217;p51"/>
          <p:cNvSpPr txBox="1"/>
          <p:nvPr/>
        </p:nvSpPr>
        <p:spPr>
          <a:xfrm>
            <a:off x="539750" y="2349500"/>
            <a:ext cx="8135937" cy="7921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2. Aplica una </a:t>
            </a:r>
            <a:r>
              <a:rPr b="1" i="0" lang="en-US" sz="2000" u="none">
                <a:solidFill>
                  <a:srgbClr val="FF0000"/>
                </a:solidFill>
                <a:latin typeface="Arial"/>
                <a:ea typeface="Arial"/>
                <a:cs typeface="Arial"/>
                <a:sym typeface="Arial"/>
              </a:rPr>
              <a:t>Función de evaluación estática</a:t>
            </a:r>
            <a:r>
              <a:rPr b="1" i="0" lang="en-US" sz="2000" u="none">
                <a:solidFill>
                  <a:schemeClr val="lt1"/>
                </a:solidFill>
                <a:latin typeface="Arial"/>
                <a:ea typeface="Arial"/>
                <a:cs typeface="Arial"/>
                <a:sym typeface="Arial"/>
              </a:rPr>
              <a:t> a esas posiciones y escoge la mejor.</a:t>
            </a:r>
            <a:endParaRPr/>
          </a:p>
        </p:txBody>
      </p:sp>
      <p:sp>
        <p:nvSpPr>
          <p:cNvPr id="1218" name="Google Shape;1218;p51"/>
          <p:cNvSpPr txBox="1"/>
          <p:nvPr/>
        </p:nvSpPr>
        <p:spPr>
          <a:xfrm>
            <a:off x="539750" y="3357562"/>
            <a:ext cx="8135937" cy="1295400"/>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3. </a:t>
            </a:r>
            <a:r>
              <a:rPr b="1" i="0" lang="en-US" sz="2000" u="none">
                <a:solidFill>
                  <a:srgbClr val="FF0000"/>
                </a:solidFill>
                <a:latin typeface="Arial"/>
                <a:ea typeface="Arial"/>
                <a:cs typeface="Arial"/>
                <a:sym typeface="Arial"/>
              </a:rPr>
              <a:t>Propaga</a:t>
            </a:r>
            <a:r>
              <a:rPr b="1" i="0" lang="en-US" sz="2000" u="none">
                <a:solidFill>
                  <a:schemeClr val="lt1"/>
                </a:solidFill>
                <a:latin typeface="Arial"/>
                <a:ea typeface="Arial"/>
                <a:cs typeface="Arial"/>
                <a:sym typeface="Arial"/>
              </a:rPr>
              <a:t> los valores hacia la raíz del árbol (posición de partida) para representar nuestra evaluación de la misma. La posición de partida será tan buena para nosotros como la posición generada por el mejor movimiento que podamos hacer a continuación.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22" name="Shape 1222"/>
        <p:cNvGrpSpPr/>
        <p:nvPr/>
      </p:nvGrpSpPr>
      <p:grpSpPr>
        <a:xfrm>
          <a:off x="0" y="0"/>
          <a:ext cx="0" cy="0"/>
          <a:chOff x="0" y="0"/>
          <a:chExt cx="0" cy="0"/>
        </a:xfrm>
      </p:grpSpPr>
      <p:sp>
        <p:nvSpPr>
          <p:cNvPr id="1223" name="Google Shape;1223;p52"/>
          <p:cNvSpPr txBox="1"/>
          <p:nvPr>
            <p:ph type="title"/>
          </p:nvPr>
        </p:nvSpPr>
        <p:spPr>
          <a:xfrm>
            <a:off x="457200" y="188912"/>
            <a:ext cx="8229600" cy="706437"/>
          </a:xfrm>
          <a:prstGeom prst="rect">
            <a:avLst/>
          </a:prstGeom>
          <a:noFill/>
          <a:ln>
            <a:noFill/>
          </a:ln>
        </p:spPr>
        <p:txBody>
          <a:bodyPr anchorCtr="0" anchor="ctr" bIns="45700" lIns="91425" spcFirstLastPara="1" rIns="91425" wrap="square" tIns="45700">
            <a:noAutofit/>
          </a:bodyPr>
          <a:lstStyle/>
          <a:p>
            <a:pPr indent="-685800" lvl="0" marL="68580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Aplicación de “El procedimiento minimax”</a:t>
            </a:r>
            <a:endParaRPr/>
          </a:p>
        </p:txBody>
      </p:sp>
      <p:sp>
        <p:nvSpPr>
          <p:cNvPr id="1224" name="Google Shape;1224;p52"/>
          <p:cNvSpPr txBox="1"/>
          <p:nvPr/>
        </p:nvSpPr>
        <p:spPr>
          <a:xfrm>
            <a:off x="250825" y="908050"/>
            <a:ext cx="8569325" cy="244792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Suponemos que la función de evaluación estática devuelve valores elevados para indicar buenas situaciones para nosotros, de manera que </a:t>
            </a:r>
            <a:r>
              <a:rPr b="1" i="0" lang="en-US" sz="2000" u="none">
                <a:solidFill>
                  <a:srgbClr val="FF0000"/>
                </a:solidFill>
                <a:latin typeface="Arial"/>
                <a:ea typeface="Arial"/>
                <a:cs typeface="Arial"/>
                <a:sym typeface="Arial"/>
              </a:rPr>
              <a:t>nuestra meta es maximizar el valor de la función de evaluación estática</a:t>
            </a:r>
            <a:r>
              <a:rPr b="1" i="0" lang="en-US" sz="2000" u="none">
                <a:solidFill>
                  <a:schemeClr val="lt1"/>
                </a:solidFill>
                <a:latin typeface="Arial"/>
                <a:ea typeface="Arial"/>
                <a:cs typeface="Arial"/>
                <a:sym typeface="Arial"/>
              </a:rPr>
              <a:t> de la siguiente posición del tablero.</a:t>
            </a:r>
            <a:endParaRPr/>
          </a:p>
          <a:p>
            <a:pPr indent="0" lvl="0" marL="0" marR="0" rtl="0" algn="just">
              <a:lnSpc>
                <a:spcPct val="100000"/>
              </a:lnSpc>
              <a:spcBef>
                <a:spcPts val="100"/>
              </a:spcBef>
              <a:spcAft>
                <a:spcPts val="0"/>
              </a:spcAft>
              <a:buClr>
                <a:schemeClr val="lt1"/>
              </a:buClr>
              <a:buSzPts val="500"/>
              <a:buFont typeface="Arial"/>
              <a:buNone/>
            </a:pPr>
            <a:r>
              <a:t/>
            </a:r>
            <a:endParaRPr b="1" i="0" sz="500" u="none">
              <a:solidFill>
                <a:schemeClr val="lt1"/>
              </a:solidFill>
              <a:latin typeface="Arial"/>
              <a:ea typeface="Arial"/>
              <a:cs typeface="Arial"/>
              <a:sym typeface="Arial"/>
            </a:endParaRPr>
          </a:p>
          <a:p>
            <a:pPr indent="0" lvl="0" marL="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La función de evaluación estática devolverá valores entre -10 y 10, donde 10 indica una victoria para nosotros, -10 una victoria para el oponente y 0 un empate.</a:t>
            </a:r>
            <a:endParaRPr/>
          </a:p>
        </p:txBody>
      </p:sp>
      <p:sp>
        <p:nvSpPr>
          <p:cNvPr id="1225" name="Google Shape;1225;p52"/>
          <p:cNvSpPr txBox="1"/>
          <p:nvPr/>
        </p:nvSpPr>
        <p:spPr>
          <a:xfrm>
            <a:off x="2430462" y="3429000"/>
            <a:ext cx="3941762" cy="431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Búsqueda de una sola capa</a:t>
            </a:r>
            <a:endParaRPr/>
          </a:p>
        </p:txBody>
      </p:sp>
      <p:sp>
        <p:nvSpPr>
          <p:cNvPr id="1226" name="Google Shape;1226;p52"/>
          <p:cNvSpPr txBox="1"/>
          <p:nvPr/>
        </p:nvSpPr>
        <p:spPr>
          <a:xfrm>
            <a:off x="3276600" y="3860800"/>
            <a:ext cx="2160587" cy="1655762"/>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1227" name="Google Shape;1227;p52"/>
          <p:cNvGrpSpPr/>
          <p:nvPr/>
        </p:nvGrpSpPr>
        <p:grpSpPr>
          <a:xfrm>
            <a:off x="3565525" y="4003675"/>
            <a:ext cx="1600200" cy="1289050"/>
            <a:chOff x="4014" y="6167"/>
            <a:chExt cx="2520" cy="2029"/>
          </a:xfrm>
        </p:grpSpPr>
        <p:sp>
          <p:nvSpPr>
            <p:cNvPr id="1228" name="Google Shape;1228;p52"/>
            <p:cNvSpPr txBox="1"/>
            <p:nvPr/>
          </p:nvSpPr>
          <p:spPr>
            <a:xfrm>
              <a:off x="4974" y="6167"/>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1229" name="Google Shape;1229;p52"/>
            <p:cNvSpPr txBox="1"/>
            <p:nvPr/>
          </p:nvSpPr>
          <p:spPr>
            <a:xfrm>
              <a:off x="4974" y="7469"/>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1230" name="Google Shape;1230;p52"/>
            <p:cNvSpPr txBox="1"/>
            <p:nvPr/>
          </p:nvSpPr>
          <p:spPr>
            <a:xfrm>
              <a:off x="4014" y="7469"/>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sp>
          <p:nvSpPr>
            <p:cNvPr id="1231" name="Google Shape;1231;p52"/>
            <p:cNvSpPr txBox="1"/>
            <p:nvPr/>
          </p:nvSpPr>
          <p:spPr>
            <a:xfrm>
              <a:off x="5934" y="7469"/>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cxnSp>
          <p:nvCxnSpPr>
            <p:cNvPr id="1232" name="Google Shape;1232;p52"/>
            <p:cNvCxnSpPr/>
            <p:nvPr/>
          </p:nvCxnSpPr>
          <p:spPr>
            <a:xfrm flipH="1">
              <a:off x="4254" y="6569"/>
              <a:ext cx="960" cy="900"/>
            </a:xfrm>
            <a:prstGeom prst="straightConnector1">
              <a:avLst/>
            </a:prstGeom>
            <a:noFill/>
            <a:ln cap="flat" cmpd="sng" w="9525">
              <a:solidFill>
                <a:srgbClr val="000000"/>
              </a:solidFill>
              <a:prstDash val="solid"/>
              <a:miter lim="800000"/>
              <a:headEnd len="med" w="med" type="none"/>
              <a:tailEnd len="med" w="med" type="none"/>
            </a:ln>
          </p:spPr>
        </p:cxnSp>
        <p:cxnSp>
          <p:nvCxnSpPr>
            <p:cNvPr id="1233" name="Google Shape;1233;p52"/>
            <p:cNvCxnSpPr/>
            <p:nvPr/>
          </p:nvCxnSpPr>
          <p:spPr>
            <a:xfrm>
              <a:off x="5214" y="6569"/>
              <a:ext cx="840" cy="900"/>
            </a:xfrm>
            <a:prstGeom prst="straightConnector1">
              <a:avLst/>
            </a:prstGeom>
            <a:noFill/>
            <a:ln cap="flat" cmpd="sng" w="9525">
              <a:solidFill>
                <a:srgbClr val="000000"/>
              </a:solidFill>
              <a:prstDash val="solid"/>
              <a:miter lim="800000"/>
              <a:headEnd len="med" w="med" type="none"/>
              <a:tailEnd len="med" w="med" type="none"/>
            </a:ln>
          </p:spPr>
        </p:cxnSp>
        <p:cxnSp>
          <p:nvCxnSpPr>
            <p:cNvPr id="1234" name="Google Shape;1234;p52"/>
            <p:cNvCxnSpPr/>
            <p:nvPr/>
          </p:nvCxnSpPr>
          <p:spPr>
            <a:xfrm>
              <a:off x="5214" y="6569"/>
              <a:ext cx="0" cy="900"/>
            </a:xfrm>
            <a:prstGeom prst="straightConnector1">
              <a:avLst/>
            </a:prstGeom>
            <a:noFill/>
            <a:ln cap="flat" cmpd="sng" w="9525">
              <a:solidFill>
                <a:srgbClr val="000000"/>
              </a:solidFill>
              <a:prstDash val="solid"/>
              <a:miter lim="800000"/>
              <a:headEnd len="med" w="med" type="none"/>
              <a:tailEnd len="med" w="med" type="none"/>
            </a:ln>
          </p:spPr>
        </p:cxnSp>
        <p:sp>
          <p:nvSpPr>
            <p:cNvPr id="1235" name="Google Shape;1235;p52"/>
            <p:cNvSpPr txBox="1"/>
            <p:nvPr/>
          </p:nvSpPr>
          <p:spPr>
            <a:xfrm>
              <a:off x="4014" y="7794"/>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(8)</a:t>
              </a:r>
              <a:endParaRPr/>
            </a:p>
          </p:txBody>
        </p:sp>
        <p:sp>
          <p:nvSpPr>
            <p:cNvPr id="1236" name="Google Shape;1236;p52"/>
            <p:cNvSpPr txBox="1"/>
            <p:nvPr/>
          </p:nvSpPr>
          <p:spPr>
            <a:xfrm>
              <a:off x="4974" y="7794"/>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sp>
          <p:nvSpPr>
            <p:cNvPr id="1237" name="Google Shape;1237;p52"/>
            <p:cNvSpPr txBox="1"/>
            <p:nvPr/>
          </p:nvSpPr>
          <p:spPr>
            <a:xfrm>
              <a:off x="5814" y="7794"/>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(-2)</a:t>
              </a:r>
              <a:endParaRPr/>
            </a:p>
          </p:txBody>
        </p:sp>
      </p:grpSp>
      <p:sp>
        <p:nvSpPr>
          <p:cNvPr id="1238" name="Google Shape;1238;p52"/>
          <p:cNvSpPr txBox="1"/>
          <p:nvPr/>
        </p:nvSpPr>
        <p:spPr>
          <a:xfrm>
            <a:off x="403225" y="5661025"/>
            <a:ext cx="8569325" cy="108108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Escogemos movernos a B. Al llevar hacia atrás el valor de B hacia A, podemos concluir que el valor de A es 8, puesto que se puede llegar a una posición con un valor de 8.</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42" name="Shape 1242"/>
        <p:cNvGrpSpPr/>
        <p:nvPr/>
      </p:nvGrpSpPr>
      <p:grpSpPr>
        <a:xfrm>
          <a:off x="0" y="0"/>
          <a:ext cx="0" cy="0"/>
          <a:chOff x="0" y="0"/>
          <a:chExt cx="0" cy="0"/>
        </a:xfrm>
      </p:grpSpPr>
      <p:sp>
        <p:nvSpPr>
          <p:cNvPr id="1243" name="Google Shape;1243;p53"/>
          <p:cNvSpPr txBox="1"/>
          <p:nvPr>
            <p:ph type="title"/>
          </p:nvPr>
        </p:nvSpPr>
        <p:spPr>
          <a:xfrm>
            <a:off x="457200" y="188912"/>
            <a:ext cx="8229600" cy="706437"/>
          </a:xfrm>
          <a:prstGeom prst="rect">
            <a:avLst/>
          </a:prstGeom>
          <a:noFill/>
          <a:ln>
            <a:noFill/>
          </a:ln>
        </p:spPr>
        <p:txBody>
          <a:bodyPr anchorCtr="0" anchor="ctr" bIns="45700" lIns="91425" spcFirstLastPara="1" rIns="91425" wrap="square" tIns="45700">
            <a:noAutofit/>
          </a:bodyPr>
          <a:lstStyle/>
          <a:p>
            <a:pPr indent="-685800" lvl="0" marL="68580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Aplicación de “El procedimiento minimax”</a:t>
            </a:r>
            <a:endParaRPr/>
          </a:p>
        </p:txBody>
      </p:sp>
      <p:sp>
        <p:nvSpPr>
          <p:cNvPr id="1244" name="Google Shape;1244;p53"/>
          <p:cNvSpPr txBox="1"/>
          <p:nvPr/>
        </p:nvSpPr>
        <p:spPr>
          <a:xfrm>
            <a:off x="250825" y="836612"/>
            <a:ext cx="8569325" cy="216058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La función de evaluación estática no es completamente precisa, por lo cual llevamos la búsqueda más allá de una sola capa.</a:t>
            </a:r>
            <a:endParaRPr/>
          </a:p>
          <a:p>
            <a:pPr indent="0" lvl="0" marL="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 veces una situación no es tan favorable como en principio parecía.</a:t>
            </a:r>
            <a:endParaRPr/>
          </a:p>
          <a:p>
            <a:pPr indent="0" lvl="0" marL="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Por esto, es deseable prever qué es lo que sucederá en cada una de las nuevas posiciones del juego del siguiente movimiento realizado por el oponente.</a:t>
            </a:r>
            <a:endParaRPr/>
          </a:p>
        </p:txBody>
      </p:sp>
      <p:sp>
        <p:nvSpPr>
          <p:cNvPr id="1245" name="Google Shape;1245;p53"/>
          <p:cNvSpPr txBox="1"/>
          <p:nvPr/>
        </p:nvSpPr>
        <p:spPr>
          <a:xfrm>
            <a:off x="2430462" y="2781300"/>
            <a:ext cx="3941762" cy="431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Búsqueda de dos capas</a:t>
            </a:r>
            <a:endParaRPr/>
          </a:p>
        </p:txBody>
      </p:sp>
      <p:sp>
        <p:nvSpPr>
          <p:cNvPr id="1246" name="Google Shape;1246;p53"/>
          <p:cNvSpPr txBox="1"/>
          <p:nvPr/>
        </p:nvSpPr>
        <p:spPr>
          <a:xfrm>
            <a:off x="403225" y="5373687"/>
            <a:ext cx="8569325" cy="136842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El movimiento que se realiza a continuación debe elegirlo el oponente y deberá propagarse hacia atrás al siguiente nivel.</a:t>
            </a:r>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El objetivo del oponente es minimizar el valor de la función de evaluación.</a:t>
            </a:r>
            <a:endParaRPr/>
          </a:p>
        </p:txBody>
      </p:sp>
      <p:sp>
        <p:nvSpPr>
          <p:cNvPr id="1247" name="Google Shape;1247;p53"/>
          <p:cNvSpPr txBox="1"/>
          <p:nvPr/>
        </p:nvSpPr>
        <p:spPr>
          <a:xfrm>
            <a:off x="2339975" y="3213100"/>
            <a:ext cx="4321175" cy="2016125"/>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1248" name="Google Shape;1248;p53"/>
          <p:cNvGrpSpPr/>
          <p:nvPr/>
        </p:nvGrpSpPr>
        <p:grpSpPr>
          <a:xfrm>
            <a:off x="2557462" y="3286125"/>
            <a:ext cx="3886200" cy="1855787"/>
            <a:chOff x="1974" y="11532"/>
            <a:chExt cx="6120" cy="2922"/>
          </a:xfrm>
        </p:grpSpPr>
        <p:sp>
          <p:nvSpPr>
            <p:cNvPr id="1249" name="Google Shape;1249;p53"/>
            <p:cNvSpPr txBox="1"/>
            <p:nvPr/>
          </p:nvSpPr>
          <p:spPr>
            <a:xfrm>
              <a:off x="5214" y="1153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1250" name="Google Shape;1250;p53"/>
            <p:cNvSpPr txBox="1"/>
            <p:nvPr/>
          </p:nvSpPr>
          <p:spPr>
            <a:xfrm>
              <a:off x="2934" y="127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cxnSp>
          <p:nvCxnSpPr>
            <p:cNvPr id="1251" name="Google Shape;1251;p53"/>
            <p:cNvCxnSpPr/>
            <p:nvPr/>
          </p:nvCxnSpPr>
          <p:spPr>
            <a:xfrm flipH="1">
              <a:off x="2214" y="13152"/>
              <a:ext cx="960" cy="540"/>
            </a:xfrm>
            <a:prstGeom prst="straightConnector1">
              <a:avLst/>
            </a:prstGeom>
            <a:noFill/>
            <a:ln cap="flat" cmpd="sng" w="9525">
              <a:solidFill>
                <a:srgbClr val="000000"/>
              </a:solidFill>
              <a:prstDash val="solid"/>
              <a:miter lim="800000"/>
              <a:headEnd len="med" w="med" type="none"/>
              <a:tailEnd len="med" w="med" type="none"/>
            </a:ln>
          </p:spPr>
        </p:cxnSp>
        <p:sp>
          <p:nvSpPr>
            <p:cNvPr id="1252" name="Google Shape;1252;p53"/>
            <p:cNvSpPr txBox="1"/>
            <p:nvPr/>
          </p:nvSpPr>
          <p:spPr>
            <a:xfrm>
              <a:off x="7014" y="127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sp>
          <p:nvSpPr>
            <p:cNvPr id="1253" name="Google Shape;1253;p53"/>
            <p:cNvSpPr txBox="1"/>
            <p:nvPr/>
          </p:nvSpPr>
          <p:spPr>
            <a:xfrm>
              <a:off x="7494" y="136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K</a:t>
              </a:r>
              <a:endParaRPr/>
            </a:p>
          </p:txBody>
        </p:sp>
        <p:sp>
          <p:nvSpPr>
            <p:cNvPr id="1254" name="Google Shape;1254;p53"/>
            <p:cNvSpPr txBox="1"/>
            <p:nvPr/>
          </p:nvSpPr>
          <p:spPr>
            <a:xfrm>
              <a:off x="6534" y="136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J</a:t>
              </a:r>
              <a:endParaRPr/>
            </a:p>
          </p:txBody>
        </p:sp>
        <p:cxnSp>
          <p:nvCxnSpPr>
            <p:cNvPr id="1255" name="Google Shape;1255;p53"/>
            <p:cNvCxnSpPr/>
            <p:nvPr/>
          </p:nvCxnSpPr>
          <p:spPr>
            <a:xfrm flipH="1">
              <a:off x="6894" y="13152"/>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1256" name="Google Shape;1256;p53"/>
            <p:cNvCxnSpPr/>
            <p:nvPr/>
          </p:nvCxnSpPr>
          <p:spPr>
            <a:xfrm>
              <a:off x="7254" y="13152"/>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1257" name="Google Shape;1257;p53"/>
            <p:cNvCxnSpPr/>
            <p:nvPr/>
          </p:nvCxnSpPr>
          <p:spPr>
            <a:xfrm>
              <a:off x="5454" y="11934"/>
              <a:ext cx="0" cy="720"/>
            </a:xfrm>
            <a:prstGeom prst="straightConnector1">
              <a:avLst/>
            </a:prstGeom>
            <a:noFill/>
            <a:ln cap="flat" cmpd="sng" w="9525">
              <a:solidFill>
                <a:srgbClr val="000000"/>
              </a:solidFill>
              <a:prstDash val="solid"/>
              <a:miter lim="800000"/>
              <a:headEnd len="med" w="med" type="none"/>
              <a:tailEnd len="med" w="med" type="none"/>
            </a:ln>
          </p:spPr>
        </p:cxnSp>
        <p:sp>
          <p:nvSpPr>
            <p:cNvPr id="1258" name="Google Shape;1258;p53"/>
            <p:cNvSpPr txBox="1"/>
            <p:nvPr/>
          </p:nvSpPr>
          <p:spPr>
            <a:xfrm>
              <a:off x="7374" y="14052"/>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sp>
          <p:nvSpPr>
            <p:cNvPr id="1259" name="Google Shape;1259;p53"/>
            <p:cNvSpPr txBox="1"/>
            <p:nvPr/>
          </p:nvSpPr>
          <p:spPr>
            <a:xfrm>
              <a:off x="1974" y="136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a:t>
              </a:r>
              <a:endParaRPr/>
            </a:p>
          </p:txBody>
        </p:sp>
        <p:sp>
          <p:nvSpPr>
            <p:cNvPr id="1260" name="Google Shape;1260;p53"/>
            <p:cNvSpPr txBox="1"/>
            <p:nvPr/>
          </p:nvSpPr>
          <p:spPr>
            <a:xfrm>
              <a:off x="3894" y="136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a:t>
              </a:r>
              <a:endParaRPr/>
            </a:p>
          </p:txBody>
        </p:sp>
        <p:sp>
          <p:nvSpPr>
            <p:cNvPr id="1261" name="Google Shape;1261;p53"/>
            <p:cNvSpPr txBox="1"/>
            <p:nvPr/>
          </p:nvSpPr>
          <p:spPr>
            <a:xfrm>
              <a:off x="2934" y="136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F</a:t>
              </a:r>
              <a:endParaRPr/>
            </a:p>
          </p:txBody>
        </p:sp>
        <p:sp>
          <p:nvSpPr>
            <p:cNvPr id="1262" name="Google Shape;1262;p53"/>
            <p:cNvSpPr txBox="1"/>
            <p:nvPr/>
          </p:nvSpPr>
          <p:spPr>
            <a:xfrm>
              <a:off x="1974" y="14052"/>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(9)</a:t>
              </a:r>
              <a:endParaRPr/>
            </a:p>
          </p:txBody>
        </p:sp>
        <p:sp>
          <p:nvSpPr>
            <p:cNvPr id="1263" name="Google Shape;1263;p53"/>
            <p:cNvSpPr txBox="1"/>
            <p:nvPr/>
          </p:nvSpPr>
          <p:spPr>
            <a:xfrm>
              <a:off x="2814" y="14052"/>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(-6)</a:t>
              </a:r>
              <a:endParaRPr/>
            </a:p>
          </p:txBody>
        </p:sp>
        <p:sp>
          <p:nvSpPr>
            <p:cNvPr id="1264" name="Google Shape;1264;p53"/>
            <p:cNvSpPr txBox="1"/>
            <p:nvPr/>
          </p:nvSpPr>
          <p:spPr>
            <a:xfrm>
              <a:off x="3894" y="14052"/>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(0)</a:t>
              </a:r>
              <a:endParaRPr/>
            </a:p>
          </p:txBody>
        </p:sp>
        <p:cxnSp>
          <p:nvCxnSpPr>
            <p:cNvPr id="1265" name="Google Shape;1265;p53"/>
            <p:cNvCxnSpPr/>
            <p:nvPr/>
          </p:nvCxnSpPr>
          <p:spPr>
            <a:xfrm>
              <a:off x="3174" y="13152"/>
              <a:ext cx="9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1266" name="Google Shape;1266;p53"/>
            <p:cNvCxnSpPr/>
            <p:nvPr/>
          </p:nvCxnSpPr>
          <p:spPr>
            <a:xfrm>
              <a:off x="3174" y="13152"/>
              <a:ext cx="0" cy="540"/>
            </a:xfrm>
            <a:prstGeom prst="straightConnector1">
              <a:avLst/>
            </a:prstGeom>
            <a:noFill/>
            <a:ln cap="flat" cmpd="sng" w="9525">
              <a:solidFill>
                <a:srgbClr val="000000"/>
              </a:solidFill>
              <a:prstDash val="solid"/>
              <a:miter lim="800000"/>
              <a:headEnd len="med" w="med" type="none"/>
              <a:tailEnd len="med" w="med" type="none"/>
            </a:ln>
          </p:spPr>
        </p:cxnSp>
        <p:sp>
          <p:nvSpPr>
            <p:cNvPr id="1267" name="Google Shape;1267;p53"/>
            <p:cNvSpPr txBox="1"/>
            <p:nvPr/>
          </p:nvSpPr>
          <p:spPr>
            <a:xfrm>
              <a:off x="6414" y="14052"/>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(-4)</a:t>
              </a:r>
              <a:endParaRPr/>
            </a:p>
          </p:txBody>
        </p:sp>
        <p:sp>
          <p:nvSpPr>
            <p:cNvPr id="1268" name="Google Shape;1268;p53"/>
            <p:cNvSpPr txBox="1"/>
            <p:nvPr/>
          </p:nvSpPr>
          <p:spPr>
            <a:xfrm>
              <a:off x="5214" y="12750"/>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1269" name="Google Shape;1269;p53"/>
            <p:cNvSpPr txBox="1"/>
            <p:nvPr/>
          </p:nvSpPr>
          <p:spPr>
            <a:xfrm>
              <a:off x="5694" y="136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I</a:t>
              </a:r>
              <a:endParaRPr/>
            </a:p>
          </p:txBody>
        </p:sp>
        <p:sp>
          <p:nvSpPr>
            <p:cNvPr id="1270" name="Google Shape;1270;p53"/>
            <p:cNvSpPr txBox="1"/>
            <p:nvPr/>
          </p:nvSpPr>
          <p:spPr>
            <a:xfrm>
              <a:off x="4734" y="1369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H</a:t>
              </a:r>
              <a:endParaRPr/>
            </a:p>
          </p:txBody>
        </p:sp>
        <p:cxnSp>
          <p:nvCxnSpPr>
            <p:cNvPr id="1271" name="Google Shape;1271;p53"/>
            <p:cNvCxnSpPr/>
            <p:nvPr/>
          </p:nvCxnSpPr>
          <p:spPr>
            <a:xfrm flipH="1">
              <a:off x="5094" y="13152"/>
              <a:ext cx="360" cy="540"/>
            </a:xfrm>
            <a:prstGeom prst="straightConnector1">
              <a:avLst/>
            </a:prstGeom>
            <a:noFill/>
            <a:ln cap="flat" cmpd="sng" w="9525">
              <a:solidFill>
                <a:srgbClr val="000000"/>
              </a:solidFill>
              <a:prstDash val="solid"/>
              <a:miter lim="800000"/>
              <a:headEnd len="med" w="med" type="none"/>
              <a:tailEnd len="med" w="med" type="none"/>
            </a:ln>
          </p:spPr>
        </p:cxnSp>
        <p:cxnSp>
          <p:nvCxnSpPr>
            <p:cNvPr id="1272" name="Google Shape;1272;p53"/>
            <p:cNvCxnSpPr/>
            <p:nvPr/>
          </p:nvCxnSpPr>
          <p:spPr>
            <a:xfrm>
              <a:off x="5454" y="13152"/>
              <a:ext cx="360" cy="540"/>
            </a:xfrm>
            <a:prstGeom prst="straightConnector1">
              <a:avLst/>
            </a:prstGeom>
            <a:noFill/>
            <a:ln cap="flat" cmpd="sng" w="9525">
              <a:solidFill>
                <a:srgbClr val="000000"/>
              </a:solidFill>
              <a:prstDash val="solid"/>
              <a:miter lim="800000"/>
              <a:headEnd len="med" w="med" type="none"/>
              <a:tailEnd len="med" w="med" type="none"/>
            </a:ln>
          </p:spPr>
        </p:cxnSp>
        <p:sp>
          <p:nvSpPr>
            <p:cNvPr id="1273" name="Google Shape;1273;p53"/>
            <p:cNvSpPr txBox="1"/>
            <p:nvPr/>
          </p:nvSpPr>
          <p:spPr>
            <a:xfrm>
              <a:off x="5574" y="14052"/>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(-2)</a:t>
              </a:r>
              <a:endParaRPr/>
            </a:p>
          </p:txBody>
        </p:sp>
        <p:sp>
          <p:nvSpPr>
            <p:cNvPr id="1274" name="Google Shape;1274;p53"/>
            <p:cNvSpPr txBox="1"/>
            <p:nvPr/>
          </p:nvSpPr>
          <p:spPr>
            <a:xfrm>
              <a:off x="4734" y="14052"/>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(0)</a:t>
              </a:r>
              <a:endParaRPr/>
            </a:p>
          </p:txBody>
        </p:sp>
        <p:cxnSp>
          <p:nvCxnSpPr>
            <p:cNvPr id="1275" name="Google Shape;1275;p53"/>
            <p:cNvCxnSpPr/>
            <p:nvPr/>
          </p:nvCxnSpPr>
          <p:spPr>
            <a:xfrm flipH="1">
              <a:off x="3294" y="11934"/>
              <a:ext cx="2160" cy="720"/>
            </a:xfrm>
            <a:prstGeom prst="straightConnector1">
              <a:avLst/>
            </a:prstGeom>
            <a:noFill/>
            <a:ln cap="flat" cmpd="sng" w="9525">
              <a:solidFill>
                <a:srgbClr val="000000"/>
              </a:solidFill>
              <a:prstDash val="solid"/>
              <a:miter lim="800000"/>
              <a:headEnd len="med" w="med" type="none"/>
              <a:tailEnd len="med" w="med" type="none"/>
            </a:ln>
          </p:spPr>
        </p:cxnSp>
        <p:cxnSp>
          <p:nvCxnSpPr>
            <p:cNvPr id="1276" name="Google Shape;1276;p53"/>
            <p:cNvCxnSpPr/>
            <p:nvPr/>
          </p:nvCxnSpPr>
          <p:spPr>
            <a:xfrm>
              <a:off x="5454" y="11934"/>
              <a:ext cx="1800" cy="720"/>
            </a:xfrm>
            <a:prstGeom prst="straightConnector1">
              <a:avLst/>
            </a:prstGeom>
            <a:noFill/>
            <a:ln cap="flat" cmpd="sng" w="9525">
              <a:solidFill>
                <a:srgbClr val="000000"/>
              </a:solidFill>
              <a:prstDash val="solid"/>
              <a:miter lim="800000"/>
              <a:headEnd len="med" w="med" type="none"/>
              <a:tailEnd len="med" w="med" type="none"/>
            </a:ln>
          </p:spPr>
        </p:cxnSp>
      </p:grpSp>
      <p:sp>
        <p:nvSpPr>
          <p:cNvPr id="1277" name="Google Shape;1277;p53"/>
          <p:cNvSpPr txBox="1"/>
          <p:nvPr/>
        </p:nvSpPr>
        <p:spPr>
          <a:xfrm>
            <a:off x="6732587" y="3449637"/>
            <a:ext cx="2087562" cy="133667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000"/>
              <a:buFont typeface="Verdana"/>
              <a:buNone/>
            </a:pPr>
            <a:r>
              <a:rPr b="1" i="0" lang="en-US" sz="1000" u="none">
                <a:solidFill>
                  <a:srgbClr val="FF0000"/>
                </a:solidFill>
                <a:latin typeface="Verdana"/>
                <a:ea typeface="Verdana"/>
                <a:cs typeface="Verdana"/>
                <a:sym typeface="Verdana"/>
              </a:rPr>
              <a:t>A cada una de las posiciones que acabamos de generar se les aplica el generador de movimientos plausibles, generando un conjunto de posiciones posteriores para cada una de ellas.</a:t>
            </a:r>
            <a:endParaRPr/>
          </a:p>
        </p:txBody>
      </p:sp>
      <p:sp>
        <p:nvSpPr>
          <p:cNvPr id="1278" name="Google Shape;1278;p53"/>
          <p:cNvSpPr txBox="1"/>
          <p:nvPr/>
        </p:nvSpPr>
        <p:spPr>
          <a:xfrm>
            <a:off x="403225" y="4714875"/>
            <a:ext cx="1830387" cy="468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000"/>
              <a:buFont typeface="Verdana"/>
              <a:buNone/>
            </a:pPr>
            <a:r>
              <a:rPr b="1" i="0" lang="en-US" sz="1000" u="none">
                <a:solidFill>
                  <a:srgbClr val="FF0000"/>
                </a:solidFill>
                <a:latin typeface="Verdana"/>
                <a:ea typeface="Verdana"/>
                <a:cs typeface="Verdana"/>
                <a:sym typeface="Verdana"/>
              </a:rPr>
              <a:t>Aplicamos la función de evaluación estática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82" name="Shape 1282"/>
        <p:cNvGrpSpPr/>
        <p:nvPr/>
      </p:nvGrpSpPr>
      <p:grpSpPr>
        <a:xfrm>
          <a:off x="0" y="0"/>
          <a:ext cx="0" cy="0"/>
          <a:chOff x="0" y="0"/>
          <a:chExt cx="0" cy="0"/>
        </a:xfrm>
      </p:grpSpPr>
      <p:sp>
        <p:nvSpPr>
          <p:cNvPr id="1283" name="Google Shape;1283;p54"/>
          <p:cNvSpPr txBox="1"/>
          <p:nvPr>
            <p:ph type="title"/>
          </p:nvPr>
        </p:nvSpPr>
        <p:spPr>
          <a:xfrm>
            <a:off x="457200" y="188912"/>
            <a:ext cx="8229600" cy="706437"/>
          </a:xfrm>
          <a:prstGeom prst="rect">
            <a:avLst/>
          </a:prstGeom>
          <a:noFill/>
          <a:ln>
            <a:noFill/>
          </a:ln>
        </p:spPr>
        <p:txBody>
          <a:bodyPr anchorCtr="0" anchor="ctr" bIns="45700" lIns="91425" spcFirstLastPara="1" rIns="91425" wrap="square" tIns="45700">
            <a:noAutofit/>
          </a:bodyPr>
          <a:lstStyle/>
          <a:p>
            <a:pPr indent="-685800" lvl="0" marL="685800" rtl="0" algn="l">
              <a:lnSpc>
                <a:spcPct val="100000"/>
              </a:lnSpc>
              <a:spcBef>
                <a:spcPts val="0"/>
              </a:spcBef>
              <a:spcAft>
                <a:spcPts val="0"/>
              </a:spcAft>
              <a:buClr>
                <a:schemeClr val="lt1"/>
              </a:buClr>
              <a:buSzPts val="3000"/>
              <a:buFont typeface="Arial"/>
              <a:buNone/>
            </a:pPr>
            <a:r>
              <a:rPr b="1" i="0" lang="en-US" sz="3000" u="none">
                <a:solidFill>
                  <a:schemeClr val="lt1"/>
                </a:solidFill>
                <a:latin typeface="Arial"/>
                <a:ea typeface="Arial"/>
                <a:cs typeface="Arial"/>
                <a:sym typeface="Arial"/>
              </a:rPr>
              <a:t>Aplicación de “El procedimiento minimax”</a:t>
            </a:r>
            <a:endParaRPr/>
          </a:p>
        </p:txBody>
      </p:sp>
      <p:sp>
        <p:nvSpPr>
          <p:cNvPr id="1284" name="Google Shape;1284;p54"/>
          <p:cNvSpPr txBox="1"/>
          <p:nvPr/>
        </p:nvSpPr>
        <p:spPr>
          <a:xfrm>
            <a:off x="250825" y="836612"/>
            <a:ext cx="8569325" cy="180022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Se propagan los nuevos valores hacia la raíz del árbol.</a:t>
            </a:r>
            <a:endParaRPr/>
          </a:p>
          <a:p>
            <a:pPr indent="0" lvl="0" marL="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En el nivel representado por la elección del oponente, se elige el menor valor y se propaga hacia atrás.</a:t>
            </a:r>
            <a:endParaRPr/>
          </a:p>
          <a:p>
            <a:pPr indent="0" lvl="0" marL="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En el nivel que representa nuestra elección se elige el nivel máximo y se propaga hasta la raíz.</a:t>
            </a:r>
            <a:endParaRPr/>
          </a:p>
        </p:txBody>
      </p:sp>
      <p:sp>
        <p:nvSpPr>
          <p:cNvPr id="1285" name="Google Shape;1285;p54"/>
          <p:cNvSpPr txBox="1"/>
          <p:nvPr/>
        </p:nvSpPr>
        <p:spPr>
          <a:xfrm>
            <a:off x="1403350" y="2636837"/>
            <a:ext cx="5976937" cy="7207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Propagación hacia atrás de los valores en una búsqueda de dos capas</a:t>
            </a:r>
            <a:endParaRPr/>
          </a:p>
        </p:txBody>
      </p:sp>
      <p:sp>
        <p:nvSpPr>
          <p:cNvPr id="1286" name="Google Shape;1286;p54"/>
          <p:cNvSpPr txBox="1"/>
          <p:nvPr/>
        </p:nvSpPr>
        <p:spPr>
          <a:xfrm>
            <a:off x="323850" y="5589587"/>
            <a:ext cx="8569325" cy="10795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El movimiento correcto que podemos hacer en el primer nivel es C, puesto que no hay nada que el oponente pueda hacer ahí para producir un valor peor que -2.</a:t>
            </a:r>
            <a:endParaRPr/>
          </a:p>
        </p:txBody>
      </p:sp>
      <p:sp>
        <p:nvSpPr>
          <p:cNvPr id="1287" name="Google Shape;1287;p54"/>
          <p:cNvSpPr txBox="1"/>
          <p:nvPr/>
        </p:nvSpPr>
        <p:spPr>
          <a:xfrm>
            <a:off x="1403350" y="3359150"/>
            <a:ext cx="6048375" cy="2085975"/>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1288" name="Google Shape;1288;p54"/>
          <p:cNvGrpSpPr/>
          <p:nvPr/>
        </p:nvGrpSpPr>
        <p:grpSpPr>
          <a:xfrm>
            <a:off x="1835150" y="3502025"/>
            <a:ext cx="5616575" cy="1855787"/>
            <a:chOff x="1429" y="2624"/>
            <a:chExt cx="3538" cy="1169"/>
          </a:xfrm>
        </p:grpSpPr>
        <p:sp>
          <p:nvSpPr>
            <p:cNvPr id="1289" name="Google Shape;1289;p54"/>
            <p:cNvSpPr txBox="1"/>
            <p:nvPr/>
          </p:nvSpPr>
          <p:spPr>
            <a:xfrm>
              <a:off x="2725" y="2624"/>
              <a:ext cx="192"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1290" name="Google Shape;1290;p54"/>
            <p:cNvSpPr txBox="1"/>
            <p:nvPr/>
          </p:nvSpPr>
          <p:spPr>
            <a:xfrm>
              <a:off x="1813" y="3111"/>
              <a:ext cx="192"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cxnSp>
          <p:nvCxnSpPr>
            <p:cNvPr id="1291" name="Google Shape;1291;p54"/>
            <p:cNvCxnSpPr/>
            <p:nvPr/>
          </p:nvCxnSpPr>
          <p:spPr>
            <a:xfrm flipH="1">
              <a:off x="1525" y="3272"/>
              <a:ext cx="384" cy="216"/>
            </a:xfrm>
            <a:prstGeom prst="straightConnector1">
              <a:avLst/>
            </a:prstGeom>
            <a:noFill/>
            <a:ln cap="flat" cmpd="sng" w="9525">
              <a:solidFill>
                <a:srgbClr val="000000"/>
              </a:solidFill>
              <a:prstDash val="solid"/>
              <a:miter lim="800000"/>
              <a:headEnd len="med" w="med" type="none"/>
              <a:tailEnd len="med" w="med" type="none"/>
            </a:ln>
          </p:spPr>
        </p:cxnSp>
        <p:sp>
          <p:nvSpPr>
            <p:cNvPr id="1292" name="Google Shape;1292;p54"/>
            <p:cNvSpPr txBox="1"/>
            <p:nvPr/>
          </p:nvSpPr>
          <p:spPr>
            <a:xfrm>
              <a:off x="3445" y="3111"/>
              <a:ext cx="192"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sp>
          <p:nvSpPr>
            <p:cNvPr id="1293" name="Google Shape;1293;p54"/>
            <p:cNvSpPr txBox="1"/>
            <p:nvPr/>
          </p:nvSpPr>
          <p:spPr>
            <a:xfrm>
              <a:off x="3637" y="3488"/>
              <a:ext cx="192"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K</a:t>
              </a:r>
              <a:endParaRPr/>
            </a:p>
          </p:txBody>
        </p:sp>
        <p:sp>
          <p:nvSpPr>
            <p:cNvPr id="1294" name="Google Shape;1294;p54"/>
            <p:cNvSpPr txBox="1"/>
            <p:nvPr/>
          </p:nvSpPr>
          <p:spPr>
            <a:xfrm>
              <a:off x="3253" y="3488"/>
              <a:ext cx="192"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J</a:t>
              </a:r>
              <a:endParaRPr/>
            </a:p>
          </p:txBody>
        </p:sp>
        <p:cxnSp>
          <p:nvCxnSpPr>
            <p:cNvPr id="1295" name="Google Shape;1295;p54"/>
            <p:cNvCxnSpPr/>
            <p:nvPr/>
          </p:nvCxnSpPr>
          <p:spPr>
            <a:xfrm flipH="1">
              <a:off x="3397" y="3272"/>
              <a:ext cx="144" cy="216"/>
            </a:xfrm>
            <a:prstGeom prst="straightConnector1">
              <a:avLst/>
            </a:prstGeom>
            <a:noFill/>
            <a:ln cap="flat" cmpd="sng" w="9525">
              <a:solidFill>
                <a:srgbClr val="000000"/>
              </a:solidFill>
              <a:prstDash val="solid"/>
              <a:miter lim="800000"/>
              <a:headEnd len="med" w="med" type="none"/>
              <a:tailEnd len="med" w="med" type="none"/>
            </a:ln>
          </p:spPr>
        </p:cxnSp>
        <p:cxnSp>
          <p:nvCxnSpPr>
            <p:cNvPr id="1296" name="Google Shape;1296;p54"/>
            <p:cNvCxnSpPr/>
            <p:nvPr/>
          </p:nvCxnSpPr>
          <p:spPr>
            <a:xfrm>
              <a:off x="3541" y="3272"/>
              <a:ext cx="144" cy="216"/>
            </a:xfrm>
            <a:prstGeom prst="straightConnector1">
              <a:avLst/>
            </a:prstGeom>
            <a:noFill/>
            <a:ln cap="flat" cmpd="sng" w="9525">
              <a:solidFill>
                <a:srgbClr val="000000"/>
              </a:solidFill>
              <a:prstDash val="solid"/>
              <a:miter lim="800000"/>
              <a:headEnd len="med" w="med" type="none"/>
              <a:tailEnd len="med" w="med" type="none"/>
            </a:ln>
          </p:spPr>
        </p:cxnSp>
        <p:cxnSp>
          <p:nvCxnSpPr>
            <p:cNvPr id="1297" name="Google Shape;1297;p54"/>
            <p:cNvCxnSpPr/>
            <p:nvPr/>
          </p:nvCxnSpPr>
          <p:spPr>
            <a:xfrm>
              <a:off x="2821" y="2785"/>
              <a:ext cx="0" cy="288"/>
            </a:xfrm>
            <a:prstGeom prst="straightConnector1">
              <a:avLst/>
            </a:prstGeom>
            <a:noFill/>
            <a:ln cap="flat" cmpd="sng" w="9525">
              <a:solidFill>
                <a:srgbClr val="000000"/>
              </a:solidFill>
              <a:prstDash val="solid"/>
              <a:miter lim="800000"/>
              <a:headEnd len="med" w="med" type="none"/>
              <a:tailEnd len="med" w="med" type="none"/>
            </a:ln>
          </p:spPr>
        </p:cxnSp>
        <p:sp>
          <p:nvSpPr>
            <p:cNvPr id="1298" name="Google Shape;1298;p54"/>
            <p:cNvSpPr txBox="1"/>
            <p:nvPr/>
          </p:nvSpPr>
          <p:spPr>
            <a:xfrm>
              <a:off x="3589" y="3632"/>
              <a:ext cx="288"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sp>
          <p:nvSpPr>
            <p:cNvPr id="1299" name="Google Shape;1299;p54"/>
            <p:cNvSpPr txBox="1"/>
            <p:nvPr/>
          </p:nvSpPr>
          <p:spPr>
            <a:xfrm>
              <a:off x="1429" y="3488"/>
              <a:ext cx="192"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a:t>
              </a:r>
              <a:endParaRPr/>
            </a:p>
          </p:txBody>
        </p:sp>
        <p:sp>
          <p:nvSpPr>
            <p:cNvPr id="1300" name="Google Shape;1300;p54"/>
            <p:cNvSpPr txBox="1"/>
            <p:nvPr/>
          </p:nvSpPr>
          <p:spPr>
            <a:xfrm>
              <a:off x="2197" y="3488"/>
              <a:ext cx="192"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a:t>
              </a:r>
              <a:endParaRPr/>
            </a:p>
          </p:txBody>
        </p:sp>
        <p:sp>
          <p:nvSpPr>
            <p:cNvPr id="1301" name="Google Shape;1301;p54"/>
            <p:cNvSpPr txBox="1"/>
            <p:nvPr/>
          </p:nvSpPr>
          <p:spPr>
            <a:xfrm>
              <a:off x="1813" y="3488"/>
              <a:ext cx="192"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F</a:t>
              </a:r>
              <a:endParaRPr/>
            </a:p>
          </p:txBody>
        </p:sp>
        <p:sp>
          <p:nvSpPr>
            <p:cNvPr id="1302" name="Google Shape;1302;p54"/>
            <p:cNvSpPr txBox="1"/>
            <p:nvPr/>
          </p:nvSpPr>
          <p:spPr>
            <a:xfrm>
              <a:off x="1429" y="3632"/>
              <a:ext cx="240"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(9)</a:t>
              </a:r>
              <a:endParaRPr/>
            </a:p>
          </p:txBody>
        </p:sp>
        <p:sp>
          <p:nvSpPr>
            <p:cNvPr id="1303" name="Google Shape;1303;p54"/>
            <p:cNvSpPr txBox="1"/>
            <p:nvPr/>
          </p:nvSpPr>
          <p:spPr>
            <a:xfrm>
              <a:off x="1765" y="3632"/>
              <a:ext cx="288"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(-6)</a:t>
              </a:r>
              <a:endParaRPr/>
            </a:p>
          </p:txBody>
        </p:sp>
        <p:sp>
          <p:nvSpPr>
            <p:cNvPr id="1304" name="Google Shape;1304;p54"/>
            <p:cNvSpPr txBox="1"/>
            <p:nvPr/>
          </p:nvSpPr>
          <p:spPr>
            <a:xfrm>
              <a:off x="2197" y="3632"/>
              <a:ext cx="240"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(0)</a:t>
              </a:r>
              <a:endParaRPr/>
            </a:p>
          </p:txBody>
        </p:sp>
        <p:cxnSp>
          <p:nvCxnSpPr>
            <p:cNvPr id="1305" name="Google Shape;1305;p54"/>
            <p:cNvCxnSpPr/>
            <p:nvPr/>
          </p:nvCxnSpPr>
          <p:spPr>
            <a:xfrm>
              <a:off x="1909" y="3272"/>
              <a:ext cx="384" cy="216"/>
            </a:xfrm>
            <a:prstGeom prst="straightConnector1">
              <a:avLst/>
            </a:prstGeom>
            <a:noFill/>
            <a:ln cap="flat" cmpd="sng" w="9525">
              <a:solidFill>
                <a:srgbClr val="000000"/>
              </a:solidFill>
              <a:prstDash val="solid"/>
              <a:miter lim="800000"/>
              <a:headEnd len="med" w="med" type="none"/>
              <a:tailEnd len="med" w="med" type="none"/>
            </a:ln>
          </p:spPr>
        </p:cxnSp>
        <p:cxnSp>
          <p:nvCxnSpPr>
            <p:cNvPr id="1306" name="Google Shape;1306;p54"/>
            <p:cNvCxnSpPr/>
            <p:nvPr/>
          </p:nvCxnSpPr>
          <p:spPr>
            <a:xfrm>
              <a:off x="1909" y="3272"/>
              <a:ext cx="0" cy="216"/>
            </a:xfrm>
            <a:prstGeom prst="straightConnector1">
              <a:avLst/>
            </a:prstGeom>
            <a:noFill/>
            <a:ln cap="flat" cmpd="sng" w="9525">
              <a:solidFill>
                <a:srgbClr val="000000"/>
              </a:solidFill>
              <a:prstDash val="solid"/>
              <a:miter lim="800000"/>
              <a:headEnd len="med" w="med" type="none"/>
              <a:tailEnd len="med" w="med" type="none"/>
            </a:ln>
          </p:spPr>
        </p:cxnSp>
        <p:sp>
          <p:nvSpPr>
            <p:cNvPr id="1307" name="Google Shape;1307;p54"/>
            <p:cNvSpPr txBox="1"/>
            <p:nvPr/>
          </p:nvSpPr>
          <p:spPr>
            <a:xfrm>
              <a:off x="3205" y="3632"/>
              <a:ext cx="288"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(-4)</a:t>
              </a:r>
              <a:endParaRPr/>
            </a:p>
          </p:txBody>
        </p:sp>
        <p:sp>
          <p:nvSpPr>
            <p:cNvPr id="1308" name="Google Shape;1308;p54"/>
            <p:cNvSpPr txBox="1"/>
            <p:nvPr/>
          </p:nvSpPr>
          <p:spPr>
            <a:xfrm>
              <a:off x="2725" y="3111"/>
              <a:ext cx="192"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1309" name="Google Shape;1309;p54"/>
            <p:cNvSpPr txBox="1"/>
            <p:nvPr/>
          </p:nvSpPr>
          <p:spPr>
            <a:xfrm>
              <a:off x="2917" y="3488"/>
              <a:ext cx="192"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I</a:t>
              </a:r>
              <a:endParaRPr/>
            </a:p>
          </p:txBody>
        </p:sp>
        <p:sp>
          <p:nvSpPr>
            <p:cNvPr id="1310" name="Google Shape;1310;p54"/>
            <p:cNvSpPr txBox="1"/>
            <p:nvPr/>
          </p:nvSpPr>
          <p:spPr>
            <a:xfrm>
              <a:off x="2533" y="3488"/>
              <a:ext cx="192"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H</a:t>
              </a:r>
              <a:endParaRPr/>
            </a:p>
          </p:txBody>
        </p:sp>
        <p:cxnSp>
          <p:nvCxnSpPr>
            <p:cNvPr id="1311" name="Google Shape;1311;p54"/>
            <p:cNvCxnSpPr/>
            <p:nvPr/>
          </p:nvCxnSpPr>
          <p:spPr>
            <a:xfrm flipH="1">
              <a:off x="2677" y="3272"/>
              <a:ext cx="144" cy="216"/>
            </a:xfrm>
            <a:prstGeom prst="straightConnector1">
              <a:avLst/>
            </a:prstGeom>
            <a:noFill/>
            <a:ln cap="flat" cmpd="sng" w="9525">
              <a:solidFill>
                <a:srgbClr val="000000"/>
              </a:solidFill>
              <a:prstDash val="solid"/>
              <a:miter lim="800000"/>
              <a:headEnd len="med" w="med" type="none"/>
              <a:tailEnd len="med" w="med" type="none"/>
            </a:ln>
          </p:spPr>
        </p:cxnSp>
        <p:cxnSp>
          <p:nvCxnSpPr>
            <p:cNvPr id="1312" name="Google Shape;1312;p54"/>
            <p:cNvCxnSpPr/>
            <p:nvPr/>
          </p:nvCxnSpPr>
          <p:spPr>
            <a:xfrm>
              <a:off x="2821" y="3272"/>
              <a:ext cx="144" cy="216"/>
            </a:xfrm>
            <a:prstGeom prst="straightConnector1">
              <a:avLst/>
            </a:prstGeom>
            <a:noFill/>
            <a:ln cap="flat" cmpd="sng" w="9525">
              <a:solidFill>
                <a:srgbClr val="000000"/>
              </a:solidFill>
              <a:prstDash val="solid"/>
              <a:miter lim="800000"/>
              <a:headEnd len="med" w="med" type="none"/>
              <a:tailEnd len="med" w="med" type="none"/>
            </a:ln>
          </p:spPr>
        </p:cxnSp>
        <p:sp>
          <p:nvSpPr>
            <p:cNvPr id="1313" name="Google Shape;1313;p54"/>
            <p:cNvSpPr txBox="1"/>
            <p:nvPr/>
          </p:nvSpPr>
          <p:spPr>
            <a:xfrm>
              <a:off x="2869" y="3632"/>
              <a:ext cx="288"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(-2)</a:t>
              </a:r>
              <a:endParaRPr/>
            </a:p>
          </p:txBody>
        </p:sp>
        <p:sp>
          <p:nvSpPr>
            <p:cNvPr id="1314" name="Google Shape;1314;p54"/>
            <p:cNvSpPr txBox="1"/>
            <p:nvPr/>
          </p:nvSpPr>
          <p:spPr>
            <a:xfrm>
              <a:off x="2533" y="3632"/>
              <a:ext cx="240"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(0)</a:t>
              </a:r>
              <a:endParaRPr/>
            </a:p>
          </p:txBody>
        </p:sp>
        <p:cxnSp>
          <p:nvCxnSpPr>
            <p:cNvPr id="1315" name="Google Shape;1315;p54"/>
            <p:cNvCxnSpPr/>
            <p:nvPr/>
          </p:nvCxnSpPr>
          <p:spPr>
            <a:xfrm flipH="1">
              <a:off x="1957" y="2785"/>
              <a:ext cx="864" cy="288"/>
            </a:xfrm>
            <a:prstGeom prst="straightConnector1">
              <a:avLst/>
            </a:prstGeom>
            <a:noFill/>
            <a:ln cap="flat" cmpd="sng" w="9525">
              <a:solidFill>
                <a:srgbClr val="000000"/>
              </a:solidFill>
              <a:prstDash val="solid"/>
              <a:miter lim="800000"/>
              <a:headEnd len="med" w="med" type="none"/>
              <a:tailEnd len="med" w="med" type="none"/>
            </a:ln>
          </p:spPr>
        </p:cxnSp>
        <p:cxnSp>
          <p:nvCxnSpPr>
            <p:cNvPr id="1316" name="Google Shape;1316;p54"/>
            <p:cNvCxnSpPr/>
            <p:nvPr/>
          </p:nvCxnSpPr>
          <p:spPr>
            <a:xfrm>
              <a:off x="2821" y="2785"/>
              <a:ext cx="720" cy="288"/>
            </a:xfrm>
            <a:prstGeom prst="straightConnector1">
              <a:avLst/>
            </a:prstGeom>
            <a:noFill/>
            <a:ln cap="flat" cmpd="sng" w="9525">
              <a:solidFill>
                <a:srgbClr val="000000"/>
              </a:solidFill>
              <a:prstDash val="solid"/>
              <a:miter lim="800000"/>
              <a:headEnd len="med" w="med" type="none"/>
              <a:tailEnd len="med" w="med" type="none"/>
            </a:ln>
          </p:spPr>
        </p:cxnSp>
        <p:sp>
          <p:nvSpPr>
            <p:cNvPr id="1317" name="Google Shape;1317;p54"/>
            <p:cNvSpPr txBox="1"/>
            <p:nvPr/>
          </p:nvSpPr>
          <p:spPr>
            <a:xfrm>
              <a:off x="3552" y="2641"/>
              <a:ext cx="1415" cy="15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Maximización de la capa</a:t>
              </a:r>
              <a:endParaRPr/>
            </a:p>
          </p:txBody>
        </p:sp>
        <p:sp>
          <p:nvSpPr>
            <p:cNvPr id="1318" name="Google Shape;1318;p54"/>
            <p:cNvSpPr txBox="1"/>
            <p:nvPr/>
          </p:nvSpPr>
          <p:spPr>
            <a:xfrm>
              <a:off x="1957" y="3128"/>
              <a:ext cx="288"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(-6)</a:t>
              </a:r>
              <a:endParaRPr/>
            </a:p>
          </p:txBody>
        </p:sp>
        <p:sp>
          <p:nvSpPr>
            <p:cNvPr id="1319" name="Google Shape;1319;p54"/>
            <p:cNvSpPr txBox="1"/>
            <p:nvPr/>
          </p:nvSpPr>
          <p:spPr>
            <a:xfrm>
              <a:off x="2869" y="3128"/>
              <a:ext cx="288"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(-2)</a:t>
              </a:r>
              <a:endParaRPr/>
            </a:p>
          </p:txBody>
        </p:sp>
        <p:sp>
          <p:nvSpPr>
            <p:cNvPr id="1320" name="Google Shape;1320;p54"/>
            <p:cNvSpPr txBox="1"/>
            <p:nvPr/>
          </p:nvSpPr>
          <p:spPr>
            <a:xfrm>
              <a:off x="3589" y="3128"/>
              <a:ext cx="288"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(-4)</a:t>
              </a:r>
              <a:endParaRPr/>
            </a:p>
          </p:txBody>
        </p:sp>
        <p:sp>
          <p:nvSpPr>
            <p:cNvPr id="1321" name="Google Shape;1321;p54"/>
            <p:cNvSpPr txBox="1"/>
            <p:nvPr/>
          </p:nvSpPr>
          <p:spPr>
            <a:xfrm>
              <a:off x="2869" y="2624"/>
              <a:ext cx="288"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(-2)</a:t>
              </a:r>
              <a:endParaRPr/>
            </a:p>
          </p:txBody>
        </p:sp>
        <p:sp>
          <p:nvSpPr>
            <p:cNvPr id="1322" name="Google Shape;1322;p54"/>
            <p:cNvSpPr txBox="1"/>
            <p:nvPr/>
          </p:nvSpPr>
          <p:spPr>
            <a:xfrm>
              <a:off x="3685" y="3217"/>
              <a:ext cx="1200"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Minimización de la capa</a:t>
              </a:r>
              <a:endParaRPr/>
            </a:p>
          </p:txBody>
        </p:sp>
      </p:grpSp>
      <p:sp>
        <p:nvSpPr>
          <p:cNvPr id="1323" name="Google Shape;1323;p54"/>
          <p:cNvSpPr txBox="1"/>
          <p:nvPr/>
        </p:nvSpPr>
        <p:spPr>
          <a:xfrm>
            <a:off x="403225" y="4113212"/>
            <a:ext cx="1830387" cy="468312"/>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000"/>
              <a:buFont typeface="Verdana"/>
              <a:buNone/>
            </a:pPr>
            <a:r>
              <a:rPr b="1" i="0" lang="en-US" sz="1000" u="none">
                <a:solidFill>
                  <a:srgbClr val="FF0000"/>
                </a:solidFill>
                <a:latin typeface="Verdana"/>
                <a:ea typeface="Verdana"/>
                <a:cs typeface="Verdana"/>
                <a:sym typeface="Verdana"/>
              </a:rPr>
              <a:t>Nivel que representa mi elección</a:t>
            </a:r>
            <a:endParaRPr/>
          </a:p>
        </p:txBody>
      </p:sp>
      <p:sp>
        <p:nvSpPr>
          <p:cNvPr id="1324" name="Google Shape;1324;p54"/>
          <p:cNvSpPr txBox="1"/>
          <p:nvPr/>
        </p:nvSpPr>
        <p:spPr>
          <a:xfrm>
            <a:off x="6011862" y="4833937"/>
            <a:ext cx="2089150" cy="466725"/>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000"/>
              <a:buFont typeface="Verdana"/>
              <a:buNone/>
            </a:pPr>
            <a:r>
              <a:rPr b="1" i="0" lang="en-US" sz="1000" u="none">
                <a:solidFill>
                  <a:srgbClr val="FF0000"/>
                </a:solidFill>
                <a:latin typeface="Verdana"/>
                <a:ea typeface="Verdana"/>
                <a:cs typeface="Verdana"/>
                <a:sym typeface="Verdana"/>
              </a:rPr>
              <a:t>Nivel representado por la elección del oponente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28" name="Shape 1328"/>
        <p:cNvGrpSpPr/>
        <p:nvPr/>
      </p:nvGrpSpPr>
      <p:grpSpPr>
        <a:xfrm>
          <a:off x="0" y="0"/>
          <a:ext cx="0" cy="0"/>
          <a:chOff x="0" y="0"/>
          <a:chExt cx="0" cy="0"/>
        </a:xfrm>
      </p:grpSpPr>
      <p:sp>
        <p:nvSpPr>
          <p:cNvPr id="1329" name="Google Shape;1329;p55"/>
          <p:cNvSpPr txBox="1"/>
          <p:nvPr>
            <p:ph idx="4294967295" type="title"/>
          </p:nvPr>
        </p:nvSpPr>
        <p:spPr>
          <a:xfrm>
            <a:off x="457200" y="188912"/>
            <a:ext cx="8229600" cy="706437"/>
          </a:xfrm>
          <a:prstGeom prst="rect">
            <a:avLst/>
          </a:prstGeom>
          <a:noFill/>
          <a:ln>
            <a:noFill/>
          </a:ln>
        </p:spPr>
        <p:txBody>
          <a:bodyPr anchorCtr="0" anchor="ctr" bIns="45700" lIns="91425" spcFirstLastPara="1" rIns="91425" wrap="square" tIns="45700">
            <a:noAutofit/>
          </a:bodyPr>
          <a:lstStyle/>
          <a:p>
            <a:pPr indent="-685800" lvl="0" marL="685800" marR="0" rtl="0" algn="l">
              <a:lnSpc>
                <a:spcPct val="100000"/>
              </a:lnSpc>
              <a:spcBef>
                <a:spcPts val="0"/>
              </a:spcBef>
              <a:spcAft>
                <a:spcPts val="0"/>
              </a:spcAft>
              <a:buClr>
                <a:schemeClr val="lt1"/>
              </a:buClr>
              <a:buSzPts val="3600"/>
              <a:buFont typeface="Arial"/>
              <a:buNone/>
            </a:pPr>
            <a:r>
              <a:rPr b="1" i="0" lang="en-US" sz="3600" u="none" cap="none" strike="noStrike">
                <a:solidFill>
                  <a:schemeClr val="lt1"/>
                </a:solidFill>
                <a:latin typeface="Arial"/>
                <a:ea typeface="Arial"/>
                <a:cs typeface="Arial"/>
                <a:sym typeface="Arial"/>
              </a:rPr>
              <a:t>2. El procedimiento alfa-beta</a:t>
            </a:r>
            <a:endParaRPr/>
          </a:p>
        </p:txBody>
      </p:sp>
      <p:sp>
        <p:nvSpPr>
          <p:cNvPr id="1330" name="Google Shape;1330;p55"/>
          <p:cNvSpPr txBox="1"/>
          <p:nvPr/>
        </p:nvSpPr>
        <p:spPr>
          <a:xfrm>
            <a:off x="250825" y="836612"/>
            <a:ext cx="8569325" cy="561657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1900"/>
              <a:buFont typeface="Arial"/>
              <a:buNone/>
            </a:pPr>
            <a:r>
              <a:rPr b="1" i="0" lang="en-US" sz="1900" u="none">
                <a:solidFill>
                  <a:schemeClr val="lt1"/>
                </a:solidFill>
                <a:latin typeface="Arial"/>
                <a:ea typeface="Arial"/>
                <a:cs typeface="Arial"/>
                <a:sym typeface="Arial"/>
              </a:rPr>
              <a:t>La </a:t>
            </a:r>
            <a:r>
              <a:rPr b="1" i="0" lang="en-US" sz="1900" u="none">
                <a:solidFill>
                  <a:srgbClr val="FF0000"/>
                </a:solidFill>
                <a:latin typeface="Arial"/>
                <a:ea typeface="Arial"/>
                <a:cs typeface="Arial"/>
                <a:sym typeface="Arial"/>
              </a:rPr>
              <a:t>poda alfa-beta</a:t>
            </a:r>
            <a:r>
              <a:rPr b="1" i="0" lang="en-US" sz="1900" u="none">
                <a:solidFill>
                  <a:schemeClr val="lt1"/>
                </a:solidFill>
                <a:latin typeface="Arial"/>
                <a:ea typeface="Arial"/>
                <a:cs typeface="Arial"/>
                <a:sym typeface="Arial"/>
              </a:rPr>
              <a:t> es una técnica de búsqueda que reduce el número de nodos evaluados en un árbol de juego por el algoritmo Minimax.</a:t>
            </a:r>
            <a:endParaRPr/>
          </a:p>
          <a:p>
            <a:pPr indent="0" lvl="0" marL="0" marR="0" rtl="0" algn="ctr">
              <a:lnSpc>
                <a:spcPct val="100000"/>
              </a:lnSpc>
              <a:spcBef>
                <a:spcPts val="380"/>
              </a:spcBef>
              <a:spcAft>
                <a:spcPts val="0"/>
              </a:spcAft>
              <a:buClr>
                <a:schemeClr val="lt1"/>
              </a:buClr>
              <a:buSzPts val="1900"/>
              <a:buFont typeface="Arial"/>
              <a:buNone/>
            </a:pPr>
            <a:r>
              <a:rPr b="1" i="0" lang="en-US" sz="1900" u="none">
                <a:solidFill>
                  <a:schemeClr val="lt1"/>
                </a:solidFill>
                <a:latin typeface="Arial"/>
                <a:ea typeface="Arial"/>
                <a:cs typeface="Arial"/>
                <a:sym typeface="Arial"/>
              </a:rPr>
              <a:t>Se utilizan técnicas de </a:t>
            </a:r>
            <a:r>
              <a:rPr b="1" i="0" lang="en-US" sz="1900" u="none">
                <a:solidFill>
                  <a:srgbClr val="FF0000"/>
                </a:solidFill>
                <a:latin typeface="Arial"/>
                <a:ea typeface="Arial"/>
                <a:cs typeface="Arial"/>
                <a:sym typeface="Arial"/>
              </a:rPr>
              <a:t>ramificación y acotación</a:t>
            </a:r>
            <a:endParaRPr b="1" i="0" sz="1900" u="none">
              <a:solidFill>
                <a:schemeClr val="lt1"/>
              </a:solidFill>
              <a:latin typeface="Arial"/>
              <a:ea typeface="Arial"/>
              <a:cs typeface="Arial"/>
              <a:sym typeface="Arial"/>
            </a:endParaRPr>
          </a:p>
          <a:p>
            <a:pPr indent="0" lvl="0" marL="0" marR="0" rtl="0" algn="just">
              <a:lnSpc>
                <a:spcPct val="100000"/>
              </a:lnSpc>
              <a:spcBef>
                <a:spcPts val="100"/>
              </a:spcBef>
              <a:spcAft>
                <a:spcPts val="0"/>
              </a:spcAft>
              <a:buClr>
                <a:schemeClr val="lt1"/>
              </a:buClr>
              <a:buSzPts val="500"/>
              <a:buFont typeface="Arial"/>
              <a:buNone/>
            </a:pPr>
            <a:r>
              <a:t/>
            </a:r>
            <a:endParaRPr b="1" i="0" sz="500" u="none">
              <a:solidFill>
                <a:schemeClr val="lt1"/>
              </a:solidFill>
              <a:latin typeface="Arial"/>
              <a:ea typeface="Arial"/>
              <a:cs typeface="Arial"/>
              <a:sym typeface="Arial"/>
            </a:endParaRPr>
          </a:p>
          <a:p>
            <a:pPr indent="0" lvl="0" marL="0" marR="0" rtl="0" algn="just">
              <a:lnSpc>
                <a:spcPct val="100000"/>
              </a:lnSpc>
              <a:spcBef>
                <a:spcPts val="380"/>
              </a:spcBef>
              <a:spcAft>
                <a:spcPts val="0"/>
              </a:spcAft>
              <a:buClr>
                <a:schemeClr val="lt1"/>
              </a:buClr>
              <a:buSzPts val="1900"/>
              <a:buFont typeface="Arial"/>
              <a:buNone/>
            </a:pPr>
            <a:r>
              <a:rPr b="1" i="0" lang="en-US" sz="1900" u="none">
                <a:solidFill>
                  <a:schemeClr val="lt1"/>
                </a:solidFill>
                <a:latin typeface="Arial"/>
                <a:ea typeface="Arial"/>
                <a:cs typeface="Arial"/>
                <a:sym typeface="Arial"/>
              </a:rPr>
              <a:t>La poda alfa-beta toma dicho nombre de la utilización de </a:t>
            </a:r>
            <a:r>
              <a:rPr b="1" i="0" lang="en-US" sz="1900" u="none">
                <a:solidFill>
                  <a:srgbClr val="FF0000"/>
                </a:solidFill>
                <a:latin typeface="Arial"/>
                <a:ea typeface="Arial"/>
                <a:cs typeface="Arial"/>
                <a:sym typeface="Arial"/>
              </a:rPr>
              <a:t>dos parámetros</a:t>
            </a:r>
            <a:r>
              <a:rPr b="1" i="0" lang="en-US" sz="1900" u="none">
                <a:solidFill>
                  <a:schemeClr val="lt1"/>
                </a:solidFill>
                <a:latin typeface="Arial"/>
                <a:ea typeface="Arial"/>
                <a:cs typeface="Arial"/>
                <a:sym typeface="Arial"/>
              </a:rPr>
              <a:t> (uno para cada uno de los jugadores) que describen los límites sobre los valores hacia atrás que aparecen a lo largo de cada camino.</a:t>
            </a:r>
            <a:endParaRPr/>
          </a:p>
          <a:p>
            <a:pPr indent="0" lvl="0" marL="0" marR="0" rtl="0" algn="just">
              <a:lnSpc>
                <a:spcPct val="100000"/>
              </a:lnSpc>
              <a:spcBef>
                <a:spcPts val="380"/>
              </a:spcBef>
              <a:spcAft>
                <a:spcPts val="0"/>
              </a:spcAft>
              <a:buClr>
                <a:schemeClr val="lt1"/>
              </a:buClr>
              <a:buSzPts val="1900"/>
              <a:buFont typeface="Arial"/>
              <a:buNone/>
            </a:pPr>
            <a:r>
              <a:rPr b="1" i="0" lang="en-US" sz="1900" u="none">
                <a:solidFill>
                  <a:schemeClr val="lt1"/>
                </a:solidFill>
                <a:latin typeface="Arial"/>
                <a:ea typeface="Arial"/>
                <a:cs typeface="Arial"/>
                <a:sym typeface="Arial"/>
              </a:rPr>
              <a:t>• </a:t>
            </a:r>
            <a:r>
              <a:rPr b="1" i="0" lang="en-US" sz="1900" u="none">
                <a:solidFill>
                  <a:srgbClr val="FF0000"/>
                </a:solidFill>
                <a:latin typeface="Arial"/>
                <a:ea typeface="Arial"/>
                <a:cs typeface="Arial"/>
                <a:sym typeface="Arial"/>
              </a:rPr>
              <a:t>α (alfa)</a:t>
            </a:r>
            <a:r>
              <a:rPr b="1" i="0" lang="en-US" sz="1900" u="none">
                <a:solidFill>
                  <a:schemeClr val="lt1"/>
                </a:solidFill>
                <a:latin typeface="Arial"/>
                <a:ea typeface="Arial"/>
                <a:cs typeface="Arial"/>
                <a:sym typeface="Arial"/>
              </a:rPr>
              <a:t> es el valor de la mejor opción hasta el momento a lo largo del camino para MAX, esto implicará por lo tanto la </a:t>
            </a:r>
            <a:r>
              <a:rPr b="1" i="0" lang="en-US" sz="1900" u="none">
                <a:solidFill>
                  <a:srgbClr val="FF0000"/>
                </a:solidFill>
                <a:latin typeface="Arial"/>
                <a:ea typeface="Arial"/>
                <a:cs typeface="Arial"/>
                <a:sym typeface="Arial"/>
              </a:rPr>
              <a:t>elección del valor más alto</a:t>
            </a:r>
            <a:endParaRPr/>
          </a:p>
          <a:p>
            <a:pPr indent="0" lvl="0" marL="0" marR="0" rtl="0" algn="just">
              <a:lnSpc>
                <a:spcPct val="100000"/>
              </a:lnSpc>
              <a:spcBef>
                <a:spcPts val="380"/>
              </a:spcBef>
              <a:spcAft>
                <a:spcPts val="0"/>
              </a:spcAft>
              <a:buClr>
                <a:schemeClr val="lt1"/>
              </a:buClr>
              <a:buSzPts val="1900"/>
              <a:buFont typeface="Arial"/>
              <a:buNone/>
            </a:pPr>
            <a:r>
              <a:rPr b="1" i="0" lang="en-US" sz="1900" u="none">
                <a:solidFill>
                  <a:schemeClr val="lt1"/>
                </a:solidFill>
                <a:latin typeface="Arial"/>
                <a:ea typeface="Arial"/>
                <a:cs typeface="Arial"/>
                <a:sym typeface="Arial"/>
              </a:rPr>
              <a:t>• </a:t>
            </a:r>
            <a:r>
              <a:rPr b="1" i="0" lang="en-US" sz="1900" u="none">
                <a:solidFill>
                  <a:srgbClr val="FF0000"/>
                </a:solidFill>
                <a:latin typeface="Arial"/>
                <a:ea typeface="Arial"/>
                <a:cs typeface="Arial"/>
                <a:sym typeface="Arial"/>
              </a:rPr>
              <a:t>ß (beta)</a:t>
            </a:r>
            <a:r>
              <a:rPr b="1" i="0" lang="en-US" sz="1900" u="none">
                <a:solidFill>
                  <a:schemeClr val="lt1"/>
                </a:solidFill>
                <a:latin typeface="Arial"/>
                <a:ea typeface="Arial"/>
                <a:cs typeface="Arial"/>
                <a:sym typeface="Arial"/>
              </a:rPr>
              <a:t> es el valor de la mejor opción hasta el momento a lo largo del camino para MIN, esto implicará por lo tanto la </a:t>
            </a:r>
            <a:r>
              <a:rPr b="1" i="0" lang="en-US" sz="1900" u="none">
                <a:solidFill>
                  <a:srgbClr val="FF0000"/>
                </a:solidFill>
                <a:latin typeface="Arial"/>
                <a:ea typeface="Arial"/>
                <a:cs typeface="Arial"/>
                <a:sym typeface="Arial"/>
              </a:rPr>
              <a:t>elección del valor más bajo</a:t>
            </a:r>
            <a:endParaRPr b="1" i="0" sz="1900" u="none">
              <a:solidFill>
                <a:schemeClr val="lt1"/>
              </a:solidFill>
              <a:latin typeface="Arial"/>
              <a:ea typeface="Arial"/>
              <a:cs typeface="Arial"/>
              <a:sym typeface="Arial"/>
            </a:endParaRPr>
          </a:p>
          <a:p>
            <a:pPr indent="0" lvl="0" marL="0" marR="0" rtl="0" algn="just">
              <a:lnSpc>
                <a:spcPct val="100000"/>
              </a:lnSpc>
              <a:spcBef>
                <a:spcPts val="100"/>
              </a:spcBef>
              <a:spcAft>
                <a:spcPts val="0"/>
              </a:spcAft>
              <a:buClr>
                <a:schemeClr val="lt1"/>
              </a:buClr>
              <a:buSzPts val="500"/>
              <a:buFont typeface="Arial"/>
              <a:buNone/>
            </a:pPr>
            <a:r>
              <a:t/>
            </a:r>
            <a:endParaRPr b="1" i="0" sz="500" u="none">
              <a:solidFill>
                <a:schemeClr val="lt1"/>
              </a:solidFill>
              <a:latin typeface="Arial"/>
              <a:ea typeface="Arial"/>
              <a:cs typeface="Arial"/>
              <a:sym typeface="Arial"/>
            </a:endParaRPr>
          </a:p>
          <a:p>
            <a:pPr indent="0" lvl="0" marL="0" marR="0" rtl="0" algn="just">
              <a:lnSpc>
                <a:spcPct val="100000"/>
              </a:lnSpc>
              <a:spcBef>
                <a:spcPts val="380"/>
              </a:spcBef>
              <a:spcAft>
                <a:spcPts val="0"/>
              </a:spcAft>
              <a:buClr>
                <a:schemeClr val="lt1"/>
              </a:buClr>
              <a:buSzPts val="1900"/>
              <a:buFont typeface="Arial"/>
              <a:buNone/>
            </a:pPr>
            <a:r>
              <a:rPr b="1" i="0" lang="en-US" sz="1900" u="none">
                <a:solidFill>
                  <a:schemeClr val="lt1"/>
                </a:solidFill>
                <a:latin typeface="Arial"/>
                <a:ea typeface="Arial"/>
                <a:cs typeface="Arial"/>
                <a:sym typeface="Arial"/>
              </a:rPr>
              <a:t>Esta búsqueda alfa-beta va actualizando el valor de los parámetros según se recorre el árbol. El método realizará la poda de las ramas restantes cuando el valor actual que se está examinando sea peor que el valor actual de α o ß para MAX o MIN, respectivamente.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34" name="Shape 1334"/>
        <p:cNvGrpSpPr/>
        <p:nvPr/>
      </p:nvGrpSpPr>
      <p:grpSpPr>
        <a:xfrm>
          <a:off x="0" y="0"/>
          <a:ext cx="0" cy="0"/>
          <a:chOff x="0" y="0"/>
          <a:chExt cx="0" cy="0"/>
        </a:xfrm>
      </p:grpSpPr>
      <p:sp>
        <p:nvSpPr>
          <p:cNvPr id="1335" name="Google Shape;1335;p56"/>
          <p:cNvSpPr txBox="1"/>
          <p:nvPr>
            <p:ph type="title"/>
          </p:nvPr>
        </p:nvSpPr>
        <p:spPr>
          <a:xfrm>
            <a:off x="395287" y="274637"/>
            <a:ext cx="8353425" cy="633412"/>
          </a:xfrm>
          <a:prstGeom prst="rect">
            <a:avLst/>
          </a:prstGeom>
          <a:noFill/>
          <a:ln>
            <a:noFill/>
          </a:ln>
        </p:spPr>
        <p:txBody>
          <a:bodyPr anchorCtr="0" anchor="ctr" bIns="45700" lIns="91425" spcFirstLastPara="1" rIns="91425" wrap="square" tIns="45700">
            <a:noAutofit/>
          </a:bodyPr>
          <a:lstStyle/>
          <a:p>
            <a:pPr indent="-685800" lvl="0" marL="68580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Aplicación de “ La poda alfa-beta”</a:t>
            </a:r>
            <a:endParaRPr/>
          </a:p>
        </p:txBody>
      </p:sp>
      <p:sp>
        <p:nvSpPr>
          <p:cNvPr id="1336" name="Google Shape;1336;p56"/>
          <p:cNvSpPr txBox="1"/>
          <p:nvPr/>
        </p:nvSpPr>
        <p:spPr>
          <a:xfrm>
            <a:off x="3276600" y="981075"/>
            <a:ext cx="1924050" cy="35877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Poda alfa</a:t>
            </a:r>
            <a:endParaRPr/>
          </a:p>
        </p:txBody>
      </p:sp>
      <p:sp>
        <p:nvSpPr>
          <p:cNvPr id="1337" name="Google Shape;1337;p56"/>
          <p:cNvSpPr txBox="1"/>
          <p:nvPr/>
        </p:nvSpPr>
        <p:spPr>
          <a:xfrm>
            <a:off x="2051050" y="1484312"/>
            <a:ext cx="4321175" cy="2087562"/>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1338" name="Google Shape;1338;p56"/>
          <p:cNvGrpSpPr/>
          <p:nvPr/>
        </p:nvGrpSpPr>
        <p:grpSpPr>
          <a:xfrm>
            <a:off x="2124075" y="1555750"/>
            <a:ext cx="4248150" cy="1871662"/>
            <a:chOff x="204" y="890"/>
            <a:chExt cx="2676" cy="1179"/>
          </a:xfrm>
        </p:grpSpPr>
        <p:sp>
          <p:nvSpPr>
            <p:cNvPr id="1339" name="Google Shape;1339;p56"/>
            <p:cNvSpPr txBox="1"/>
            <p:nvPr/>
          </p:nvSpPr>
          <p:spPr>
            <a:xfrm>
              <a:off x="1083" y="890"/>
              <a:ext cx="159"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1340" name="Google Shape;1340;p56"/>
            <p:cNvSpPr txBox="1"/>
            <p:nvPr/>
          </p:nvSpPr>
          <p:spPr>
            <a:xfrm>
              <a:off x="1682" y="1377"/>
              <a:ext cx="160"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1341" name="Google Shape;1341;p56"/>
            <p:cNvSpPr txBox="1"/>
            <p:nvPr/>
          </p:nvSpPr>
          <p:spPr>
            <a:xfrm>
              <a:off x="1842" y="1754"/>
              <a:ext cx="159"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a:t>
              </a:r>
              <a:endParaRPr/>
            </a:p>
          </p:txBody>
        </p:sp>
        <p:sp>
          <p:nvSpPr>
            <p:cNvPr id="1342" name="Google Shape;1342;p56"/>
            <p:cNvSpPr txBox="1"/>
            <p:nvPr/>
          </p:nvSpPr>
          <p:spPr>
            <a:xfrm>
              <a:off x="1522" y="1754"/>
              <a:ext cx="160"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F</a:t>
              </a:r>
              <a:endParaRPr/>
            </a:p>
          </p:txBody>
        </p:sp>
        <p:cxnSp>
          <p:nvCxnSpPr>
            <p:cNvPr id="1343" name="Google Shape;1343;p56"/>
            <p:cNvCxnSpPr/>
            <p:nvPr/>
          </p:nvCxnSpPr>
          <p:spPr>
            <a:xfrm flipH="1">
              <a:off x="1642" y="1538"/>
              <a:ext cx="120" cy="216"/>
            </a:xfrm>
            <a:prstGeom prst="straightConnector1">
              <a:avLst/>
            </a:prstGeom>
            <a:noFill/>
            <a:ln cap="flat" cmpd="sng" w="9525">
              <a:solidFill>
                <a:srgbClr val="000000"/>
              </a:solidFill>
              <a:prstDash val="solid"/>
              <a:miter lim="800000"/>
              <a:headEnd len="med" w="med" type="none"/>
              <a:tailEnd len="med" w="med" type="none"/>
            </a:ln>
          </p:spPr>
        </p:cxnSp>
        <p:cxnSp>
          <p:nvCxnSpPr>
            <p:cNvPr id="1344" name="Google Shape;1344;p56"/>
            <p:cNvCxnSpPr/>
            <p:nvPr/>
          </p:nvCxnSpPr>
          <p:spPr>
            <a:xfrm>
              <a:off x="1762" y="1538"/>
              <a:ext cx="119" cy="216"/>
            </a:xfrm>
            <a:prstGeom prst="straightConnector1">
              <a:avLst/>
            </a:prstGeom>
            <a:noFill/>
            <a:ln cap="flat" cmpd="sng" w="9525">
              <a:solidFill>
                <a:srgbClr val="000000"/>
              </a:solidFill>
              <a:prstDash val="solid"/>
              <a:miter lim="800000"/>
              <a:headEnd len="med" w="med" type="none"/>
              <a:tailEnd len="med" w="med" type="none"/>
            </a:ln>
          </p:spPr>
        </p:cxnSp>
        <p:sp>
          <p:nvSpPr>
            <p:cNvPr id="1345" name="Google Shape;1345;p56"/>
            <p:cNvSpPr txBox="1"/>
            <p:nvPr/>
          </p:nvSpPr>
          <p:spPr>
            <a:xfrm>
              <a:off x="1482" y="1898"/>
              <a:ext cx="355"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1346" name="Google Shape;1346;p56"/>
            <p:cNvSpPr txBox="1"/>
            <p:nvPr/>
          </p:nvSpPr>
          <p:spPr>
            <a:xfrm>
              <a:off x="364" y="1377"/>
              <a:ext cx="160"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sp>
          <p:nvSpPr>
            <p:cNvPr id="1347" name="Google Shape;1347;p56"/>
            <p:cNvSpPr txBox="1"/>
            <p:nvPr/>
          </p:nvSpPr>
          <p:spPr>
            <a:xfrm>
              <a:off x="524" y="1754"/>
              <a:ext cx="159"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a:t>
              </a:r>
              <a:endParaRPr/>
            </a:p>
          </p:txBody>
        </p:sp>
        <p:sp>
          <p:nvSpPr>
            <p:cNvPr id="1348" name="Google Shape;1348;p56"/>
            <p:cNvSpPr txBox="1"/>
            <p:nvPr/>
          </p:nvSpPr>
          <p:spPr>
            <a:xfrm>
              <a:off x="204" y="1754"/>
              <a:ext cx="160" cy="16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cxnSp>
          <p:nvCxnSpPr>
            <p:cNvPr id="1349" name="Google Shape;1349;p56"/>
            <p:cNvCxnSpPr/>
            <p:nvPr/>
          </p:nvCxnSpPr>
          <p:spPr>
            <a:xfrm flipH="1">
              <a:off x="324" y="1538"/>
              <a:ext cx="120" cy="216"/>
            </a:xfrm>
            <a:prstGeom prst="straightConnector1">
              <a:avLst/>
            </a:prstGeom>
            <a:noFill/>
            <a:ln cap="flat" cmpd="sng" w="9525">
              <a:solidFill>
                <a:srgbClr val="000000"/>
              </a:solidFill>
              <a:prstDash val="solid"/>
              <a:miter lim="800000"/>
              <a:headEnd len="med" w="med" type="none"/>
              <a:tailEnd len="med" w="med" type="none"/>
            </a:ln>
          </p:spPr>
        </p:cxnSp>
        <p:cxnSp>
          <p:nvCxnSpPr>
            <p:cNvPr id="1350" name="Google Shape;1350;p56"/>
            <p:cNvCxnSpPr/>
            <p:nvPr/>
          </p:nvCxnSpPr>
          <p:spPr>
            <a:xfrm>
              <a:off x="444" y="1538"/>
              <a:ext cx="119" cy="216"/>
            </a:xfrm>
            <a:prstGeom prst="straightConnector1">
              <a:avLst/>
            </a:prstGeom>
            <a:noFill/>
            <a:ln cap="flat" cmpd="sng" w="9525">
              <a:solidFill>
                <a:srgbClr val="000000"/>
              </a:solidFill>
              <a:prstDash val="solid"/>
              <a:miter lim="800000"/>
              <a:headEnd len="med" w="med" type="none"/>
              <a:tailEnd len="med" w="med" type="none"/>
            </a:ln>
          </p:spPr>
        </p:cxnSp>
        <p:sp>
          <p:nvSpPr>
            <p:cNvPr id="1351" name="Google Shape;1351;p56"/>
            <p:cNvSpPr txBox="1"/>
            <p:nvPr/>
          </p:nvSpPr>
          <p:spPr>
            <a:xfrm>
              <a:off x="484" y="1898"/>
              <a:ext cx="239"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1352" name="Google Shape;1352;p56"/>
            <p:cNvSpPr txBox="1"/>
            <p:nvPr/>
          </p:nvSpPr>
          <p:spPr>
            <a:xfrm>
              <a:off x="204" y="1898"/>
              <a:ext cx="272" cy="1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cxnSp>
          <p:nvCxnSpPr>
            <p:cNvPr id="1353" name="Google Shape;1353;p56"/>
            <p:cNvCxnSpPr/>
            <p:nvPr/>
          </p:nvCxnSpPr>
          <p:spPr>
            <a:xfrm flipH="1">
              <a:off x="444" y="1051"/>
              <a:ext cx="719" cy="288"/>
            </a:xfrm>
            <a:prstGeom prst="straightConnector1">
              <a:avLst/>
            </a:prstGeom>
            <a:noFill/>
            <a:ln cap="flat" cmpd="sng" w="9525">
              <a:solidFill>
                <a:srgbClr val="000000"/>
              </a:solidFill>
              <a:prstDash val="solid"/>
              <a:miter lim="800000"/>
              <a:headEnd len="med" w="med" type="none"/>
              <a:tailEnd len="med" w="med" type="none"/>
            </a:ln>
          </p:spPr>
        </p:cxnSp>
        <p:cxnSp>
          <p:nvCxnSpPr>
            <p:cNvPr id="1354" name="Google Shape;1354;p56"/>
            <p:cNvCxnSpPr/>
            <p:nvPr/>
          </p:nvCxnSpPr>
          <p:spPr>
            <a:xfrm>
              <a:off x="1163" y="1051"/>
              <a:ext cx="599" cy="288"/>
            </a:xfrm>
            <a:prstGeom prst="straightConnector1">
              <a:avLst/>
            </a:prstGeom>
            <a:noFill/>
            <a:ln cap="flat" cmpd="sng" w="9525">
              <a:solidFill>
                <a:srgbClr val="000000"/>
              </a:solidFill>
              <a:prstDash val="solid"/>
              <a:miter lim="800000"/>
              <a:headEnd len="med" w="med" type="none"/>
              <a:tailEnd len="med" w="med" type="none"/>
            </a:ln>
          </p:spPr>
        </p:cxnSp>
        <p:sp>
          <p:nvSpPr>
            <p:cNvPr id="1355" name="Google Shape;1355;p56"/>
            <p:cNvSpPr txBox="1"/>
            <p:nvPr/>
          </p:nvSpPr>
          <p:spPr>
            <a:xfrm>
              <a:off x="1827" y="907"/>
              <a:ext cx="1053" cy="21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Maximización de la capa</a:t>
              </a:r>
              <a:endParaRPr/>
            </a:p>
          </p:txBody>
        </p:sp>
        <p:sp>
          <p:nvSpPr>
            <p:cNvPr id="1356" name="Google Shape;1356;p56"/>
            <p:cNvSpPr txBox="1"/>
            <p:nvPr/>
          </p:nvSpPr>
          <p:spPr>
            <a:xfrm>
              <a:off x="484" y="1394"/>
              <a:ext cx="239"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sp>
          <p:nvSpPr>
            <p:cNvPr id="1357" name="Google Shape;1357;p56"/>
            <p:cNvSpPr txBox="1"/>
            <p:nvPr/>
          </p:nvSpPr>
          <p:spPr>
            <a:xfrm>
              <a:off x="1802" y="1394"/>
              <a:ext cx="443" cy="17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(=&lt;-5)</a:t>
              </a:r>
              <a:endParaRPr/>
            </a:p>
          </p:txBody>
        </p:sp>
        <p:sp>
          <p:nvSpPr>
            <p:cNvPr id="1358" name="Google Shape;1358;p56"/>
            <p:cNvSpPr txBox="1"/>
            <p:nvPr/>
          </p:nvSpPr>
          <p:spPr>
            <a:xfrm>
              <a:off x="1203" y="890"/>
              <a:ext cx="362" cy="18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(&gt;=3)</a:t>
              </a:r>
              <a:endParaRPr/>
            </a:p>
          </p:txBody>
        </p:sp>
        <p:sp>
          <p:nvSpPr>
            <p:cNvPr id="1359" name="Google Shape;1359;p56"/>
            <p:cNvSpPr txBox="1"/>
            <p:nvPr/>
          </p:nvSpPr>
          <p:spPr>
            <a:xfrm>
              <a:off x="1881" y="1545"/>
              <a:ext cx="999" cy="16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Minimización de la capa</a:t>
              </a:r>
              <a:endParaRPr/>
            </a:p>
          </p:txBody>
        </p:sp>
      </p:grpSp>
      <p:sp>
        <p:nvSpPr>
          <p:cNvPr id="1360" name="Google Shape;1360;p56"/>
          <p:cNvSpPr txBox="1"/>
          <p:nvPr/>
        </p:nvSpPr>
        <p:spPr>
          <a:xfrm>
            <a:off x="250825" y="3668712"/>
            <a:ext cx="8642350" cy="314166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1700"/>
              <a:buFont typeface="Arial"/>
              <a:buNone/>
            </a:pPr>
            <a:r>
              <a:rPr b="1" i="0" lang="en-US" sz="1700" u="none">
                <a:solidFill>
                  <a:schemeClr val="lt1"/>
                </a:solidFill>
                <a:latin typeface="Arial"/>
                <a:ea typeface="Arial"/>
                <a:cs typeface="Arial"/>
                <a:sym typeface="Arial"/>
              </a:rPr>
              <a:t>1.Tenemos un resultado seguro de 3 o más en el nodo A, si nos movemos a B </a:t>
            </a:r>
            <a:r>
              <a:rPr b="1" i="0" lang="en-US" sz="1700" u="none">
                <a:solidFill>
                  <a:srgbClr val="FF0000"/>
                </a:solidFill>
                <a:latin typeface="Arial"/>
                <a:ea typeface="Arial"/>
                <a:cs typeface="Arial"/>
                <a:sym typeface="Arial"/>
              </a:rPr>
              <a:t>(valor alfa)</a:t>
            </a:r>
            <a:r>
              <a:rPr b="1" i="0" lang="en-US" sz="1700" u="none">
                <a:solidFill>
                  <a:schemeClr val="lt1"/>
                </a:solidFill>
                <a:latin typeface="Arial"/>
                <a:ea typeface="Arial"/>
                <a:cs typeface="Arial"/>
                <a:sym typeface="Arial"/>
              </a:rPr>
              <a:t> </a:t>
            </a:r>
            <a:endParaRPr/>
          </a:p>
          <a:p>
            <a:pPr indent="0" lvl="0" marL="0" marR="0" rtl="0" algn="just">
              <a:lnSpc>
                <a:spcPct val="100000"/>
              </a:lnSpc>
              <a:spcBef>
                <a:spcPts val="340"/>
              </a:spcBef>
              <a:spcAft>
                <a:spcPts val="0"/>
              </a:spcAft>
              <a:buClr>
                <a:schemeClr val="lt1"/>
              </a:buClr>
              <a:buSzPts val="1700"/>
              <a:buFont typeface="Arial"/>
              <a:buNone/>
            </a:pPr>
            <a:r>
              <a:rPr b="1" i="0" lang="en-US" sz="1700" u="none">
                <a:solidFill>
                  <a:schemeClr val="lt1"/>
                </a:solidFill>
                <a:latin typeface="Arial"/>
                <a:ea typeface="Arial"/>
                <a:cs typeface="Arial"/>
                <a:sym typeface="Arial"/>
              </a:rPr>
              <a:t>2. Después de examinar el nodo F, sabemos que el oponente tiene garantizado un resultado de -5 o menos en C </a:t>
            </a:r>
            <a:r>
              <a:rPr b="1" i="0" lang="en-US" sz="1700" u="none">
                <a:solidFill>
                  <a:srgbClr val="FF0000"/>
                </a:solidFill>
                <a:latin typeface="Arial"/>
                <a:ea typeface="Arial"/>
                <a:cs typeface="Arial"/>
                <a:sym typeface="Arial"/>
              </a:rPr>
              <a:t>(el oponente es el jugador minimizador)</a:t>
            </a:r>
            <a:endParaRPr/>
          </a:p>
          <a:p>
            <a:pPr indent="0" lvl="0" marL="0" marR="0" rtl="0" algn="just">
              <a:lnSpc>
                <a:spcPct val="100000"/>
              </a:lnSpc>
              <a:spcBef>
                <a:spcPts val="340"/>
              </a:spcBef>
              <a:spcAft>
                <a:spcPts val="0"/>
              </a:spcAft>
              <a:buClr>
                <a:schemeClr val="lt1"/>
              </a:buClr>
              <a:buSzPts val="1700"/>
              <a:buFont typeface="Arial"/>
              <a:buNone/>
            </a:pPr>
            <a:r>
              <a:rPr b="1" i="0" lang="en-US" sz="1700" u="none">
                <a:solidFill>
                  <a:schemeClr val="lt1"/>
                </a:solidFill>
                <a:latin typeface="Arial"/>
                <a:ea typeface="Arial"/>
                <a:cs typeface="Arial"/>
                <a:sym typeface="Arial"/>
              </a:rPr>
              <a:t>3. Cualquier otro movimiento que produzca un resultado de menos de 3 es peor que el movimiento a B y podemos ignorarlo.</a:t>
            </a:r>
            <a:endParaRPr/>
          </a:p>
          <a:p>
            <a:pPr indent="0" lvl="0" marL="0" marR="0" rtl="0" algn="just">
              <a:lnSpc>
                <a:spcPct val="100000"/>
              </a:lnSpc>
              <a:spcBef>
                <a:spcPts val="340"/>
              </a:spcBef>
              <a:spcAft>
                <a:spcPts val="0"/>
              </a:spcAft>
              <a:buClr>
                <a:schemeClr val="lt1"/>
              </a:buClr>
              <a:buSzPts val="1700"/>
              <a:buFont typeface="Arial"/>
              <a:buNone/>
            </a:pPr>
            <a:r>
              <a:rPr b="1" i="0" lang="en-US" sz="1700" u="none">
                <a:solidFill>
                  <a:schemeClr val="lt1"/>
                </a:solidFill>
                <a:latin typeface="Arial"/>
                <a:ea typeface="Arial"/>
                <a:cs typeface="Arial"/>
                <a:sym typeface="Arial"/>
              </a:rPr>
              <a:t>4. Con solo examinar F podemos asegurar que un movimiento en C es peor (será menor o igual que -5), sin necesidad de mirar el resultado del nodo G.</a:t>
            </a:r>
            <a:endParaRPr/>
          </a:p>
          <a:p>
            <a:pPr indent="0" lvl="0" marL="0" marR="0" rtl="0" algn="just">
              <a:lnSpc>
                <a:spcPct val="100000"/>
              </a:lnSpc>
              <a:spcBef>
                <a:spcPts val="340"/>
              </a:spcBef>
              <a:spcAft>
                <a:spcPts val="0"/>
              </a:spcAft>
              <a:buClr>
                <a:schemeClr val="lt1"/>
              </a:buClr>
              <a:buSzPts val="1700"/>
              <a:buFont typeface="Arial"/>
              <a:buNone/>
            </a:pPr>
            <a:r>
              <a:rPr b="1" i="0" lang="en-US" sz="1700" u="none">
                <a:solidFill>
                  <a:schemeClr val="lt1"/>
                </a:solidFill>
                <a:latin typeface="Arial"/>
                <a:ea typeface="Arial"/>
                <a:cs typeface="Arial"/>
                <a:sym typeface="Arial"/>
              </a:rPr>
              <a:t>5. Así, no necesitamos en absoluto explorar el nodo G.</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64" name="Shape 1364"/>
        <p:cNvGrpSpPr/>
        <p:nvPr/>
      </p:nvGrpSpPr>
      <p:grpSpPr>
        <a:xfrm>
          <a:off x="0" y="0"/>
          <a:ext cx="0" cy="0"/>
          <a:chOff x="0" y="0"/>
          <a:chExt cx="0" cy="0"/>
        </a:xfrm>
      </p:grpSpPr>
      <p:sp>
        <p:nvSpPr>
          <p:cNvPr id="1365" name="Google Shape;1365;p57"/>
          <p:cNvSpPr txBox="1"/>
          <p:nvPr>
            <p:ph idx="4294967295" type="title"/>
          </p:nvPr>
        </p:nvSpPr>
        <p:spPr>
          <a:xfrm>
            <a:off x="395287" y="131762"/>
            <a:ext cx="8137525" cy="633412"/>
          </a:xfrm>
          <a:prstGeom prst="rect">
            <a:avLst/>
          </a:prstGeom>
          <a:noFill/>
          <a:ln>
            <a:noFill/>
          </a:ln>
        </p:spPr>
        <p:txBody>
          <a:bodyPr anchorCtr="0" anchor="ctr" bIns="45700" lIns="91425" spcFirstLastPara="1" rIns="91425" wrap="square" tIns="45700">
            <a:noAutofit/>
          </a:bodyPr>
          <a:lstStyle/>
          <a:p>
            <a:pPr indent="-685800" lvl="0" marL="685800" marR="0" rtl="0" algn="l">
              <a:lnSpc>
                <a:spcPct val="100000"/>
              </a:lnSpc>
              <a:spcBef>
                <a:spcPts val="0"/>
              </a:spcBef>
              <a:spcAft>
                <a:spcPts val="0"/>
              </a:spcAft>
              <a:buClr>
                <a:schemeClr val="lt1"/>
              </a:buClr>
              <a:buSzPts val="3200"/>
              <a:buFont typeface="Arial"/>
              <a:buNone/>
            </a:pPr>
            <a:r>
              <a:rPr b="1" i="0" lang="en-US" sz="3200" u="none" cap="none" strike="noStrike">
                <a:solidFill>
                  <a:schemeClr val="lt1"/>
                </a:solidFill>
                <a:latin typeface="Arial"/>
                <a:ea typeface="Arial"/>
                <a:cs typeface="Arial"/>
                <a:sym typeface="Arial"/>
              </a:rPr>
              <a:t>Aplicación de “ La poda alfa-beta”</a:t>
            </a:r>
            <a:endParaRPr/>
          </a:p>
        </p:txBody>
      </p:sp>
      <p:sp>
        <p:nvSpPr>
          <p:cNvPr id="1366" name="Google Shape;1366;p57"/>
          <p:cNvSpPr txBox="1"/>
          <p:nvPr/>
        </p:nvSpPr>
        <p:spPr>
          <a:xfrm>
            <a:off x="3059112" y="712787"/>
            <a:ext cx="2735262" cy="431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Poda alfa y beta</a:t>
            </a:r>
            <a:endParaRPr/>
          </a:p>
        </p:txBody>
      </p:sp>
      <p:sp>
        <p:nvSpPr>
          <p:cNvPr id="1367" name="Google Shape;1367;p57"/>
          <p:cNvSpPr txBox="1"/>
          <p:nvPr/>
        </p:nvSpPr>
        <p:spPr>
          <a:xfrm>
            <a:off x="1476375" y="1062037"/>
            <a:ext cx="6119812" cy="3240087"/>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1368" name="Google Shape;1368;p57"/>
          <p:cNvGrpSpPr/>
          <p:nvPr/>
        </p:nvGrpSpPr>
        <p:grpSpPr>
          <a:xfrm>
            <a:off x="2389187" y="1422400"/>
            <a:ext cx="5135562" cy="2797175"/>
            <a:chOff x="1254" y="4914"/>
            <a:chExt cx="8880" cy="4860"/>
          </a:xfrm>
        </p:grpSpPr>
        <p:sp>
          <p:nvSpPr>
            <p:cNvPr id="1369" name="Google Shape;1369;p57"/>
            <p:cNvSpPr txBox="1"/>
            <p:nvPr/>
          </p:nvSpPr>
          <p:spPr>
            <a:xfrm>
              <a:off x="3894" y="491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1370" name="Google Shape;1370;p57"/>
            <p:cNvSpPr txBox="1"/>
            <p:nvPr/>
          </p:nvSpPr>
          <p:spPr>
            <a:xfrm>
              <a:off x="5694" y="613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1371" name="Google Shape;1371;p57"/>
            <p:cNvSpPr txBox="1"/>
            <p:nvPr/>
          </p:nvSpPr>
          <p:spPr>
            <a:xfrm>
              <a:off x="6774" y="707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H</a:t>
              </a:r>
              <a:endParaRPr/>
            </a:p>
          </p:txBody>
        </p:sp>
        <p:cxnSp>
          <p:nvCxnSpPr>
            <p:cNvPr id="1372" name="Google Shape;1372;p57"/>
            <p:cNvCxnSpPr/>
            <p:nvPr/>
          </p:nvCxnSpPr>
          <p:spPr>
            <a:xfrm flipH="1">
              <a:off x="4254" y="6533"/>
              <a:ext cx="1680" cy="541"/>
            </a:xfrm>
            <a:prstGeom prst="straightConnector1">
              <a:avLst/>
            </a:prstGeom>
            <a:noFill/>
            <a:ln cap="flat" cmpd="sng" w="9525">
              <a:solidFill>
                <a:srgbClr val="000000"/>
              </a:solidFill>
              <a:prstDash val="solid"/>
              <a:miter lim="800000"/>
              <a:headEnd len="med" w="med" type="none"/>
              <a:tailEnd len="med" w="med" type="none"/>
            </a:ln>
          </p:spPr>
        </p:cxnSp>
        <p:cxnSp>
          <p:nvCxnSpPr>
            <p:cNvPr id="1373" name="Google Shape;1373;p57"/>
            <p:cNvCxnSpPr/>
            <p:nvPr/>
          </p:nvCxnSpPr>
          <p:spPr>
            <a:xfrm>
              <a:off x="5934" y="6533"/>
              <a:ext cx="961" cy="541"/>
            </a:xfrm>
            <a:prstGeom prst="straightConnector1">
              <a:avLst/>
            </a:prstGeom>
            <a:noFill/>
            <a:ln cap="flat" cmpd="sng" w="9525">
              <a:solidFill>
                <a:srgbClr val="000000"/>
              </a:solidFill>
              <a:prstDash val="solid"/>
              <a:miter lim="800000"/>
              <a:headEnd len="med" w="med" type="none"/>
              <a:tailEnd len="med" w="med" type="none"/>
            </a:ln>
          </p:spPr>
        </p:cxnSp>
        <p:sp>
          <p:nvSpPr>
            <p:cNvPr id="1374" name="Google Shape;1374;p57"/>
            <p:cNvSpPr txBox="1"/>
            <p:nvPr/>
          </p:nvSpPr>
          <p:spPr>
            <a:xfrm>
              <a:off x="1734" y="613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sp>
          <p:nvSpPr>
            <p:cNvPr id="1375" name="Google Shape;1375;p57"/>
            <p:cNvSpPr txBox="1"/>
            <p:nvPr/>
          </p:nvSpPr>
          <p:spPr>
            <a:xfrm>
              <a:off x="2214" y="707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a:t>
              </a:r>
              <a:endParaRPr/>
            </a:p>
          </p:txBody>
        </p:sp>
        <p:sp>
          <p:nvSpPr>
            <p:cNvPr id="1376" name="Google Shape;1376;p57"/>
            <p:cNvSpPr txBox="1"/>
            <p:nvPr/>
          </p:nvSpPr>
          <p:spPr>
            <a:xfrm>
              <a:off x="1254" y="707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cxnSp>
          <p:nvCxnSpPr>
            <p:cNvPr id="1377" name="Google Shape;1377;p57"/>
            <p:cNvCxnSpPr/>
            <p:nvPr/>
          </p:nvCxnSpPr>
          <p:spPr>
            <a:xfrm flipH="1">
              <a:off x="1614" y="6533"/>
              <a:ext cx="360" cy="541"/>
            </a:xfrm>
            <a:prstGeom prst="straightConnector1">
              <a:avLst/>
            </a:prstGeom>
            <a:noFill/>
            <a:ln cap="flat" cmpd="sng" w="9525">
              <a:solidFill>
                <a:srgbClr val="000000"/>
              </a:solidFill>
              <a:prstDash val="solid"/>
              <a:miter lim="800000"/>
              <a:headEnd len="med" w="med" type="none"/>
              <a:tailEnd len="med" w="med" type="none"/>
            </a:ln>
          </p:spPr>
        </p:cxnSp>
        <p:cxnSp>
          <p:nvCxnSpPr>
            <p:cNvPr id="1378" name="Google Shape;1378;p57"/>
            <p:cNvCxnSpPr/>
            <p:nvPr/>
          </p:nvCxnSpPr>
          <p:spPr>
            <a:xfrm>
              <a:off x="1973" y="6533"/>
              <a:ext cx="360" cy="541"/>
            </a:xfrm>
            <a:prstGeom prst="straightConnector1">
              <a:avLst/>
            </a:prstGeom>
            <a:noFill/>
            <a:ln cap="flat" cmpd="sng" w="9525">
              <a:solidFill>
                <a:srgbClr val="000000"/>
              </a:solidFill>
              <a:prstDash val="solid"/>
              <a:miter lim="800000"/>
              <a:headEnd len="med" w="med" type="none"/>
              <a:tailEnd len="med" w="med" type="none"/>
            </a:ln>
          </p:spPr>
        </p:cxnSp>
        <p:sp>
          <p:nvSpPr>
            <p:cNvPr id="1379" name="Google Shape;1379;p57"/>
            <p:cNvSpPr txBox="1"/>
            <p:nvPr/>
          </p:nvSpPr>
          <p:spPr>
            <a:xfrm>
              <a:off x="2094" y="7434"/>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1380" name="Google Shape;1380;p57"/>
            <p:cNvSpPr txBox="1"/>
            <p:nvPr/>
          </p:nvSpPr>
          <p:spPr>
            <a:xfrm>
              <a:off x="1254" y="7434"/>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cxnSp>
          <p:nvCxnSpPr>
            <p:cNvPr id="1381" name="Google Shape;1381;p57"/>
            <p:cNvCxnSpPr/>
            <p:nvPr/>
          </p:nvCxnSpPr>
          <p:spPr>
            <a:xfrm flipH="1">
              <a:off x="1973" y="5317"/>
              <a:ext cx="2160" cy="720"/>
            </a:xfrm>
            <a:prstGeom prst="straightConnector1">
              <a:avLst/>
            </a:prstGeom>
            <a:noFill/>
            <a:ln cap="flat" cmpd="sng" w="9525">
              <a:solidFill>
                <a:srgbClr val="000000"/>
              </a:solidFill>
              <a:prstDash val="solid"/>
              <a:miter lim="800000"/>
              <a:headEnd len="med" w="med" type="none"/>
              <a:tailEnd len="med" w="med" type="none"/>
            </a:ln>
          </p:spPr>
        </p:cxnSp>
        <p:cxnSp>
          <p:nvCxnSpPr>
            <p:cNvPr id="1382" name="Google Shape;1382;p57"/>
            <p:cNvCxnSpPr/>
            <p:nvPr/>
          </p:nvCxnSpPr>
          <p:spPr>
            <a:xfrm>
              <a:off x="4133" y="5317"/>
              <a:ext cx="1801" cy="720"/>
            </a:xfrm>
            <a:prstGeom prst="straightConnector1">
              <a:avLst/>
            </a:prstGeom>
            <a:noFill/>
            <a:ln cap="flat" cmpd="sng" w="9525">
              <a:solidFill>
                <a:srgbClr val="000000"/>
              </a:solidFill>
              <a:prstDash val="solid"/>
              <a:miter lim="800000"/>
              <a:headEnd len="med" w="med" type="none"/>
              <a:tailEnd len="med" w="med" type="none"/>
            </a:ln>
          </p:spPr>
        </p:cxnSp>
        <p:sp>
          <p:nvSpPr>
            <p:cNvPr id="1383" name="Google Shape;1383;p57"/>
            <p:cNvSpPr txBox="1"/>
            <p:nvPr/>
          </p:nvSpPr>
          <p:spPr>
            <a:xfrm>
              <a:off x="7134" y="5232"/>
              <a:ext cx="30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Maximización de la capa</a:t>
              </a:r>
              <a:endParaRPr/>
            </a:p>
          </p:txBody>
        </p:sp>
        <p:sp>
          <p:nvSpPr>
            <p:cNvPr id="1384" name="Google Shape;1384;p57"/>
            <p:cNvSpPr txBox="1"/>
            <p:nvPr/>
          </p:nvSpPr>
          <p:spPr>
            <a:xfrm>
              <a:off x="7134" y="6396"/>
              <a:ext cx="30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Minimización de la capa</a:t>
              </a:r>
              <a:endParaRPr/>
            </a:p>
          </p:txBody>
        </p:sp>
        <p:sp>
          <p:nvSpPr>
            <p:cNvPr id="1385" name="Google Shape;1385;p57"/>
            <p:cNvSpPr txBox="1"/>
            <p:nvPr/>
          </p:nvSpPr>
          <p:spPr>
            <a:xfrm>
              <a:off x="7134" y="7752"/>
              <a:ext cx="30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Maximización de la capa</a:t>
              </a:r>
              <a:endParaRPr/>
            </a:p>
          </p:txBody>
        </p:sp>
        <p:sp>
          <p:nvSpPr>
            <p:cNvPr id="1386" name="Google Shape;1386;p57"/>
            <p:cNvSpPr txBox="1"/>
            <p:nvPr/>
          </p:nvSpPr>
          <p:spPr>
            <a:xfrm>
              <a:off x="7134" y="8694"/>
              <a:ext cx="30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Minimización de la capa</a:t>
              </a:r>
              <a:endParaRPr/>
            </a:p>
          </p:txBody>
        </p:sp>
        <p:sp>
          <p:nvSpPr>
            <p:cNvPr id="1387" name="Google Shape;1387;p57"/>
            <p:cNvSpPr txBox="1"/>
            <p:nvPr/>
          </p:nvSpPr>
          <p:spPr>
            <a:xfrm>
              <a:off x="5694" y="707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a:t>
              </a:r>
              <a:endParaRPr/>
            </a:p>
          </p:txBody>
        </p:sp>
        <p:sp>
          <p:nvSpPr>
            <p:cNvPr id="1388" name="Google Shape;1388;p57"/>
            <p:cNvSpPr txBox="1"/>
            <p:nvPr/>
          </p:nvSpPr>
          <p:spPr>
            <a:xfrm>
              <a:off x="6174" y="801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N</a:t>
              </a:r>
              <a:endParaRPr/>
            </a:p>
          </p:txBody>
        </p:sp>
        <p:sp>
          <p:nvSpPr>
            <p:cNvPr id="1389" name="Google Shape;1389;p57"/>
            <p:cNvSpPr txBox="1"/>
            <p:nvPr/>
          </p:nvSpPr>
          <p:spPr>
            <a:xfrm>
              <a:off x="5214" y="801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a:t>
              </a:r>
              <a:endParaRPr/>
            </a:p>
          </p:txBody>
        </p:sp>
        <p:cxnSp>
          <p:nvCxnSpPr>
            <p:cNvPr id="1390" name="Google Shape;1390;p57"/>
            <p:cNvCxnSpPr/>
            <p:nvPr/>
          </p:nvCxnSpPr>
          <p:spPr>
            <a:xfrm flipH="1">
              <a:off x="5575" y="7476"/>
              <a:ext cx="360" cy="541"/>
            </a:xfrm>
            <a:prstGeom prst="straightConnector1">
              <a:avLst/>
            </a:prstGeom>
            <a:noFill/>
            <a:ln cap="flat" cmpd="sng" w="9525">
              <a:solidFill>
                <a:srgbClr val="000000"/>
              </a:solidFill>
              <a:prstDash val="solid"/>
              <a:miter lim="800000"/>
              <a:headEnd len="med" w="med" type="none"/>
              <a:tailEnd len="med" w="med" type="none"/>
            </a:ln>
          </p:spPr>
        </p:cxnSp>
        <p:cxnSp>
          <p:nvCxnSpPr>
            <p:cNvPr id="1391" name="Google Shape;1391;p57"/>
            <p:cNvCxnSpPr/>
            <p:nvPr/>
          </p:nvCxnSpPr>
          <p:spPr>
            <a:xfrm>
              <a:off x="5934" y="7476"/>
              <a:ext cx="360" cy="541"/>
            </a:xfrm>
            <a:prstGeom prst="straightConnector1">
              <a:avLst/>
            </a:prstGeom>
            <a:noFill/>
            <a:ln cap="flat" cmpd="sng" w="9525">
              <a:solidFill>
                <a:srgbClr val="000000"/>
              </a:solidFill>
              <a:prstDash val="solid"/>
              <a:miter lim="800000"/>
              <a:headEnd len="med" w="med" type="none"/>
              <a:tailEnd len="med" w="med" type="none"/>
            </a:ln>
          </p:spPr>
        </p:cxnSp>
        <p:sp>
          <p:nvSpPr>
            <p:cNvPr id="1392" name="Google Shape;1392;p57"/>
            <p:cNvSpPr txBox="1"/>
            <p:nvPr/>
          </p:nvSpPr>
          <p:spPr>
            <a:xfrm>
              <a:off x="5094" y="8334"/>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(7)</a:t>
              </a:r>
              <a:endParaRPr/>
            </a:p>
          </p:txBody>
        </p:sp>
        <p:sp>
          <p:nvSpPr>
            <p:cNvPr id="1393" name="Google Shape;1393;p57"/>
            <p:cNvSpPr txBox="1"/>
            <p:nvPr/>
          </p:nvSpPr>
          <p:spPr>
            <a:xfrm>
              <a:off x="4014" y="707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F</a:t>
              </a:r>
              <a:endParaRPr/>
            </a:p>
          </p:txBody>
        </p:sp>
        <p:sp>
          <p:nvSpPr>
            <p:cNvPr id="1394" name="Google Shape;1394;p57"/>
            <p:cNvSpPr txBox="1"/>
            <p:nvPr/>
          </p:nvSpPr>
          <p:spPr>
            <a:xfrm>
              <a:off x="4494" y="801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J</a:t>
              </a:r>
              <a:endParaRPr/>
            </a:p>
          </p:txBody>
        </p:sp>
        <p:sp>
          <p:nvSpPr>
            <p:cNvPr id="1395" name="Google Shape;1395;p57"/>
            <p:cNvSpPr txBox="1"/>
            <p:nvPr/>
          </p:nvSpPr>
          <p:spPr>
            <a:xfrm>
              <a:off x="3534" y="801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I</a:t>
              </a:r>
              <a:endParaRPr/>
            </a:p>
          </p:txBody>
        </p:sp>
        <p:cxnSp>
          <p:nvCxnSpPr>
            <p:cNvPr id="1396" name="Google Shape;1396;p57"/>
            <p:cNvCxnSpPr/>
            <p:nvPr/>
          </p:nvCxnSpPr>
          <p:spPr>
            <a:xfrm flipH="1">
              <a:off x="3895" y="7476"/>
              <a:ext cx="360" cy="541"/>
            </a:xfrm>
            <a:prstGeom prst="straightConnector1">
              <a:avLst/>
            </a:prstGeom>
            <a:noFill/>
            <a:ln cap="flat" cmpd="sng" w="9525">
              <a:solidFill>
                <a:srgbClr val="000000"/>
              </a:solidFill>
              <a:prstDash val="solid"/>
              <a:miter lim="800000"/>
              <a:headEnd len="med" w="med" type="none"/>
              <a:tailEnd len="med" w="med" type="none"/>
            </a:ln>
          </p:spPr>
        </p:cxnSp>
        <p:cxnSp>
          <p:nvCxnSpPr>
            <p:cNvPr id="1397" name="Google Shape;1397;p57"/>
            <p:cNvCxnSpPr/>
            <p:nvPr/>
          </p:nvCxnSpPr>
          <p:spPr>
            <a:xfrm>
              <a:off x="4254" y="7476"/>
              <a:ext cx="360" cy="541"/>
            </a:xfrm>
            <a:prstGeom prst="straightConnector1">
              <a:avLst/>
            </a:prstGeom>
            <a:noFill/>
            <a:ln cap="flat" cmpd="sng" w="9525">
              <a:solidFill>
                <a:srgbClr val="000000"/>
              </a:solidFill>
              <a:prstDash val="solid"/>
              <a:miter lim="800000"/>
              <a:headEnd len="med" w="med" type="none"/>
              <a:tailEnd len="med" w="med" type="none"/>
            </a:ln>
          </p:spPr>
        </p:cxnSp>
        <p:sp>
          <p:nvSpPr>
            <p:cNvPr id="1398" name="Google Shape;1398;p57"/>
            <p:cNvSpPr txBox="1"/>
            <p:nvPr/>
          </p:nvSpPr>
          <p:spPr>
            <a:xfrm>
              <a:off x="4374" y="8334"/>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1399" name="Google Shape;1399;p57"/>
            <p:cNvSpPr txBox="1"/>
            <p:nvPr/>
          </p:nvSpPr>
          <p:spPr>
            <a:xfrm>
              <a:off x="6534" y="7434"/>
              <a:ext cx="96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(4)</a:t>
              </a:r>
              <a:endParaRPr/>
            </a:p>
          </p:txBody>
        </p:sp>
        <p:cxnSp>
          <p:nvCxnSpPr>
            <p:cNvPr id="1400" name="Google Shape;1400;p57"/>
            <p:cNvCxnSpPr/>
            <p:nvPr/>
          </p:nvCxnSpPr>
          <p:spPr>
            <a:xfrm rot="10800000">
              <a:off x="5934" y="6533"/>
              <a:ext cx="0" cy="541"/>
            </a:xfrm>
            <a:prstGeom prst="straightConnector1">
              <a:avLst/>
            </a:prstGeom>
            <a:noFill/>
            <a:ln cap="flat" cmpd="sng" w="9525">
              <a:solidFill>
                <a:srgbClr val="000000"/>
              </a:solidFill>
              <a:prstDash val="solid"/>
              <a:miter lim="800000"/>
              <a:headEnd len="med" w="med" type="none"/>
              <a:tailEnd len="med" w="med" type="none"/>
            </a:ln>
          </p:spPr>
        </p:cxnSp>
        <p:sp>
          <p:nvSpPr>
            <p:cNvPr id="1401" name="Google Shape;1401;p57"/>
            <p:cNvSpPr txBox="1"/>
            <p:nvPr/>
          </p:nvSpPr>
          <p:spPr>
            <a:xfrm>
              <a:off x="6054" y="8334"/>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(8)</a:t>
              </a:r>
              <a:endParaRPr/>
            </a:p>
          </p:txBody>
        </p:sp>
        <p:sp>
          <p:nvSpPr>
            <p:cNvPr id="1402" name="Google Shape;1402;p57"/>
            <p:cNvSpPr txBox="1"/>
            <p:nvPr/>
          </p:nvSpPr>
          <p:spPr>
            <a:xfrm>
              <a:off x="4014" y="905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L</a:t>
              </a:r>
              <a:endParaRPr/>
            </a:p>
          </p:txBody>
        </p:sp>
        <p:sp>
          <p:nvSpPr>
            <p:cNvPr id="1403" name="Google Shape;1403;p57"/>
            <p:cNvSpPr txBox="1"/>
            <p:nvPr/>
          </p:nvSpPr>
          <p:spPr>
            <a:xfrm>
              <a:off x="3054" y="905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K</a:t>
              </a:r>
              <a:endParaRPr/>
            </a:p>
          </p:txBody>
        </p:sp>
        <p:cxnSp>
          <p:nvCxnSpPr>
            <p:cNvPr id="1404" name="Google Shape;1404;p57"/>
            <p:cNvCxnSpPr/>
            <p:nvPr/>
          </p:nvCxnSpPr>
          <p:spPr>
            <a:xfrm flipH="1">
              <a:off x="3414" y="8513"/>
              <a:ext cx="360" cy="541"/>
            </a:xfrm>
            <a:prstGeom prst="straightConnector1">
              <a:avLst/>
            </a:prstGeom>
            <a:noFill/>
            <a:ln cap="flat" cmpd="sng" w="9525">
              <a:solidFill>
                <a:srgbClr val="000000"/>
              </a:solidFill>
              <a:prstDash val="solid"/>
              <a:miter lim="800000"/>
              <a:headEnd len="med" w="med" type="none"/>
              <a:tailEnd len="med" w="med" type="none"/>
            </a:ln>
          </p:spPr>
        </p:cxnSp>
        <p:sp>
          <p:nvSpPr>
            <p:cNvPr id="1405" name="Google Shape;1405;p57"/>
            <p:cNvSpPr txBox="1"/>
            <p:nvPr/>
          </p:nvSpPr>
          <p:spPr>
            <a:xfrm>
              <a:off x="3894" y="9372"/>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(7)</a:t>
              </a:r>
              <a:endParaRPr/>
            </a:p>
          </p:txBody>
        </p:sp>
        <p:sp>
          <p:nvSpPr>
            <p:cNvPr id="1406" name="Google Shape;1406;p57"/>
            <p:cNvSpPr txBox="1"/>
            <p:nvPr/>
          </p:nvSpPr>
          <p:spPr>
            <a:xfrm>
              <a:off x="3054" y="9372"/>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(0)</a:t>
              </a:r>
              <a:endParaRPr/>
            </a:p>
          </p:txBody>
        </p:sp>
        <p:cxnSp>
          <p:nvCxnSpPr>
            <p:cNvPr id="1407" name="Google Shape;1407;p57"/>
            <p:cNvCxnSpPr/>
            <p:nvPr/>
          </p:nvCxnSpPr>
          <p:spPr>
            <a:xfrm>
              <a:off x="3774" y="8513"/>
              <a:ext cx="360" cy="541"/>
            </a:xfrm>
            <a:prstGeom prst="straightConnector1">
              <a:avLst/>
            </a:prstGeom>
            <a:noFill/>
            <a:ln cap="flat" cmpd="sng" w="9525">
              <a:solidFill>
                <a:srgbClr val="000000"/>
              </a:solidFill>
              <a:prstDash val="solid"/>
              <a:miter lim="800000"/>
              <a:headEnd len="med" w="med" type="none"/>
              <a:tailEnd len="med" w="med" type="none"/>
            </a:ln>
          </p:spPr>
        </p:cxnSp>
      </p:grpSp>
      <p:sp>
        <p:nvSpPr>
          <p:cNvPr id="1408" name="Google Shape;1408;p57"/>
          <p:cNvSpPr txBox="1"/>
          <p:nvPr/>
        </p:nvSpPr>
        <p:spPr>
          <a:xfrm>
            <a:off x="2906712" y="2122487"/>
            <a:ext cx="379412"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sp>
        <p:nvSpPr>
          <p:cNvPr id="1409" name="Google Shape;1409;p57"/>
          <p:cNvSpPr txBox="1"/>
          <p:nvPr/>
        </p:nvSpPr>
        <p:spPr>
          <a:xfrm>
            <a:off x="4140200" y="1422400"/>
            <a:ext cx="576262"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(&gt;=3)</a:t>
            </a:r>
            <a:endParaRPr/>
          </a:p>
        </p:txBody>
      </p:sp>
      <p:sp>
        <p:nvSpPr>
          <p:cNvPr id="1410" name="Google Shape;1410;p57"/>
          <p:cNvSpPr txBox="1"/>
          <p:nvPr/>
        </p:nvSpPr>
        <p:spPr>
          <a:xfrm>
            <a:off x="395287" y="4311650"/>
            <a:ext cx="8424862" cy="2420937"/>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chemeClr val="lt1"/>
              </a:buClr>
              <a:buSzPts val="1600"/>
              <a:buFont typeface="Arial"/>
              <a:buAutoNum type="arabicPeriod"/>
            </a:pPr>
            <a:r>
              <a:rPr b="1" i="0" lang="en-US" sz="1600" u="none">
                <a:solidFill>
                  <a:schemeClr val="lt1"/>
                </a:solidFill>
                <a:latin typeface="Arial"/>
                <a:ea typeface="Arial"/>
                <a:cs typeface="Arial"/>
                <a:sym typeface="Arial"/>
              </a:rPr>
              <a:t>Se explora el árbol encabezado por B y encontramos que en A podemos esperar un resultado de 3 como mínimo </a:t>
            </a:r>
            <a:r>
              <a:rPr b="1" i="0" lang="en-US" sz="1600" u="none">
                <a:solidFill>
                  <a:srgbClr val="FF0000"/>
                </a:solidFill>
                <a:latin typeface="Arial"/>
                <a:ea typeface="Arial"/>
                <a:cs typeface="Arial"/>
                <a:sym typeface="Arial"/>
              </a:rPr>
              <a:t>(valor alfa)</a:t>
            </a:r>
            <a:endParaRPr/>
          </a:p>
          <a:p>
            <a:pPr indent="-457200" lvl="0" marL="457200" marR="0" rtl="0" algn="just">
              <a:lnSpc>
                <a:spcPct val="100000"/>
              </a:lnSpc>
              <a:spcBef>
                <a:spcPts val="320"/>
              </a:spcBef>
              <a:spcAft>
                <a:spcPts val="0"/>
              </a:spcAft>
              <a:buClr>
                <a:schemeClr val="lt1"/>
              </a:buClr>
              <a:buSzPts val="1600"/>
              <a:buFont typeface="Arial"/>
              <a:buAutoNum type="arabicPeriod"/>
            </a:pPr>
            <a:r>
              <a:rPr b="1" i="0" lang="en-US" sz="1600" u="none">
                <a:solidFill>
                  <a:schemeClr val="lt1"/>
                </a:solidFill>
                <a:latin typeface="Arial"/>
                <a:ea typeface="Arial"/>
                <a:cs typeface="Arial"/>
                <a:sym typeface="Arial"/>
              </a:rPr>
              <a:t>Cuando este valor alfa se pase hacia F, permitirá evitar la exploración de L.</a:t>
            </a:r>
            <a:endParaRPr/>
          </a:p>
          <a:p>
            <a:pPr indent="-457200" lvl="0" marL="457200" marR="0" rtl="0" algn="just">
              <a:lnSpc>
                <a:spcPct val="100000"/>
              </a:lnSpc>
              <a:spcBef>
                <a:spcPts val="320"/>
              </a:spcBef>
              <a:spcAft>
                <a:spcPts val="0"/>
              </a:spcAft>
              <a:buClr>
                <a:schemeClr val="lt1"/>
              </a:buClr>
              <a:buSzPts val="1600"/>
              <a:buFont typeface="Arial"/>
              <a:buAutoNum type="arabicPeriod"/>
            </a:pPr>
            <a:r>
              <a:rPr b="1" i="0" lang="en-US" sz="1600" u="none">
                <a:solidFill>
                  <a:schemeClr val="lt1"/>
                </a:solidFill>
                <a:latin typeface="Arial"/>
                <a:ea typeface="Arial"/>
                <a:cs typeface="Arial"/>
                <a:sym typeface="Arial"/>
              </a:rPr>
              <a:t>Después de examinar K, vemos que I proporciona un tanteo máximo de 0, lo que significa que F produce un mínimo de 0, pero esto es menor que el valor alfa de 3, por lo que NO necesitamos considerar más ramas de I.</a:t>
            </a:r>
            <a:endParaRPr/>
          </a:p>
          <a:p>
            <a:pPr indent="-457200" lvl="0" marL="457200" marR="0" rtl="0" algn="just">
              <a:lnSpc>
                <a:spcPct val="100000"/>
              </a:lnSpc>
              <a:spcBef>
                <a:spcPts val="320"/>
              </a:spcBef>
              <a:spcAft>
                <a:spcPts val="0"/>
              </a:spcAft>
              <a:buClr>
                <a:schemeClr val="lt1"/>
              </a:buClr>
              <a:buSzPts val="1600"/>
              <a:buFont typeface="Arial"/>
              <a:buAutoNum type="arabicPeriod"/>
            </a:pPr>
            <a:r>
              <a:rPr b="1" i="0" lang="en-US" sz="1600" u="none">
                <a:solidFill>
                  <a:schemeClr val="lt1"/>
                </a:solidFill>
                <a:latin typeface="Arial"/>
                <a:ea typeface="Arial"/>
                <a:cs typeface="Arial"/>
                <a:sym typeface="Arial"/>
              </a:rPr>
              <a:t>El jugador maximizador ya sabe que no debe elegir C, y de ahí a I, puesto que si realiza ese movimiento el tanteo resultante no será mayor que 0, y en lugar de ello puede lograr un tanteo de 3 moviendo a B.</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14" name="Shape 1414"/>
        <p:cNvGrpSpPr/>
        <p:nvPr/>
      </p:nvGrpSpPr>
      <p:grpSpPr>
        <a:xfrm>
          <a:off x="0" y="0"/>
          <a:ext cx="0" cy="0"/>
          <a:chOff x="0" y="0"/>
          <a:chExt cx="0" cy="0"/>
        </a:xfrm>
      </p:grpSpPr>
      <p:sp>
        <p:nvSpPr>
          <p:cNvPr id="1415" name="Google Shape;1415;p58"/>
          <p:cNvSpPr txBox="1"/>
          <p:nvPr>
            <p:ph idx="4294967295" type="title"/>
          </p:nvPr>
        </p:nvSpPr>
        <p:spPr>
          <a:xfrm>
            <a:off x="395287" y="131762"/>
            <a:ext cx="8137525" cy="633412"/>
          </a:xfrm>
          <a:prstGeom prst="rect">
            <a:avLst/>
          </a:prstGeom>
          <a:noFill/>
          <a:ln>
            <a:noFill/>
          </a:ln>
        </p:spPr>
        <p:txBody>
          <a:bodyPr anchorCtr="0" anchor="ctr" bIns="45700" lIns="91425" spcFirstLastPara="1" rIns="91425" wrap="square" tIns="45700">
            <a:noAutofit/>
          </a:bodyPr>
          <a:lstStyle/>
          <a:p>
            <a:pPr indent="-685800" lvl="0" marL="685800" marR="0" rtl="0" algn="l">
              <a:lnSpc>
                <a:spcPct val="100000"/>
              </a:lnSpc>
              <a:spcBef>
                <a:spcPts val="0"/>
              </a:spcBef>
              <a:spcAft>
                <a:spcPts val="0"/>
              </a:spcAft>
              <a:buClr>
                <a:schemeClr val="lt1"/>
              </a:buClr>
              <a:buSzPts val="3200"/>
              <a:buFont typeface="Arial"/>
              <a:buNone/>
            </a:pPr>
            <a:r>
              <a:rPr b="1" i="0" lang="en-US" sz="3200" u="none" cap="none" strike="noStrike">
                <a:solidFill>
                  <a:schemeClr val="lt1"/>
                </a:solidFill>
                <a:latin typeface="Arial"/>
                <a:ea typeface="Arial"/>
                <a:cs typeface="Arial"/>
                <a:sym typeface="Arial"/>
              </a:rPr>
              <a:t>Aplicación de “ La poda alfa-beta”</a:t>
            </a:r>
            <a:endParaRPr/>
          </a:p>
        </p:txBody>
      </p:sp>
      <p:sp>
        <p:nvSpPr>
          <p:cNvPr id="1416" name="Google Shape;1416;p58"/>
          <p:cNvSpPr txBox="1"/>
          <p:nvPr/>
        </p:nvSpPr>
        <p:spPr>
          <a:xfrm>
            <a:off x="3059112" y="712787"/>
            <a:ext cx="2735262" cy="431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Poda alfa y beta</a:t>
            </a:r>
            <a:endParaRPr/>
          </a:p>
        </p:txBody>
      </p:sp>
      <p:sp>
        <p:nvSpPr>
          <p:cNvPr id="1417" name="Google Shape;1417;p58"/>
          <p:cNvSpPr txBox="1"/>
          <p:nvPr/>
        </p:nvSpPr>
        <p:spPr>
          <a:xfrm>
            <a:off x="1476375" y="1062037"/>
            <a:ext cx="6119812" cy="3240087"/>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1418" name="Google Shape;1418;p58"/>
          <p:cNvGrpSpPr/>
          <p:nvPr/>
        </p:nvGrpSpPr>
        <p:grpSpPr>
          <a:xfrm>
            <a:off x="2389187" y="1422400"/>
            <a:ext cx="5135562" cy="2797175"/>
            <a:chOff x="1254" y="4914"/>
            <a:chExt cx="8880" cy="4860"/>
          </a:xfrm>
        </p:grpSpPr>
        <p:sp>
          <p:nvSpPr>
            <p:cNvPr id="1419" name="Google Shape;1419;p58"/>
            <p:cNvSpPr txBox="1"/>
            <p:nvPr/>
          </p:nvSpPr>
          <p:spPr>
            <a:xfrm>
              <a:off x="3894" y="491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A</a:t>
              </a:r>
              <a:endParaRPr/>
            </a:p>
          </p:txBody>
        </p:sp>
        <p:sp>
          <p:nvSpPr>
            <p:cNvPr id="1420" name="Google Shape;1420;p58"/>
            <p:cNvSpPr txBox="1"/>
            <p:nvPr/>
          </p:nvSpPr>
          <p:spPr>
            <a:xfrm>
              <a:off x="5694" y="613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a:t>
              </a:r>
              <a:endParaRPr/>
            </a:p>
          </p:txBody>
        </p:sp>
        <p:sp>
          <p:nvSpPr>
            <p:cNvPr id="1421" name="Google Shape;1421;p58"/>
            <p:cNvSpPr txBox="1"/>
            <p:nvPr/>
          </p:nvSpPr>
          <p:spPr>
            <a:xfrm>
              <a:off x="6774" y="707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H</a:t>
              </a:r>
              <a:endParaRPr/>
            </a:p>
          </p:txBody>
        </p:sp>
        <p:cxnSp>
          <p:nvCxnSpPr>
            <p:cNvPr id="1422" name="Google Shape;1422;p58"/>
            <p:cNvCxnSpPr/>
            <p:nvPr/>
          </p:nvCxnSpPr>
          <p:spPr>
            <a:xfrm flipH="1">
              <a:off x="4254" y="6533"/>
              <a:ext cx="1680" cy="541"/>
            </a:xfrm>
            <a:prstGeom prst="straightConnector1">
              <a:avLst/>
            </a:prstGeom>
            <a:noFill/>
            <a:ln cap="flat" cmpd="sng" w="9525">
              <a:solidFill>
                <a:srgbClr val="000000"/>
              </a:solidFill>
              <a:prstDash val="solid"/>
              <a:miter lim="800000"/>
              <a:headEnd len="med" w="med" type="none"/>
              <a:tailEnd len="med" w="med" type="none"/>
            </a:ln>
          </p:spPr>
        </p:cxnSp>
        <p:cxnSp>
          <p:nvCxnSpPr>
            <p:cNvPr id="1423" name="Google Shape;1423;p58"/>
            <p:cNvCxnSpPr/>
            <p:nvPr/>
          </p:nvCxnSpPr>
          <p:spPr>
            <a:xfrm>
              <a:off x="5934" y="6533"/>
              <a:ext cx="961" cy="541"/>
            </a:xfrm>
            <a:prstGeom prst="straightConnector1">
              <a:avLst/>
            </a:prstGeom>
            <a:noFill/>
            <a:ln cap="flat" cmpd="sng" w="9525">
              <a:solidFill>
                <a:srgbClr val="000000"/>
              </a:solidFill>
              <a:prstDash val="solid"/>
              <a:miter lim="800000"/>
              <a:headEnd len="med" w="med" type="none"/>
              <a:tailEnd len="med" w="med" type="none"/>
            </a:ln>
          </p:spPr>
        </p:cxnSp>
        <p:sp>
          <p:nvSpPr>
            <p:cNvPr id="1424" name="Google Shape;1424;p58"/>
            <p:cNvSpPr txBox="1"/>
            <p:nvPr/>
          </p:nvSpPr>
          <p:spPr>
            <a:xfrm>
              <a:off x="1734" y="6132"/>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B</a:t>
              </a:r>
              <a:endParaRPr/>
            </a:p>
          </p:txBody>
        </p:sp>
        <p:sp>
          <p:nvSpPr>
            <p:cNvPr id="1425" name="Google Shape;1425;p58"/>
            <p:cNvSpPr txBox="1"/>
            <p:nvPr/>
          </p:nvSpPr>
          <p:spPr>
            <a:xfrm>
              <a:off x="2214" y="707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a:t>
              </a:r>
              <a:endParaRPr/>
            </a:p>
          </p:txBody>
        </p:sp>
        <p:sp>
          <p:nvSpPr>
            <p:cNvPr id="1426" name="Google Shape;1426;p58"/>
            <p:cNvSpPr txBox="1"/>
            <p:nvPr/>
          </p:nvSpPr>
          <p:spPr>
            <a:xfrm>
              <a:off x="1254" y="707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D</a:t>
              </a:r>
              <a:endParaRPr/>
            </a:p>
          </p:txBody>
        </p:sp>
        <p:cxnSp>
          <p:nvCxnSpPr>
            <p:cNvPr id="1427" name="Google Shape;1427;p58"/>
            <p:cNvCxnSpPr/>
            <p:nvPr/>
          </p:nvCxnSpPr>
          <p:spPr>
            <a:xfrm flipH="1">
              <a:off x="1614" y="6533"/>
              <a:ext cx="360" cy="541"/>
            </a:xfrm>
            <a:prstGeom prst="straightConnector1">
              <a:avLst/>
            </a:prstGeom>
            <a:noFill/>
            <a:ln cap="flat" cmpd="sng" w="9525">
              <a:solidFill>
                <a:srgbClr val="000000"/>
              </a:solidFill>
              <a:prstDash val="solid"/>
              <a:miter lim="800000"/>
              <a:headEnd len="med" w="med" type="none"/>
              <a:tailEnd len="med" w="med" type="none"/>
            </a:ln>
          </p:spPr>
        </p:cxnSp>
        <p:cxnSp>
          <p:nvCxnSpPr>
            <p:cNvPr id="1428" name="Google Shape;1428;p58"/>
            <p:cNvCxnSpPr/>
            <p:nvPr/>
          </p:nvCxnSpPr>
          <p:spPr>
            <a:xfrm>
              <a:off x="1973" y="6533"/>
              <a:ext cx="360" cy="541"/>
            </a:xfrm>
            <a:prstGeom prst="straightConnector1">
              <a:avLst/>
            </a:prstGeom>
            <a:noFill/>
            <a:ln cap="flat" cmpd="sng" w="9525">
              <a:solidFill>
                <a:srgbClr val="000000"/>
              </a:solidFill>
              <a:prstDash val="solid"/>
              <a:miter lim="800000"/>
              <a:headEnd len="med" w="med" type="none"/>
              <a:tailEnd len="med" w="med" type="none"/>
            </a:ln>
          </p:spPr>
        </p:cxnSp>
        <p:sp>
          <p:nvSpPr>
            <p:cNvPr id="1429" name="Google Shape;1429;p58"/>
            <p:cNvSpPr txBox="1"/>
            <p:nvPr/>
          </p:nvSpPr>
          <p:spPr>
            <a:xfrm>
              <a:off x="2094" y="7434"/>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1430" name="Google Shape;1430;p58"/>
            <p:cNvSpPr txBox="1"/>
            <p:nvPr/>
          </p:nvSpPr>
          <p:spPr>
            <a:xfrm>
              <a:off x="1254" y="7434"/>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cxnSp>
          <p:nvCxnSpPr>
            <p:cNvPr id="1431" name="Google Shape;1431;p58"/>
            <p:cNvCxnSpPr/>
            <p:nvPr/>
          </p:nvCxnSpPr>
          <p:spPr>
            <a:xfrm flipH="1">
              <a:off x="1973" y="5317"/>
              <a:ext cx="2160" cy="720"/>
            </a:xfrm>
            <a:prstGeom prst="straightConnector1">
              <a:avLst/>
            </a:prstGeom>
            <a:noFill/>
            <a:ln cap="flat" cmpd="sng" w="9525">
              <a:solidFill>
                <a:srgbClr val="000000"/>
              </a:solidFill>
              <a:prstDash val="solid"/>
              <a:miter lim="800000"/>
              <a:headEnd len="med" w="med" type="none"/>
              <a:tailEnd len="med" w="med" type="none"/>
            </a:ln>
          </p:spPr>
        </p:cxnSp>
        <p:cxnSp>
          <p:nvCxnSpPr>
            <p:cNvPr id="1432" name="Google Shape;1432;p58"/>
            <p:cNvCxnSpPr/>
            <p:nvPr/>
          </p:nvCxnSpPr>
          <p:spPr>
            <a:xfrm>
              <a:off x="4133" y="5317"/>
              <a:ext cx="1801" cy="720"/>
            </a:xfrm>
            <a:prstGeom prst="straightConnector1">
              <a:avLst/>
            </a:prstGeom>
            <a:noFill/>
            <a:ln cap="flat" cmpd="sng" w="9525">
              <a:solidFill>
                <a:srgbClr val="000000"/>
              </a:solidFill>
              <a:prstDash val="solid"/>
              <a:miter lim="800000"/>
              <a:headEnd len="med" w="med" type="none"/>
              <a:tailEnd len="med" w="med" type="none"/>
            </a:ln>
          </p:spPr>
        </p:cxnSp>
        <p:sp>
          <p:nvSpPr>
            <p:cNvPr id="1433" name="Google Shape;1433;p58"/>
            <p:cNvSpPr txBox="1"/>
            <p:nvPr/>
          </p:nvSpPr>
          <p:spPr>
            <a:xfrm>
              <a:off x="7134" y="5232"/>
              <a:ext cx="30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Maximización de la capa</a:t>
              </a:r>
              <a:endParaRPr/>
            </a:p>
          </p:txBody>
        </p:sp>
        <p:sp>
          <p:nvSpPr>
            <p:cNvPr id="1434" name="Google Shape;1434;p58"/>
            <p:cNvSpPr txBox="1"/>
            <p:nvPr/>
          </p:nvSpPr>
          <p:spPr>
            <a:xfrm>
              <a:off x="7134" y="6396"/>
              <a:ext cx="30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Minimización de la capa</a:t>
              </a:r>
              <a:endParaRPr/>
            </a:p>
          </p:txBody>
        </p:sp>
        <p:sp>
          <p:nvSpPr>
            <p:cNvPr id="1435" name="Google Shape;1435;p58"/>
            <p:cNvSpPr txBox="1"/>
            <p:nvPr/>
          </p:nvSpPr>
          <p:spPr>
            <a:xfrm>
              <a:off x="7134" y="7752"/>
              <a:ext cx="30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Maximización de la capa</a:t>
              </a:r>
              <a:endParaRPr/>
            </a:p>
          </p:txBody>
        </p:sp>
        <p:sp>
          <p:nvSpPr>
            <p:cNvPr id="1436" name="Google Shape;1436;p58"/>
            <p:cNvSpPr txBox="1"/>
            <p:nvPr/>
          </p:nvSpPr>
          <p:spPr>
            <a:xfrm>
              <a:off x="7134" y="8694"/>
              <a:ext cx="30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Minimización de la capa</a:t>
              </a:r>
              <a:endParaRPr/>
            </a:p>
          </p:txBody>
        </p:sp>
        <p:sp>
          <p:nvSpPr>
            <p:cNvPr id="1437" name="Google Shape;1437;p58"/>
            <p:cNvSpPr txBox="1"/>
            <p:nvPr/>
          </p:nvSpPr>
          <p:spPr>
            <a:xfrm>
              <a:off x="5694" y="707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a:t>
              </a:r>
              <a:endParaRPr/>
            </a:p>
          </p:txBody>
        </p:sp>
        <p:sp>
          <p:nvSpPr>
            <p:cNvPr id="1438" name="Google Shape;1438;p58"/>
            <p:cNvSpPr txBox="1"/>
            <p:nvPr/>
          </p:nvSpPr>
          <p:spPr>
            <a:xfrm>
              <a:off x="6174" y="801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N</a:t>
              </a:r>
              <a:endParaRPr/>
            </a:p>
          </p:txBody>
        </p:sp>
        <p:sp>
          <p:nvSpPr>
            <p:cNvPr id="1439" name="Google Shape;1439;p58"/>
            <p:cNvSpPr txBox="1"/>
            <p:nvPr/>
          </p:nvSpPr>
          <p:spPr>
            <a:xfrm>
              <a:off x="5214" y="801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a:t>
              </a:r>
              <a:endParaRPr/>
            </a:p>
          </p:txBody>
        </p:sp>
        <p:cxnSp>
          <p:nvCxnSpPr>
            <p:cNvPr id="1440" name="Google Shape;1440;p58"/>
            <p:cNvCxnSpPr/>
            <p:nvPr/>
          </p:nvCxnSpPr>
          <p:spPr>
            <a:xfrm flipH="1">
              <a:off x="5575" y="7476"/>
              <a:ext cx="360" cy="541"/>
            </a:xfrm>
            <a:prstGeom prst="straightConnector1">
              <a:avLst/>
            </a:prstGeom>
            <a:noFill/>
            <a:ln cap="flat" cmpd="sng" w="9525">
              <a:solidFill>
                <a:srgbClr val="000000"/>
              </a:solidFill>
              <a:prstDash val="solid"/>
              <a:miter lim="800000"/>
              <a:headEnd len="med" w="med" type="none"/>
              <a:tailEnd len="med" w="med" type="none"/>
            </a:ln>
          </p:spPr>
        </p:cxnSp>
        <p:cxnSp>
          <p:nvCxnSpPr>
            <p:cNvPr id="1441" name="Google Shape;1441;p58"/>
            <p:cNvCxnSpPr/>
            <p:nvPr/>
          </p:nvCxnSpPr>
          <p:spPr>
            <a:xfrm>
              <a:off x="5934" y="7476"/>
              <a:ext cx="360" cy="541"/>
            </a:xfrm>
            <a:prstGeom prst="straightConnector1">
              <a:avLst/>
            </a:prstGeom>
            <a:noFill/>
            <a:ln cap="flat" cmpd="sng" w="9525">
              <a:solidFill>
                <a:srgbClr val="000000"/>
              </a:solidFill>
              <a:prstDash val="solid"/>
              <a:miter lim="800000"/>
              <a:headEnd len="med" w="med" type="none"/>
              <a:tailEnd len="med" w="med" type="none"/>
            </a:ln>
          </p:spPr>
        </p:cxnSp>
        <p:sp>
          <p:nvSpPr>
            <p:cNvPr id="1442" name="Google Shape;1442;p58"/>
            <p:cNvSpPr txBox="1"/>
            <p:nvPr/>
          </p:nvSpPr>
          <p:spPr>
            <a:xfrm>
              <a:off x="5094" y="8334"/>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(7)</a:t>
              </a:r>
              <a:endParaRPr/>
            </a:p>
          </p:txBody>
        </p:sp>
        <p:sp>
          <p:nvSpPr>
            <p:cNvPr id="1443" name="Google Shape;1443;p58"/>
            <p:cNvSpPr txBox="1"/>
            <p:nvPr/>
          </p:nvSpPr>
          <p:spPr>
            <a:xfrm>
              <a:off x="4014" y="707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F</a:t>
              </a:r>
              <a:endParaRPr/>
            </a:p>
          </p:txBody>
        </p:sp>
        <p:sp>
          <p:nvSpPr>
            <p:cNvPr id="1444" name="Google Shape;1444;p58"/>
            <p:cNvSpPr txBox="1"/>
            <p:nvPr/>
          </p:nvSpPr>
          <p:spPr>
            <a:xfrm>
              <a:off x="4494" y="801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J</a:t>
              </a:r>
              <a:endParaRPr/>
            </a:p>
          </p:txBody>
        </p:sp>
        <p:sp>
          <p:nvSpPr>
            <p:cNvPr id="1445" name="Google Shape;1445;p58"/>
            <p:cNvSpPr txBox="1"/>
            <p:nvPr/>
          </p:nvSpPr>
          <p:spPr>
            <a:xfrm>
              <a:off x="3534" y="8016"/>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I</a:t>
              </a:r>
              <a:endParaRPr/>
            </a:p>
          </p:txBody>
        </p:sp>
        <p:cxnSp>
          <p:nvCxnSpPr>
            <p:cNvPr id="1446" name="Google Shape;1446;p58"/>
            <p:cNvCxnSpPr/>
            <p:nvPr/>
          </p:nvCxnSpPr>
          <p:spPr>
            <a:xfrm flipH="1">
              <a:off x="3895" y="7476"/>
              <a:ext cx="360" cy="541"/>
            </a:xfrm>
            <a:prstGeom prst="straightConnector1">
              <a:avLst/>
            </a:prstGeom>
            <a:noFill/>
            <a:ln cap="flat" cmpd="sng" w="9525">
              <a:solidFill>
                <a:srgbClr val="000000"/>
              </a:solidFill>
              <a:prstDash val="solid"/>
              <a:miter lim="800000"/>
              <a:headEnd len="med" w="med" type="none"/>
              <a:tailEnd len="med" w="med" type="none"/>
            </a:ln>
          </p:spPr>
        </p:cxnSp>
        <p:cxnSp>
          <p:nvCxnSpPr>
            <p:cNvPr id="1447" name="Google Shape;1447;p58"/>
            <p:cNvCxnSpPr/>
            <p:nvPr/>
          </p:nvCxnSpPr>
          <p:spPr>
            <a:xfrm>
              <a:off x="4254" y="7476"/>
              <a:ext cx="360" cy="541"/>
            </a:xfrm>
            <a:prstGeom prst="straightConnector1">
              <a:avLst/>
            </a:prstGeom>
            <a:noFill/>
            <a:ln cap="flat" cmpd="sng" w="9525">
              <a:solidFill>
                <a:srgbClr val="000000"/>
              </a:solidFill>
              <a:prstDash val="solid"/>
              <a:miter lim="800000"/>
              <a:headEnd len="med" w="med" type="none"/>
              <a:tailEnd len="med" w="med" type="none"/>
            </a:ln>
          </p:spPr>
        </p:cxnSp>
        <p:sp>
          <p:nvSpPr>
            <p:cNvPr id="1448" name="Google Shape;1448;p58"/>
            <p:cNvSpPr txBox="1"/>
            <p:nvPr/>
          </p:nvSpPr>
          <p:spPr>
            <a:xfrm>
              <a:off x="4374" y="8334"/>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(5)</a:t>
              </a:r>
              <a:endParaRPr/>
            </a:p>
          </p:txBody>
        </p:sp>
        <p:sp>
          <p:nvSpPr>
            <p:cNvPr id="1449" name="Google Shape;1449;p58"/>
            <p:cNvSpPr txBox="1"/>
            <p:nvPr/>
          </p:nvSpPr>
          <p:spPr>
            <a:xfrm>
              <a:off x="6534" y="7434"/>
              <a:ext cx="96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(4)</a:t>
              </a:r>
              <a:endParaRPr/>
            </a:p>
          </p:txBody>
        </p:sp>
        <p:cxnSp>
          <p:nvCxnSpPr>
            <p:cNvPr id="1450" name="Google Shape;1450;p58"/>
            <p:cNvCxnSpPr/>
            <p:nvPr/>
          </p:nvCxnSpPr>
          <p:spPr>
            <a:xfrm rot="10800000">
              <a:off x="5934" y="6533"/>
              <a:ext cx="0" cy="541"/>
            </a:xfrm>
            <a:prstGeom prst="straightConnector1">
              <a:avLst/>
            </a:prstGeom>
            <a:noFill/>
            <a:ln cap="flat" cmpd="sng" w="9525">
              <a:solidFill>
                <a:srgbClr val="000000"/>
              </a:solidFill>
              <a:prstDash val="solid"/>
              <a:miter lim="800000"/>
              <a:headEnd len="med" w="med" type="none"/>
              <a:tailEnd len="med" w="med" type="none"/>
            </a:ln>
          </p:spPr>
        </p:cxnSp>
        <p:sp>
          <p:nvSpPr>
            <p:cNvPr id="1451" name="Google Shape;1451;p58"/>
            <p:cNvSpPr txBox="1"/>
            <p:nvPr/>
          </p:nvSpPr>
          <p:spPr>
            <a:xfrm>
              <a:off x="6054" y="8334"/>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(8)</a:t>
              </a:r>
              <a:endParaRPr/>
            </a:p>
          </p:txBody>
        </p:sp>
        <p:sp>
          <p:nvSpPr>
            <p:cNvPr id="1452" name="Google Shape;1452;p58"/>
            <p:cNvSpPr txBox="1"/>
            <p:nvPr/>
          </p:nvSpPr>
          <p:spPr>
            <a:xfrm>
              <a:off x="4014" y="905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L</a:t>
              </a:r>
              <a:endParaRPr/>
            </a:p>
          </p:txBody>
        </p:sp>
        <p:sp>
          <p:nvSpPr>
            <p:cNvPr id="1453" name="Google Shape;1453;p58"/>
            <p:cNvSpPr txBox="1"/>
            <p:nvPr/>
          </p:nvSpPr>
          <p:spPr>
            <a:xfrm>
              <a:off x="3054" y="9054"/>
              <a:ext cx="480" cy="4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K</a:t>
              </a:r>
              <a:endParaRPr/>
            </a:p>
          </p:txBody>
        </p:sp>
        <p:cxnSp>
          <p:nvCxnSpPr>
            <p:cNvPr id="1454" name="Google Shape;1454;p58"/>
            <p:cNvCxnSpPr/>
            <p:nvPr/>
          </p:nvCxnSpPr>
          <p:spPr>
            <a:xfrm flipH="1">
              <a:off x="3414" y="8513"/>
              <a:ext cx="360" cy="541"/>
            </a:xfrm>
            <a:prstGeom prst="straightConnector1">
              <a:avLst/>
            </a:prstGeom>
            <a:noFill/>
            <a:ln cap="flat" cmpd="sng" w="9525">
              <a:solidFill>
                <a:srgbClr val="000000"/>
              </a:solidFill>
              <a:prstDash val="solid"/>
              <a:miter lim="800000"/>
              <a:headEnd len="med" w="med" type="none"/>
              <a:tailEnd len="med" w="med" type="none"/>
            </a:ln>
          </p:spPr>
        </p:cxnSp>
        <p:sp>
          <p:nvSpPr>
            <p:cNvPr id="1455" name="Google Shape;1455;p58"/>
            <p:cNvSpPr txBox="1"/>
            <p:nvPr/>
          </p:nvSpPr>
          <p:spPr>
            <a:xfrm>
              <a:off x="3894" y="9372"/>
              <a:ext cx="72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(7)</a:t>
              </a:r>
              <a:endParaRPr/>
            </a:p>
          </p:txBody>
        </p:sp>
        <p:sp>
          <p:nvSpPr>
            <p:cNvPr id="1456" name="Google Shape;1456;p58"/>
            <p:cNvSpPr txBox="1"/>
            <p:nvPr/>
          </p:nvSpPr>
          <p:spPr>
            <a:xfrm>
              <a:off x="3054" y="9372"/>
              <a:ext cx="600" cy="40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(0)</a:t>
              </a:r>
              <a:endParaRPr/>
            </a:p>
          </p:txBody>
        </p:sp>
        <p:cxnSp>
          <p:nvCxnSpPr>
            <p:cNvPr id="1457" name="Google Shape;1457;p58"/>
            <p:cNvCxnSpPr/>
            <p:nvPr/>
          </p:nvCxnSpPr>
          <p:spPr>
            <a:xfrm>
              <a:off x="3774" y="8513"/>
              <a:ext cx="360" cy="541"/>
            </a:xfrm>
            <a:prstGeom prst="straightConnector1">
              <a:avLst/>
            </a:prstGeom>
            <a:noFill/>
            <a:ln cap="flat" cmpd="sng" w="9525">
              <a:solidFill>
                <a:srgbClr val="000000"/>
              </a:solidFill>
              <a:prstDash val="solid"/>
              <a:miter lim="800000"/>
              <a:headEnd len="med" w="med" type="none"/>
              <a:tailEnd len="med" w="med" type="none"/>
            </a:ln>
          </p:spPr>
        </p:cxnSp>
      </p:grpSp>
      <p:sp>
        <p:nvSpPr>
          <p:cNvPr id="1458" name="Google Shape;1458;p58"/>
          <p:cNvSpPr txBox="1"/>
          <p:nvPr/>
        </p:nvSpPr>
        <p:spPr>
          <a:xfrm>
            <a:off x="2906712" y="2122487"/>
            <a:ext cx="379412"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(3)</a:t>
            </a:r>
            <a:endParaRPr/>
          </a:p>
        </p:txBody>
      </p:sp>
      <p:sp>
        <p:nvSpPr>
          <p:cNvPr id="1459" name="Google Shape;1459;p58"/>
          <p:cNvSpPr txBox="1"/>
          <p:nvPr/>
        </p:nvSpPr>
        <p:spPr>
          <a:xfrm>
            <a:off x="4140200" y="1422400"/>
            <a:ext cx="576262"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(&gt;=3)</a:t>
            </a:r>
            <a:endParaRPr/>
          </a:p>
        </p:txBody>
      </p:sp>
      <p:sp>
        <p:nvSpPr>
          <p:cNvPr id="1460" name="Google Shape;1460;p58"/>
          <p:cNvSpPr txBox="1"/>
          <p:nvPr/>
        </p:nvSpPr>
        <p:spPr>
          <a:xfrm>
            <a:off x="395287" y="4311650"/>
            <a:ext cx="8424862" cy="2420937"/>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lt1"/>
              </a:buClr>
              <a:buSzPts val="1600"/>
              <a:buFont typeface="Arial"/>
              <a:buAutoNum type="arabicPeriod" startAt="5"/>
            </a:pPr>
            <a:r>
              <a:rPr b="1" i="0" lang="en-US" sz="1600" u="none">
                <a:solidFill>
                  <a:schemeClr val="lt1"/>
                </a:solidFill>
                <a:latin typeface="Arial"/>
                <a:ea typeface="Arial"/>
                <a:cs typeface="Arial"/>
                <a:sym typeface="Arial"/>
              </a:rPr>
              <a:t>Luego se examina J (5). Este se asigna como valor de F dado que es el máximo entre I (0) y J (5). Este valor se convierte en el </a:t>
            </a:r>
            <a:r>
              <a:rPr b="1" i="0" lang="en-US" sz="1600" u="none">
                <a:solidFill>
                  <a:srgbClr val="FF0000"/>
                </a:solidFill>
                <a:latin typeface="Arial"/>
                <a:ea typeface="Arial"/>
                <a:cs typeface="Arial"/>
                <a:sym typeface="Arial"/>
              </a:rPr>
              <a:t>valor de beta </a:t>
            </a:r>
            <a:r>
              <a:rPr b="1" i="0" lang="en-US" sz="1600" u="none">
                <a:solidFill>
                  <a:schemeClr val="lt1"/>
                </a:solidFill>
                <a:latin typeface="Arial"/>
                <a:ea typeface="Arial"/>
                <a:cs typeface="Arial"/>
                <a:sym typeface="Arial"/>
              </a:rPr>
              <a:t>en el nodo C. Nos garantiza que C será 5 o menos.</a:t>
            </a:r>
            <a:endParaRPr/>
          </a:p>
          <a:p>
            <a:pPr indent="-342900" lvl="0" marL="342900" marR="0" rtl="0" algn="just">
              <a:lnSpc>
                <a:spcPct val="100000"/>
              </a:lnSpc>
              <a:spcBef>
                <a:spcPts val="320"/>
              </a:spcBef>
              <a:spcAft>
                <a:spcPts val="0"/>
              </a:spcAft>
              <a:buClr>
                <a:schemeClr val="lt1"/>
              </a:buClr>
              <a:buSzPts val="1600"/>
              <a:buFont typeface="Arial"/>
              <a:buAutoNum type="arabicPeriod" startAt="5"/>
            </a:pPr>
            <a:r>
              <a:rPr b="1" i="0" lang="en-US" sz="1600" u="none">
                <a:solidFill>
                  <a:schemeClr val="lt1"/>
                </a:solidFill>
                <a:latin typeface="Arial"/>
                <a:ea typeface="Arial"/>
                <a:cs typeface="Arial"/>
                <a:sym typeface="Arial"/>
              </a:rPr>
              <a:t>A continuación expandimos G. Se examina M (7), el cual se pasa a G como su valor provisorio.</a:t>
            </a:r>
            <a:endParaRPr/>
          </a:p>
          <a:p>
            <a:pPr indent="-342900" lvl="0" marL="342900" marR="0" rtl="0" algn="just">
              <a:lnSpc>
                <a:spcPct val="100000"/>
              </a:lnSpc>
              <a:spcBef>
                <a:spcPts val="320"/>
              </a:spcBef>
              <a:spcAft>
                <a:spcPts val="0"/>
              </a:spcAft>
              <a:buClr>
                <a:schemeClr val="lt1"/>
              </a:buClr>
              <a:buSzPts val="1600"/>
              <a:buFont typeface="Arial"/>
              <a:buAutoNum type="arabicPeriod" startAt="5"/>
            </a:pPr>
            <a:r>
              <a:rPr b="1" i="0" lang="en-US" sz="1600" u="none">
                <a:solidFill>
                  <a:schemeClr val="lt1"/>
                </a:solidFill>
                <a:latin typeface="Arial"/>
                <a:ea typeface="Arial"/>
                <a:cs typeface="Arial"/>
                <a:sym typeface="Arial"/>
              </a:rPr>
              <a:t>Se compara G (7) con beta (5). Es mayor y el jugador que tiene el turno del nodo C esta tratando de minimizar. Por lo tanto, NO elegirá G que le conducirá a un resultado de 7 como mínimo, puesto que F produce un tanteo de 5.</a:t>
            </a:r>
            <a:endParaRPr/>
          </a:p>
          <a:p>
            <a:pPr indent="-342900" lvl="0" marL="342900" marR="0" rtl="0" algn="just">
              <a:lnSpc>
                <a:spcPct val="100000"/>
              </a:lnSpc>
              <a:spcBef>
                <a:spcPts val="320"/>
              </a:spcBef>
              <a:spcAft>
                <a:spcPts val="0"/>
              </a:spcAft>
              <a:buClr>
                <a:schemeClr val="lt1"/>
              </a:buClr>
              <a:buSzPts val="1600"/>
              <a:buFont typeface="Arial"/>
              <a:buAutoNum type="arabicPeriod" startAt="5"/>
            </a:pPr>
            <a:r>
              <a:rPr b="1" i="0" lang="en-US" sz="1600" u="none">
                <a:solidFill>
                  <a:schemeClr val="lt1"/>
                </a:solidFill>
                <a:latin typeface="Arial"/>
                <a:ea typeface="Arial"/>
                <a:cs typeface="Arial"/>
                <a:sym typeface="Arial"/>
              </a:rPr>
              <a:t>Así, no es necesario explorar ninguna de las otras ramas de G.</a:t>
            </a:r>
            <a:endParaRPr/>
          </a:p>
          <a:p>
            <a:pPr indent="-241300" lvl="0" marL="342900" marR="0" rtl="0" algn="just">
              <a:lnSpc>
                <a:spcPct val="100000"/>
              </a:lnSpc>
              <a:spcBef>
                <a:spcPts val="320"/>
              </a:spcBef>
              <a:spcAft>
                <a:spcPts val="0"/>
              </a:spcAft>
              <a:buClr>
                <a:schemeClr val="lt1"/>
              </a:buClr>
              <a:buSzPts val="1600"/>
              <a:buFont typeface="Arial"/>
              <a:buNone/>
            </a:pPr>
            <a:r>
              <a:t/>
            </a:r>
            <a:endParaRPr b="1" i="0" sz="1600" u="none">
              <a:solidFill>
                <a:srgbClr val="FF0000"/>
              </a:solidFill>
              <a:latin typeface="Arial"/>
              <a:ea typeface="Arial"/>
              <a:cs typeface="Arial"/>
              <a:sym typeface="Arial"/>
            </a:endParaRPr>
          </a:p>
          <a:p>
            <a:pPr indent="-241300" lvl="0" marL="342900" marR="0" rtl="0" algn="just">
              <a:lnSpc>
                <a:spcPct val="100000"/>
              </a:lnSpc>
              <a:spcBef>
                <a:spcPts val="320"/>
              </a:spcBef>
              <a:spcAft>
                <a:spcPts val="0"/>
              </a:spcAft>
              <a:buClr>
                <a:schemeClr val="lt1"/>
              </a:buClr>
              <a:buSzPts val="1600"/>
              <a:buFont typeface="Arial"/>
              <a:buNone/>
            </a:pPr>
            <a:r>
              <a:t/>
            </a:r>
            <a:endParaRPr b="1" i="0" sz="1600" u="non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600" u="none">
              <a:solidFill>
                <a:schemeClr val="lt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64" name="Shape 1464"/>
        <p:cNvGrpSpPr/>
        <p:nvPr/>
      </p:nvGrpSpPr>
      <p:grpSpPr>
        <a:xfrm>
          <a:off x="0" y="0"/>
          <a:ext cx="0" cy="0"/>
          <a:chOff x="0" y="0"/>
          <a:chExt cx="0" cy="0"/>
        </a:xfrm>
      </p:grpSpPr>
      <p:sp>
        <p:nvSpPr>
          <p:cNvPr id="1465" name="Google Shape;1465;p59"/>
          <p:cNvSpPr txBox="1"/>
          <p:nvPr>
            <p:ph type="title"/>
          </p:nvPr>
        </p:nvSpPr>
        <p:spPr>
          <a:xfrm>
            <a:off x="457200" y="274637"/>
            <a:ext cx="8229600" cy="777875"/>
          </a:xfrm>
          <a:prstGeom prst="rect">
            <a:avLst/>
          </a:prstGeom>
          <a:noFill/>
          <a:ln>
            <a:noFill/>
          </a:ln>
        </p:spPr>
        <p:txBody>
          <a:bodyPr anchorCtr="0" anchor="ctr" bIns="45700" lIns="91425" spcFirstLastPara="1" rIns="91425" wrap="square" tIns="45700">
            <a:noAutofit/>
          </a:bodyPr>
          <a:lstStyle/>
          <a:p>
            <a:pPr indent="-685800" lvl="0" marL="68580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2. El procedimiento alfa-beta</a:t>
            </a:r>
            <a:endParaRPr/>
          </a:p>
        </p:txBody>
      </p:sp>
      <p:sp>
        <p:nvSpPr>
          <p:cNvPr id="1466" name="Google Shape;1466;p59"/>
          <p:cNvSpPr txBox="1"/>
          <p:nvPr/>
        </p:nvSpPr>
        <p:spPr>
          <a:xfrm>
            <a:off x="396875" y="1484312"/>
            <a:ext cx="8207375" cy="194468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600"/>
              <a:buFont typeface="Arial"/>
              <a:buNone/>
            </a:pPr>
            <a:r>
              <a:rPr b="1" i="0" lang="en-US" sz="2600" u="none">
                <a:solidFill>
                  <a:srgbClr val="FF0000"/>
                </a:solidFill>
                <a:latin typeface="Arial"/>
                <a:ea typeface="Arial"/>
                <a:cs typeface="Arial"/>
                <a:sym typeface="Arial"/>
              </a:rPr>
              <a:t>Se mejora la eficiencia, usando técnicas de ramificación y acotación, para abandonar soluciones parciales que son claramente peores que otras soluciones conocidas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70" name="Shape 1470"/>
        <p:cNvGrpSpPr/>
        <p:nvPr/>
      </p:nvGrpSpPr>
      <p:grpSpPr>
        <a:xfrm>
          <a:off x="0" y="0"/>
          <a:ext cx="0" cy="0"/>
          <a:chOff x="0" y="0"/>
          <a:chExt cx="0" cy="0"/>
        </a:xfrm>
      </p:grpSpPr>
      <p:sp>
        <p:nvSpPr>
          <p:cNvPr id="1471" name="Google Shape;1471;p60"/>
          <p:cNvSpPr txBox="1"/>
          <p:nvPr>
            <p:ph type="title"/>
          </p:nvPr>
        </p:nvSpPr>
        <p:spPr>
          <a:xfrm>
            <a:off x="457200" y="274637"/>
            <a:ext cx="8435975" cy="12096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Búsqueda con Sistemas evolutivos</a:t>
            </a:r>
            <a:endParaRPr/>
          </a:p>
        </p:txBody>
      </p:sp>
      <p:sp>
        <p:nvSpPr>
          <p:cNvPr id="1472" name="Google Shape;1472;p60"/>
          <p:cNvSpPr txBox="1"/>
          <p:nvPr/>
        </p:nvSpPr>
        <p:spPr>
          <a:xfrm>
            <a:off x="539750" y="1771650"/>
            <a:ext cx="6553200" cy="93662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Implementan búsquedas basadas en los procesos genéticos de organismos biológicos</a:t>
            </a:r>
            <a:endParaRPr/>
          </a:p>
        </p:txBody>
      </p:sp>
      <p:sp>
        <p:nvSpPr>
          <p:cNvPr id="1473" name="Google Shape;1473;p60"/>
          <p:cNvSpPr txBox="1"/>
          <p:nvPr/>
        </p:nvSpPr>
        <p:spPr>
          <a:xfrm>
            <a:off x="179387" y="1268412"/>
            <a:ext cx="3455987" cy="431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Algoritmos Genéticos </a:t>
            </a:r>
            <a:endParaRPr/>
          </a:p>
        </p:txBody>
      </p:sp>
      <p:sp>
        <p:nvSpPr>
          <p:cNvPr id="1474" name="Google Shape;1474;p60"/>
          <p:cNvSpPr txBox="1"/>
          <p:nvPr/>
        </p:nvSpPr>
        <p:spPr>
          <a:xfrm>
            <a:off x="468312" y="5157787"/>
            <a:ext cx="8207375" cy="9350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Se aplica una analogía directa con el fenómeno de evolución en la naturaleza</a:t>
            </a:r>
            <a:endParaRPr/>
          </a:p>
        </p:txBody>
      </p:sp>
      <p:sp>
        <p:nvSpPr>
          <p:cNvPr id="1475" name="Google Shape;1475;p60"/>
          <p:cNvSpPr txBox="1"/>
          <p:nvPr/>
        </p:nvSpPr>
        <p:spPr>
          <a:xfrm>
            <a:off x="827087" y="2852737"/>
            <a:ext cx="6840537" cy="10080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Codifican una posible solución a un problema en un “cromosoma” compuesto por una cadena de bits o caracteres</a:t>
            </a:r>
            <a:endParaRPr/>
          </a:p>
        </p:txBody>
      </p:sp>
      <p:sp>
        <p:nvSpPr>
          <p:cNvPr id="1476" name="Google Shape;1476;p60"/>
          <p:cNvSpPr txBox="1"/>
          <p:nvPr/>
        </p:nvSpPr>
        <p:spPr>
          <a:xfrm>
            <a:off x="1187450" y="4005262"/>
            <a:ext cx="7488237" cy="10080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Los cromosomas representan individuos que evolucionan durante varias generaciones de acuerdo a los principios de selección natural y “supervivencia” del más apto</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80" name="Shape 1480"/>
        <p:cNvGrpSpPr/>
        <p:nvPr/>
      </p:nvGrpSpPr>
      <p:grpSpPr>
        <a:xfrm>
          <a:off x="0" y="0"/>
          <a:ext cx="0" cy="0"/>
          <a:chOff x="0" y="0"/>
          <a:chExt cx="0" cy="0"/>
        </a:xfrm>
      </p:grpSpPr>
      <p:sp>
        <p:nvSpPr>
          <p:cNvPr id="1481" name="Google Shape;1481;p61"/>
          <p:cNvSpPr txBox="1"/>
          <p:nvPr>
            <p:ph type="title"/>
          </p:nvPr>
        </p:nvSpPr>
        <p:spPr>
          <a:xfrm>
            <a:off x="457200" y="274637"/>
            <a:ext cx="8435975" cy="9223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Implementación de un AG</a:t>
            </a:r>
            <a:endParaRPr/>
          </a:p>
        </p:txBody>
      </p:sp>
      <p:grpSp>
        <p:nvGrpSpPr>
          <p:cNvPr id="1482" name="Google Shape;1482;p61"/>
          <p:cNvGrpSpPr/>
          <p:nvPr/>
        </p:nvGrpSpPr>
        <p:grpSpPr>
          <a:xfrm>
            <a:off x="1619250" y="1484312"/>
            <a:ext cx="6767512" cy="3889375"/>
            <a:chOff x="930" y="890"/>
            <a:chExt cx="4127" cy="2404"/>
          </a:xfrm>
        </p:grpSpPr>
        <p:grpSp>
          <p:nvGrpSpPr>
            <p:cNvPr id="1483" name="Google Shape;1483;p61"/>
            <p:cNvGrpSpPr/>
            <p:nvPr/>
          </p:nvGrpSpPr>
          <p:grpSpPr>
            <a:xfrm>
              <a:off x="930" y="890"/>
              <a:ext cx="3727" cy="2404"/>
              <a:chOff x="2215" y="10494"/>
              <a:chExt cx="7094" cy="4740"/>
            </a:xfrm>
          </p:grpSpPr>
          <p:sp>
            <p:nvSpPr>
              <p:cNvPr id="1484" name="Google Shape;1484;p61"/>
              <p:cNvSpPr txBox="1"/>
              <p:nvPr/>
            </p:nvSpPr>
            <p:spPr>
              <a:xfrm>
                <a:off x="2334" y="10494"/>
                <a:ext cx="204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Generación aleatoria de la Población Inicial</a:t>
                </a:r>
                <a:endParaRPr/>
              </a:p>
            </p:txBody>
          </p:sp>
          <p:sp>
            <p:nvSpPr>
              <p:cNvPr id="1485" name="Google Shape;1485;p61"/>
              <p:cNvSpPr txBox="1"/>
              <p:nvPr/>
            </p:nvSpPr>
            <p:spPr>
              <a:xfrm>
                <a:off x="2334" y="11574"/>
                <a:ext cx="204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Evaluación de la Función Objetivo</a:t>
                </a:r>
                <a:endParaRPr/>
              </a:p>
            </p:txBody>
          </p:sp>
          <p:sp>
            <p:nvSpPr>
              <p:cNvPr id="1486" name="Google Shape;1486;p61"/>
              <p:cNvSpPr txBox="1"/>
              <p:nvPr/>
            </p:nvSpPr>
            <p:spPr>
              <a:xfrm>
                <a:off x="2694" y="14634"/>
                <a:ext cx="144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Mejores Individuos</a:t>
                </a:r>
                <a:endParaRPr/>
              </a:p>
            </p:txBody>
          </p:sp>
          <p:sp>
            <p:nvSpPr>
              <p:cNvPr id="1487" name="Google Shape;1487;p61"/>
              <p:cNvSpPr txBox="1"/>
              <p:nvPr/>
            </p:nvSpPr>
            <p:spPr>
              <a:xfrm>
                <a:off x="5094" y="13374"/>
                <a:ext cx="192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SELECCION</a:t>
                </a:r>
                <a:endParaRPr/>
              </a:p>
            </p:txBody>
          </p:sp>
          <p:sp>
            <p:nvSpPr>
              <p:cNvPr id="1488" name="Google Shape;1488;p61"/>
              <p:cNvSpPr txBox="1"/>
              <p:nvPr/>
            </p:nvSpPr>
            <p:spPr>
              <a:xfrm>
                <a:off x="5814" y="13914"/>
                <a:ext cx="192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CROSSOVER</a:t>
                </a:r>
                <a:endParaRPr/>
              </a:p>
            </p:txBody>
          </p:sp>
          <p:sp>
            <p:nvSpPr>
              <p:cNvPr id="1489" name="Google Shape;1489;p61"/>
              <p:cNvSpPr txBox="1"/>
              <p:nvPr/>
            </p:nvSpPr>
            <p:spPr>
              <a:xfrm>
                <a:off x="6654" y="14454"/>
                <a:ext cx="192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MUTACION</a:t>
                </a:r>
                <a:endParaRPr/>
              </a:p>
            </p:txBody>
          </p:sp>
          <p:sp>
            <p:nvSpPr>
              <p:cNvPr id="1490" name="Google Shape;1490;p61"/>
              <p:cNvSpPr/>
              <p:nvPr/>
            </p:nvSpPr>
            <p:spPr>
              <a:xfrm>
                <a:off x="2215" y="12834"/>
                <a:ext cx="2400" cy="1320"/>
              </a:xfrm>
              <a:prstGeom prst="diamond">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Verdana"/>
                  <a:buNone/>
                </a:pPr>
                <a:r>
                  <a:rPr b="1" i="0" lang="en-US" sz="900" u="none">
                    <a:solidFill>
                      <a:schemeClr val="dk1"/>
                    </a:solidFill>
                    <a:latin typeface="Verdana"/>
                    <a:ea typeface="Verdana"/>
                    <a:cs typeface="Verdana"/>
                    <a:sym typeface="Verdana"/>
                  </a:rPr>
                  <a:t>Se cumple criterio de optimización</a:t>
                </a:r>
                <a:endParaRPr/>
              </a:p>
            </p:txBody>
          </p:sp>
          <p:cxnSp>
            <p:nvCxnSpPr>
              <p:cNvPr id="1491" name="Google Shape;1491;p61"/>
              <p:cNvCxnSpPr/>
              <p:nvPr/>
            </p:nvCxnSpPr>
            <p:spPr>
              <a:xfrm>
                <a:off x="3415" y="11034"/>
                <a:ext cx="0" cy="540"/>
              </a:xfrm>
              <a:prstGeom prst="straightConnector1">
                <a:avLst/>
              </a:prstGeom>
              <a:noFill/>
              <a:ln cap="flat" cmpd="sng" w="9525">
                <a:solidFill>
                  <a:schemeClr val="lt1"/>
                </a:solidFill>
                <a:prstDash val="solid"/>
                <a:miter lim="800000"/>
                <a:headEnd len="med" w="med" type="none"/>
                <a:tailEnd len="med" w="med" type="triangle"/>
              </a:ln>
            </p:spPr>
          </p:cxnSp>
          <p:cxnSp>
            <p:nvCxnSpPr>
              <p:cNvPr id="1492" name="Google Shape;1492;p61"/>
              <p:cNvCxnSpPr/>
              <p:nvPr/>
            </p:nvCxnSpPr>
            <p:spPr>
              <a:xfrm>
                <a:off x="3415" y="12293"/>
                <a:ext cx="0" cy="540"/>
              </a:xfrm>
              <a:prstGeom prst="straightConnector1">
                <a:avLst/>
              </a:prstGeom>
              <a:noFill/>
              <a:ln cap="flat" cmpd="sng" w="9525">
                <a:solidFill>
                  <a:schemeClr val="lt1"/>
                </a:solidFill>
                <a:prstDash val="solid"/>
                <a:miter lim="800000"/>
                <a:headEnd len="med" w="med" type="none"/>
                <a:tailEnd len="med" w="med" type="triangle"/>
              </a:ln>
            </p:spPr>
          </p:cxnSp>
          <p:cxnSp>
            <p:nvCxnSpPr>
              <p:cNvPr id="1493" name="Google Shape;1493;p61"/>
              <p:cNvCxnSpPr/>
              <p:nvPr/>
            </p:nvCxnSpPr>
            <p:spPr>
              <a:xfrm>
                <a:off x="3415" y="14094"/>
                <a:ext cx="0" cy="540"/>
              </a:xfrm>
              <a:prstGeom prst="straightConnector1">
                <a:avLst/>
              </a:prstGeom>
              <a:noFill/>
              <a:ln cap="flat" cmpd="sng" w="9525">
                <a:solidFill>
                  <a:schemeClr val="lt1"/>
                </a:solidFill>
                <a:prstDash val="solid"/>
                <a:miter lim="800000"/>
                <a:headEnd len="med" w="med" type="none"/>
                <a:tailEnd len="med" w="med" type="triangle"/>
              </a:ln>
            </p:spPr>
          </p:cxnSp>
          <p:sp>
            <p:nvSpPr>
              <p:cNvPr id="1494" name="Google Shape;1494;p61"/>
              <p:cNvSpPr txBox="1"/>
              <p:nvPr/>
            </p:nvSpPr>
            <p:spPr>
              <a:xfrm>
                <a:off x="3553" y="14171"/>
                <a:ext cx="600" cy="3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SI</a:t>
                </a:r>
                <a:endParaRPr/>
              </a:p>
            </p:txBody>
          </p:sp>
          <p:sp>
            <p:nvSpPr>
              <p:cNvPr id="1495" name="Google Shape;1495;p61"/>
              <p:cNvSpPr txBox="1"/>
              <p:nvPr/>
            </p:nvSpPr>
            <p:spPr>
              <a:xfrm>
                <a:off x="4221" y="12834"/>
                <a:ext cx="600" cy="3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NO</a:t>
                </a:r>
                <a:endParaRPr/>
              </a:p>
            </p:txBody>
          </p:sp>
          <p:cxnSp>
            <p:nvCxnSpPr>
              <p:cNvPr id="1496" name="Google Shape;1496;p61"/>
              <p:cNvCxnSpPr/>
              <p:nvPr/>
            </p:nvCxnSpPr>
            <p:spPr>
              <a:xfrm>
                <a:off x="4614" y="13495"/>
                <a:ext cx="481" cy="0"/>
              </a:xfrm>
              <a:prstGeom prst="straightConnector1">
                <a:avLst/>
              </a:prstGeom>
              <a:noFill/>
              <a:ln cap="flat" cmpd="sng" w="9525">
                <a:solidFill>
                  <a:schemeClr val="lt1"/>
                </a:solidFill>
                <a:prstDash val="solid"/>
                <a:miter lim="800000"/>
                <a:headEnd len="med" w="med" type="none"/>
                <a:tailEnd len="med" w="med" type="triangle"/>
              </a:ln>
            </p:spPr>
          </p:cxnSp>
          <p:cxnSp>
            <p:nvCxnSpPr>
              <p:cNvPr id="1497" name="Google Shape;1497;p61"/>
              <p:cNvCxnSpPr/>
              <p:nvPr/>
            </p:nvCxnSpPr>
            <p:spPr>
              <a:xfrm>
                <a:off x="5334" y="14094"/>
                <a:ext cx="481" cy="0"/>
              </a:xfrm>
              <a:prstGeom prst="straightConnector1">
                <a:avLst/>
              </a:prstGeom>
              <a:noFill/>
              <a:ln cap="flat" cmpd="sng" w="9525">
                <a:solidFill>
                  <a:schemeClr val="lt1"/>
                </a:solidFill>
                <a:prstDash val="solid"/>
                <a:miter lim="800000"/>
                <a:headEnd len="med" w="med" type="none"/>
                <a:tailEnd len="med" w="med" type="triangle"/>
              </a:ln>
            </p:spPr>
          </p:cxnSp>
          <p:cxnSp>
            <p:nvCxnSpPr>
              <p:cNvPr id="1498" name="Google Shape;1498;p61"/>
              <p:cNvCxnSpPr/>
              <p:nvPr/>
            </p:nvCxnSpPr>
            <p:spPr>
              <a:xfrm>
                <a:off x="6175" y="14634"/>
                <a:ext cx="479" cy="0"/>
              </a:xfrm>
              <a:prstGeom prst="straightConnector1">
                <a:avLst/>
              </a:prstGeom>
              <a:noFill/>
              <a:ln cap="flat" cmpd="sng" w="9525">
                <a:solidFill>
                  <a:schemeClr val="lt1"/>
                </a:solidFill>
                <a:prstDash val="solid"/>
                <a:miter lim="800000"/>
                <a:headEnd len="med" w="med" type="none"/>
                <a:tailEnd len="med" w="med" type="triangle"/>
              </a:ln>
            </p:spPr>
          </p:cxnSp>
          <p:cxnSp>
            <p:nvCxnSpPr>
              <p:cNvPr id="1499" name="Google Shape;1499;p61"/>
              <p:cNvCxnSpPr/>
              <p:nvPr/>
            </p:nvCxnSpPr>
            <p:spPr>
              <a:xfrm>
                <a:off x="5334" y="13735"/>
                <a:ext cx="0" cy="360"/>
              </a:xfrm>
              <a:prstGeom prst="straightConnector1">
                <a:avLst/>
              </a:prstGeom>
              <a:noFill/>
              <a:ln cap="flat" cmpd="sng" w="9525">
                <a:solidFill>
                  <a:schemeClr val="lt1"/>
                </a:solidFill>
                <a:prstDash val="solid"/>
                <a:miter lim="800000"/>
                <a:headEnd len="med" w="med" type="none"/>
                <a:tailEnd len="med" w="med" type="none"/>
              </a:ln>
            </p:spPr>
          </p:cxnSp>
          <p:cxnSp>
            <p:nvCxnSpPr>
              <p:cNvPr id="1500" name="Google Shape;1500;p61"/>
              <p:cNvCxnSpPr/>
              <p:nvPr/>
            </p:nvCxnSpPr>
            <p:spPr>
              <a:xfrm>
                <a:off x="6175" y="14274"/>
                <a:ext cx="0" cy="360"/>
              </a:xfrm>
              <a:prstGeom prst="straightConnector1">
                <a:avLst/>
              </a:prstGeom>
              <a:noFill/>
              <a:ln cap="flat" cmpd="sng" w="9525">
                <a:solidFill>
                  <a:schemeClr val="lt1"/>
                </a:solidFill>
                <a:prstDash val="solid"/>
                <a:miter lim="800000"/>
                <a:headEnd len="med" w="med" type="none"/>
                <a:tailEnd len="med" w="med" type="none"/>
              </a:ln>
            </p:spPr>
          </p:cxnSp>
          <p:cxnSp>
            <p:nvCxnSpPr>
              <p:cNvPr id="1501" name="Google Shape;1501;p61"/>
              <p:cNvCxnSpPr/>
              <p:nvPr/>
            </p:nvCxnSpPr>
            <p:spPr>
              <a:xfrm>
                <a:off x="8576" y="14634"/>
                <a:ext cx="722" cy="0"/>
              </a:xfrm>
              <a:prstGeom prst="straightConnector1">
                <a:avLst/>
              </a:prstGeom>
              <a:noFill/>
              <a:ln cap="flat" cmpd="sng" w="9525">
                <a:solidFill>
                  <a:schemeClr val="lt1"/>
                </a:solidFill>
                <a:prstDash val="solid"/>
                <a:miter lim="800000"/>
                <a:headEnd len="med" w="med" type="none"/>
                <a:tailEnd len="med" w="med" type="none"/>
              </a:ln>
            </p:spPr>
          </p:cxnSp>
          <p:cxnSp>
            <p:nvCxnSpPr>
              <p:cNvPr id="1502" name="Google Shape;1502;p61"/>
              <p:cNvCxnSpPr/>
              <p:nvPr/>
            </p:nvCxnSpPr>
            <p:spPr>
              <a:xfrm rot="10800000">
                <a:off x="9303" y="13375"/>
                <a:ext cx="0" cy="1259"/>
              </a:xfrm>
              <a:prstGeom prst="straightConnector1">
                <a:avLst/>
              </a:prstGeom>
              <a:noFill/>
              <a:ln cap="flat" cmpd="sng" w="9525">
                <a:solidFill>
                  <a:schemeClr val="lt1"/>
                </a:solidFill>
                <a:prstDash val="solid"/>
                <a:miter lim="800000"/>
                <a:headEnd len="med" w="med" type="none"/>
                <a:tailEnd len="med" w="med" type="triangle"/>
              </a:ln>
            </p:spPr>
          </p:cxnSp>
          <p:cxnSp>
            <p:nvCxnSpPr>
              <p:cNvPr id="1503" name="Google Shape;1503;p61"/>
              <p:cNvCxnSpPr/>
              <p:nvPr/>
            </p:nvCxnSpPr>
            <p:spPr>
              <a:xfrm rot="10800000">
                <a:off x="4375" y="11933"/>
                <a:ext cx="4934" cy="0"/>
              </a:xfrm>
              <a:prstGeom prst="straightConnector1">
                <a:avLst/>
              </a:prstGeom>
              <a:noFill/>
              <a:ln cap="flat" cmpd="sng" w="9525">
                <a:solidFill>
                  <a:schemeClr val="lt1"/>
                </a:solidFill>
                <a:prstDash val="solid"/>
                <a:miter lim="800000"/>
                <a:headEnd len="med" w="med" type="none"/>
                <a:tailEnd len="med" w="med" type="triangle"/>
              </a:ln>
            </p:spPr>
          </p:cxnSp>
          <p:cxnSp>
            <p:nvCxnSpPr>
              <p:cNvPr id="1504" name="Google Shape;1504;p61"/>
              <p:cNvCxnSpPr/>
              <p:nvPr/>
            </p:nvCxnSpPr>
            <p:spPr>
              <a:xfrm>
                <a:off x="9303" y="11933"/>
                <a:ext cx="0" cy="540"/>
              </a:xfrm>
              <a:prstGeom prst="straightConnector1">
                <a:avLst/>
              </a:prstGeom>
              <a:noFill/>
              <a:ln cap="flat" cmpd="sng" w="9525">
                <a:solidFill>
                  <a:schemeClr val="lt1"/>
                </a:solidFill>
                <a:prstDash val="solid"/>
                <a:miter lim="800000"/>
                <a:headEnd len="med" w="med" type="none"/>
                <a:tailEnd len="med" w="med" type="none"/>
              </a:ln>
            </p:spPr>
          </p:cxnSp>
        </p:grpSp>
        <p:sp>
          <p:nvSpPr>
            <p:cNvPr id="1505" name="Google Shape;1505;p61"/>
            <p:cNvSpPr txBox="1"/>
            <p:nvPr/>
          </p:nvSpPr>
          <p:spPr>
            <a:xfrm>
              <a:off x="4195" y="1979"/>
              <a:ext cx="862" cy="33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Generación de una nueva población</a:t>
              </a:r>
              <a:endParaRPr/>
            </a:p>
          </p:txBody>
        </p:sp>
      </p:grpSp>
      <p:sp>
        <p:nvSpPr>
          <p:cNvPr id="1506" name="Google Shape;1506;p61"/>
          <p:cNvSpPr txBox="1"/>
          <p:nvPr/>
        </p:nvSpPr>
        <p:spPr>
          <a:xfrm>
            <a:off x="3708400" y="1196975"/>
            <a:ext cx="4535487" cy="468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900"/>
              <a:buFont typeface="Verdana"/>
              <a:buNone/>
            </a:pPr>
            <a:r>
              <a:rPr b="1" i="0" lang="en-US" sz="900" u="none">
                <a:solidFill>
                  <a:srgbClr val="FF0000"/>
                </a:solidFill>
                <a:latin typeface="Verdana"/>
                <a:ea typeface="Verdana"/>
                <a:cs typeface="Verdana"/>
                <a:sym typeface="Verdana"/>
              </a:rPr>
              <a:t>1. Trabajan con una población de individuos, generados al azar, cada uno representando una posible solución a un problema dado.</a:t>
            </a:r>
            <a:endParaRPr/>
          </a:p>
        </p:txBody>
      </p:sp>
      <p:sp>
        <p:nvSpPr>
          <p:cNvPr id="1507" name="Google Shape;1507;p61"/>
          <p:cNvSpPr txBox="1"/>
          <p:nvPr/>
        </p:nvSpPr>
        <p:spPr>
          <a:xfrm>
            <a:off x="3708400" y="1927225"/>
            <a:ext cx="3971925" cy="60166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900"/>
              <a:buFont typeface="Verdana"/>
              <a:buNone/>
            </a:pPr>
            <a:r>
              <a:rPr b="1" i="0" lang="en-US" sz="900" u="none">
                <a:solidFill>
                  <a:srgbClr val="FF0000"/>
                </a:solidFill>
                <a:latin typeface="Verdana"/>
                <a:ea typeface="Verdana"/>
                <a:cs typeface="Verdana"/>
                <a:sym typeface="Verdana"/>
              </a:rPr>
              <a:t>2. Se evalúa la adaptación de todos los individuos en la población. A cada individuo se le asigna una puntuación de adaptación dependiendo de que tan buena fue su respuesta al problema.</a:t>
            </a:r>
            <a:endParaRPr/>
          </a:p>
        </p:txBody>
      </p:sp>
      <p:sp>
        <p:nvSpPr>
          <p:cNvPr id="1508" name="Google Shape;1508;p61"/>
          <p:cNvSpPr txBox="1"/>
          <p:nvPr/>
        </p:nvSpPr>
        <p:spPr>
          <a:xfrm>
            <a:off x="4043362" y="2924175"/>
            <a:ext cx="2976562" cy="77152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900"/>
              <a:buFont typeface="Verdana"/>
              <a:buNone/>
            </a:pPr>
            <a:r>
              <a:rPr b="1" i="0" lang="en-US" sz="900" u="none">
                <a:solidFill>
                  <a:srgbClr val="FF0000"/>
                </a:solidFill>
                <a:latin typeface="Verdana"/>
                <a:ea typeface="Verdana"/>
                <a:cs typeface="Verdana"/>
                <a:sym typeface="Verdana"/>
              </a:rPr>
              <a:t>3. Crear una nueva población de posibles soluciones mediante la selección de los mejores individuos (mas adaptados) de la generación actual y efectuando operaciones como crossover y mutaciones.</a:t>
            </a:r>
            <a:endParaRPr/>
          </a:p>
        </p:txBody>
      </p:sp>
      <p:sp>
        <p:nvSpPr>
          <p:cNvPr id="1509" name="Google Shape;1509;p61"/>
          <p:cNvSpPr txBox="1"/>
          <p:nvPr/>
        </p:nvSpPr>
        <p:spPr>
          <a:xfrm>
            <a:off x="3736975" y="5229225"/>
            <a:ext cx="2274887" cy="23336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900"/>
              <a:buFont typeface="Verdana"/>
              <a:buNone/>
            </a:pPr>
            <a:r>
              <a:rPr b="1" i="0" lang="en-US" sz="900" u="none">
                <a:solidFill>
                  <a:srgbClr val="FF0000"/>
                </a:solidFill>
                <a:latin typeface="Verdana"/>
                <a:ea typeface="Verdana"/>
                <a:cs typeface="Verdana"/>
                <a:sym typeface="Verdana"/>
              </a:rPr>
              <a:t>4. Eliminar la antigua población</a:t>
            </a:r>
            <a:endParaRPr/>
          </a:p>
        </p:txBody>
      </p:sp>
      <p:sp>
        <p:nvSpPr>
          <p:cNvPr id="1510" name="Google Shape;1510;p61"/>
          <p:cNvSpPr txBox="1"/>
          <p:nvPr/>
        </p:nvSpPr>
        <p:spPr>
          <a:xfrm>
            <a:off x="4481512" y="5661025"/>
            <a:ext cx="3114675" cy="57626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900"/>
              <a:buFont typeface="Verdana"/>
              <a:buNone/>
            </a:pPr>
            <a:r>
              <a:rPr b="1" i="0" lang="en-US" sz="900" u="none">
                <a:solidFill>
                  <a:srgbClr val="FF0000"/>
                </a:solidFill>
                <a:latin typeface="Verdana"/>
                <a:ea typeface="Verdana"/>
                <a:cs typeface="Verdana"/>
                <a:sym typeface="Verdana"/>
              </a:rPr>
              <a:t>5. Iterar utilizando la nueva población, hasta que la población converja. Cada iteración de este bucle es conocida como generación.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14" name="Shape 1514"/>
        <p:cNvGrpSpPr/>
        <p:nvPr/>
      </p:nvGrpSpPr>
      <p:grpSpPr>
        <a:xfrm>
          <a:off x="0" y="0"/>
          <a:ext cx="0" cy="0"/>
          <a:chOff x="0" y="0"/>
          <a:chExt cx="0" cy="0"/>
        </a:xfrm>
      </p:grpSpPr>
      <p:sp>
        <p:nvSpPr>
          <p:cNvPr id="1515" name="Google Shape;1515;p62"/>
          <p:cNvSpPr txBox="1"/>
          <p:nvPr>
            <p:ph type="title"/>
          </p:nvPr>
        </p:nvSpPr>
        <p:spPr>
          <a:xfrm>
            <a:off x="457200" y="274637"/>
            <a:ext cx="8229600" cy="9223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Algoritmo Genético Canónico</a:t>
            </a:r>
            <a:endParaRPr/>
          </a:p>
        </p:txBody>
      </p:sp>
      <p:sp>
        <p:nvSpPr>
          <p:cNvPr id="1516" name="Google Shape;1516;p62"/>
          <p:cNvSpPr txBox="1"/>
          <p:nvPr/>
        </p:nvSpPr>
        <p:spPr>
          <a:xfrm>
            <a:off x="468312" y="1196975"/>
            <a:ext cx="8424862" cy="47529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En los Algoritmos Genéticos Canónicos, la tira que conforma el cromosoma es binaria de longitud L. </a:t>
            </a:r>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Conocido N, el número de cromosomas que compondrán las distintas poblaciones, se procede a crear la población inicial (random).</a:t>
            </a:r>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Cada gen de cada cromosoma toma el valor 0 o 1 en forma aleatoria.</a:t>
            </a:r>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Cada cromosoma es evaluado usando la función objetivo y la función fitness.</a:t>
            </a:r>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La </a:t>
            </a:r>
            <a:r>
              <a:rPr b="1" i="0" lang="en-US" sz="2000" u="none">
                <a:solidFill>
                  <a:srgbClr val="FF0000"/>
                </a:solidFill>
                <a:latin typeface="Arial"/>
                <a:ea typeface="Arial"/>
                <a:cs typeface="Arial"/>
                <a:sym typeface="Arial"/>
              </a:rPr>
              <a:t>función fitness </a:t>
            </a:r>
            <a:r>
              <a:rPr b="1" i="0" lang="en-US" sz="2000" u="none">
                <a:solidFill>
                  <a:schemeClr val="lt1"/>
                </a:solidFill>
                <a:latin typeface="Arial"/>
                <a:ea typeface="Arial"/>
                <a:cs typeface="Arial"/>
                <a:sym typeface="Arial"/>
              </a:rPr>
              <a:t>se define para cada cromosoma como el cociente </a:t>
            </a:r>
            <a:r>
              <a:rPr b="1" i="0" lang="en-US" sz="2000" u="none">
                <a:solidFill>
                  <a:srgbClr val="FF0000"/>
                </a:solidFill>
                <a:latin typeface="Arial"/>
                <a:ea typeface="Arial"/>
                <a:cs typeface="Arial"/>
                <a:sym typeface="Arial"/>
              </a:rPr>
              <a:t>fi/F</a:t>
            </a:r>
            <a:r>
              <a:rPr b="1" i="0" lang="en-US" sz="2000" u="none">
                <a:solidFill>
                  <a:schemeClr val="lt1"/>
                </a:solidFill>
                <a:latin typeface="Arial"/>
                <a:ea typeface="Arial"/>
                <a:cs typeface="Arial"/>
                <a:sym typeface="Arial"/>
              </a:rPr>
              <a:t>, donde fi es el valor de la función objetivo correspondiente, mientras que F es el promedio de los valores de la función objetivo para cada tira de la población.</a:t>
            </a:r>
            <a:endParaRPr/>
          </a:p>
          <a:p>
            <a:pPr indent="-215900" lvl="0" marL="342900" marR="0" rtl="0" algn="just">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215900" lvl="0" marL="342900" marR="0" rtl="0" algn="just">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215900" lvl="0" marL="342900" marR="0" rtl="0" algn="just">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215900" lvl="0" marL="342900" marR="0" rtl="0" algn="just">
              <a:lnSpc>
                <a:spcPct val="100000"/>
              </a:lnSpc>
              <a:spcBef>
                <a:spcPts val="400"/>
              </a:spcBef>
              <a:spcAft>
                <a:spcPts val="0"/>
              </a:spcAft>
              <a:buClr>
                <a:schemeClr val="lt1"/>
              </a:buClr>
              <a:buSzPts val="2000"/>
              <a:buFont typeface="Arial"/>
              <a:buNone/>
            </a:pPr>
            <a:r>
              <a:t/>
            </a:r>
            <a:endParaRPr b="1" i="0" sz="2000" u="none">
              <a:solidFill>
                <a:schemeClr val="lt1"/>
              </a:solidFill>
              <a:latin typeface="Arial"/>
              <a:ea typeface="Arial"/>
              <a:cs typeface="Arial"/>
              <a:sym typeface="Arial"/>
            </a:endParaRPr>
          </a:p>
          <a:p>
            <a:pPr indent="-342900" lvl="0" marL="34290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Definir la función objetivo</a:t>
            </a:r>
            <a:endParaRPr/>
          </a:p>
          <a:p>
            <a:pPr indent="0" lvl="0" marL="0" marR="0" rtl="0" algn="l">
              <a:lnSpc>
                <a:spcPct val="100000"/>
              </a:lnSpc>
              <a:spcBef>
                <a:spcPts val="0"/>
              </a:spcBef>
              <a:spcAft>
                <a:spcPts val="0"/>
              </a:spcAft>
              <a:buNone/>
            </a:pPr>
            <a:r>
              <a:t/>
            </a:r>
            <a:endParaRPr b="1" i="0" sz="2000" u="none">
              <a:solidFill>
                <a:schemeClr val="lt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20" name="Shape 1520"/>
        <p:cNvGrpSpPr/>
        <p:nvPr/>
      </p:nvGrpSpPr>
      <p:grpSpPr>
        <a:xfrm>
          <a:off x="0" y="0"/>
          <a:ext cx="0" cy="0"/>
          <a:chOff x="0" y="0"/>
          <a:chExt cx="0" cy="0"/>
        </a:xfrm>
      </p:grpSpPr>
      <p:sp>
        <p:nvSpPr>
          <p:cNvPr id="1521" name="Google Shape;1521;p63"/>
          <p:cNvSpPr txBox="1"/>
          <p:nvPr>
            <p:ph type="title"/>
          </p:nvPr>
        </p:nvSpPr>
        <p:spPr>
          <a:xfrm>
            <a:off x="457200" y="274637"/>
            <a:ext cx="8229600" cy="7064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Aplicación de un AG Canónico</a:t>
            </a:r>
            <a:endParaRPr/>
          </a:p>
        </p:txBody>
      </p:sp>
      <p:graphicFrame>
        <p:nvGraphicFramePr>
          <p:cNvPr id="1522" name="Google Shape;1522;p63"/>
          <p:cNvGraphicFramePr/>
          <p:nvPr/>
        </p:nvGraphicFramePr>
        <p:xfrm>
          <a:off x="395287" y="1600200"/>
          <a:ext cx="3000000" cy="3000000"/>
        </p:xfrm>
        <a:graphic>
          <a:graphicData uri="http://schemas.openxmlformats.org/drawingml/2006/table">
            <a:tbl>
              <a:tblPr>
                <a:noFill/>
                <a:tableStyleId>{A0E5EC63-1752-49F2-B231-F8F02AE82CE7}</a:tableStyleId>
              </a:tblPr>
              <a:tblGrid>
                <a:gridCol w="909625"/>
                <a:gridCol w="990600"/>
                <a:gridCol w="658800"/>
                <a:gridCol w="982650"/>
                <a:gridCol w="1130300"/>
                <a:gridCol w="846125"/>
                <a:gridCol w="803275"/>
              </a:tblGrid>
              <a:tr h="762000">
                <a:tc>
                  <a:txBody>
                    <a:bodyPr/>
                    <a:lstStyle/>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Número</a:t>
                      </a:r>
                      <a:endParaRPr/>
                    </a:p>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 de</a:t>
                      </a:r>
                      <a:endParaRPr/>
                    </a:p>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string</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Población</a:t>
                      </a:r>
                      <a:endParaRPr/>
                    </a:p>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Inicial</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Valor</a:t>
                      </a:r>
                      <a:endParaRPr/>
                    </a:p>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de x</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Función </a:t>
                      </a:r>
                      <a:endParaRPr/>
                    </a:p>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objetivo</a:t>
                      </a:r>
                      <a:endParaRPr/>
                    </a:p>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f(x) = x</a:t>
                      </a:r>
                      <a:r>
                        <a:rPr b="1" baseline="30000" i="0" lang="en-US" sz="1100" u="none">
                          <a:solidFill>
                            <a:schemeClr val="dk1"/>
                          </a:solidFill>
                          <a:latin typeface="Verdana"/>
                          <a:ea typeface="Verdana"/>
                          <a:cs typeface="Verdana"/>
                          <a:sym typeface="Verdana"/>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Peso</a:t>
                      </a:r>
                      <a:endParaRPr/>
                    </a:p>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Porcentual</a:t>
                      </a:r>
                      <a:endParaRPr/>
                    </a:p>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en la ruleta</a:t>
                      </a:r>
                      <a:endParaRPr/>
                    </a:p>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(fi/F)/4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Función</a:t>
                      </a:r>
                      <a:endParaRPr/>
                    </a:p>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Fitness</a:t>
                      </a:r>
                      <a:endParaRPr/>
                    </a:p>
                    <a:p>
                      <a:pPr indent="-342900" lvl="0" marL="342900" marR="0" rtl="0" algn="ctr">
                        <a:lnSpc>
                          <a:spcPct val="100000"/>
                        </a:lnSpc>
                        <a:spcBef>
                          <a:spcPts val="0"/>
                        </a:spcBef>
                        <a:spcAft>
                          <a:spcPts val="0"/>
                        </a:spcAft>
                        <a:buClr>
                          <a:schemeClr val="dk1"/>
                        </a:buClr>
                        <a:buSzPts val="1100"/>
                        <a:buFont typeface="Verdana"/>
                        <a:buNone/>
                      </a:pPr>
                      <a:r>
                        <a:rPr b="1" i="0" lang="en-US" sz="1100" u="none">
                          <a:solidFill>
                            <a:schemeClr val="dk1"/>
                          </a:solidFill>
                          <a:latin typeface="Verdana"/>
                          <a:ea typeface="Verdana"/>
                          <a:cs typeface="Verdana"/>
                          <a:sym typeface="Verdana"/>
                        </a:rPr>
                        <a:t>fi/F</a:t>
                      </a:r>
                      <a:endParaRPr/>
                    </a:p>
                    <a:p>
                      <a:pPr indent="0" lvl="0" marL="0" marR="0" rtl="0" algn="l">
                        <a:spcBef>
                          <a:spcPts val="0"/>
                        </a:spcBef>
                        <a:spcAft>
                          <a:spcPts val="0"/>
                        </a:spcAft>
                        <a:buNone/>
                      </a:pPr>
                      <a:r>
                        <a:t/>
                      </a:r>
                      <a:endParaRPr b="1" i="0" sz="1100" u="none">
                        <a:solidFill>
                          <a:schemeClr val="dk1"/>
                        </a:solidFill>
                        <a:latin typeface="Verdana"/>
                        <a:ea typeface="Verdana"/>
                        <a:cs typeface="Verdana"/>
                        <a:sym typeface="Verdana"/>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Veces</a:t>
                      </a:r>
                      <a:endParaRPr/>
                    </a:p>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elegidos</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84150">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01101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13</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169</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0,14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0,58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84150">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11000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24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576</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0,49</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1,97</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84150">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3</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01000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64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0,06</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0,22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84150">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10011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19</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361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0,31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1,23</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84150">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Suma</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1170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1,00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4,00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r>
              <a:tr h="325425">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Promedio</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293</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CC"/>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0,25</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1,00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r>
              <a:tr h="284150">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Máximo</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576</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0,49</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1,97</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DDDD"/>
                    </a:solidFill>
                  </a:tcPr>
                </a:tc>
              </a:tr>
            </a:tbl>
          </a:graphicData>
        </a:graphic>
      </p:graphicFrame>
      <p:sp>
        <p:nvSpPr>
          <p:cNvPr id="1523" name="Google Shape;1523;p63"/>
          <p:cNvSpPr txBox="1"/>
          <p:nvPr/>
        </p:nvSpPr>
        <p:spPr>
          <a:xfrm>
            <a:off x="468312" y="1052512"/>
            <a:ext cx="8064500" cy="5032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sng">
                <a:solidFill>
                  <a:schemeClr val="lt1"/>
                </a:solidFill>
                <a:latin typeface="Arial"/>
                <a:ea typeface="Arial"/>
                <a:cs typeface="Arial"/>
                <a:sym typeface="Arial"/>
              </a:rPr>
              <a:t>Problema</a:t>
            </a:r>
            <a:r>
              <a:rPr b="1" i="0" lang="en-US" sz="2000" u="none">
                <a:solidFill>
                  <a:schemeClr val="lt1"/>
                </a:solidFill>
                <a:latin typeface="Arial"/>
                <a:ea typeface="Arial"/>
                <a:cs typeface="Arial"/>
                <a:sym typeface="Arial"/>
              </a:rPr>
              <a:t>: Maximizar la función f(x) = x</a:t>
            </a:r>
            <a:r>
              <a:rPr b="1" baseline="30000" i="0" lang="en-US" sz="2000" u="none">
                <a:solidFill>
                  <a:schemeClr val="lt1"/>
                </a:solidFill>
                <a:latin typeface="Arial"/>
                <a:ea typeface="Arial"/>
                <a:cs typeface="Arial"/>
                <a:sym typeface="Arial"/>
              </a:rPr>
              <a:t>2</a:t>
            </a:r>
            <a:r>
              <a:rPr b="1" i="0" lang="en-US" sz="2000" u="none">
                <a:solidFill>
                  <a:schemeClr val="lt1"/>
                </a:solidFill>
                <a:latin typeface="Arial"/>
                <a:ea typeface="Arial"/>
                <a:cs typeface="Arial"/>
                <a:sym typeface="Arial"/>
              </a:rPr>
              <a:t>  para x = [0 .. 31]</a:t>
            </a:r>
            <a:endParaRPr/>
          </a:p>
        </p:txBody>
      </p:sp>
      <p:sp>
        <p:nvSpPr>
          <p:cNvPr id="1524" name="Google Shape;1524;p63"/>
          <p:cNvSpPr txBox="1"/>
          <p:nvPr/>
        </p:nvSpPr>
        <p:spPr>
          <a:xfrm>
            <a:off x="323850" y="4483100"/>
            <a:ext cx="2665412" cy="3730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700"/>
              <a:buFont typeface="Arial"/>
              <a:buNone/>
            </a:pPr>
            <a:r>
              <a:rPr b="1" i="0" lang="en-US" sz="1700" u="none">
                <a:solidFill>
                  <a:srgbClr val="FF0000"/>
                </a:solidFill>
                <a:latin typeface="Arial"/>
                <a:ea typeface="Arial"/>
                <a:cs typeface="Arial"/>
                <a:sym typeface="Arial"/>
              </a:rPr>
              <a:t>Crossover de un punto</a:t>
            </a:r>
            <a:endParaRPr/>
          </a:p>
        </p:txBody>
      </p:sp>
      <p:sp>
        <p:nvSpPr>
          <p:cNvPr id="1525" name="Google Shape;1525;p63"/>
          <p:cNvSpPr txBox="1"/>
          <p:nvPr/>
        </p:nvSpPr>
        <p:spPr>
          <a:xfrm>
            <a:off x="755650" y="5099050"/>
            <a:ext cx="2233612" cy="7191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rPr b="0" i="0" lang="en-US" sz="1800" u="none">
                <a:solidFill>
                  <a:schemeClr val="lt1"/>
                </a:solidFill>
                <a:latin typeface="Arial"/>
                <a:ea typeface="Arial"/>
                <a:cs typeface="Arial"/>
                <a:sym typeface="Arial"/>
              </a:rPr>
              <a:t>0110 | </a:t>
            </a:r>
            <a:r>
              <a:rPr b="1" i="0" lang="en-US" sz="1800" u="none">
                <a:solidFill>
                  <a:srgbClr val="92D050"/>
                </a:solidFill>
                <a:latin typeface="Arial"/>
                <a:ea typeface="Arial"/>
                <a:cs typeface="Arial"/>
                <a:sym typeface="Arial"/>
              </a:rPr>
              <a:t>1</a:t>
            </a:r>
            <a:r>
              <a:rPr b="0" i="0" lang="en-US" sz="1800" u="none">
                <a:solidFill>
                  <a:srgbClr val="92D050"/>
                </a:solidFill>
                <a:latin typeface="Arial"/>
                <a:ea typeface="Arial"/>
                <a:cs typeface="Arial"/>
                <a:sym typeface="Arial"/>
              </a:rPr>
              <a:t> </a:t>
            </a:r>
            <a:r>
              <a:rPr b="0" i="0" lang="en-US" sz="1800" u="none">
                <a:solidFill>
                  <a:schemeClr val="lt1"/>
                </a:solidFill>
                <a:latin typeface="Arial"/>
                <a:ea typeface="Arial"/>
                <a:cs typeface="Arial"/>
                <a:sym typeface="Arial"/>
              </a:rPr>
              <a:t>    0110</a:t>
            </a:r>
            <a:r>
              <a:rPr b="1" i="0" lang="en-US" sz="1800" u="none">
                <a:solidFill>
                  <a:srgbClr val="FF99CC"/>
                </a:solidFill>
                <a:latin typeface="Arial"/>
                <a:ea typeface="Arial"/>
                <a:cs typeface="Arial"/>
                <a:sym typeface="Arial"/>
              </a:rPr>
              <a:t>0</a:t>
            </a:r>
            <a:endParaRPr/>
          </a:p>
          <a:p>
            <a:pPr indent="0" lvl="0" marL="0" marR="0" rtl="0" algn="l">
              <a:lnSpc>
                <a:spcPct val="100000"/>
              </a:lnSpc>
              <a:spcBef>
                <a:spcPts val="360"/>
              </a:spcBef>
              <a:spcAft>
                <a:spcPts val="0"/>
              </a:spcAft>
              <a:buClr>
                <a:schemeClr val="lt1"/>
              </a:buClr>
              <a:buSzPts val="1800"/>
              <a:buFont typeface="Arial"/>
              <a:buNone/>
            </a:pPr>
            <a:r>
              <a:rPr b="0" i="0" lang="en-US" sz="1800" u="none">
                <a:solidFill>
                  <a:schemeClr val="lt1"/>
                </a:solidFill>
                <a:latin typeface="Arial"/>
                <a:ea typeface="Arial"/>
                <a:cs typeface="Arial"/>
                <a:sym typeface="Arial"/>
              </a:rPr>
              <a:t>1100 | </a:t>
            </a:r>
            <a:r>
              <a:rPr b="1" i="0" lang="en-US" sz="1800" u="none">
                <a:solidFill>
                  <a:srgbClr val="FF99CC"/>
                </a:solidFill>
                <a:latin typeface="Arial"/>
                <a:ea typeface="Arial"/>
                <a:cs typeface="Arial"/>
                <a:sym typeface="Arial"/>
              </a:rPr>
              <a:t>0</a:t>
            </a:r>
            <a:r>
              <a:rPr b="0" i="0" lang="en-US" sz="1800" u="none">
                <a:solidFill>
                  <a:schemeClr val="lt1"/>
                </a:solidFill>
                <a:latin typeface="Arial"/>
                <a:ea typeface="Arial"/>
                <a:cs typeface="Arial"/>
                <a:sym typeface="Arial"/>
              </a:rPr>
              <a:t>     1100</a:t>
            </a:r>
            <a:r>
              <a:rPr b="1" i="0" lang="en-US" sz="1800" u="none">
                <a:solidFill>
                  <a:srgbClr val="92D050"/>
                </a:solidFill>
                <a:latin typeface="Arial"/>
                <a:ea typeface="Arial"/>
                <a:cs typeface="Arial"/>
                <a:sym typeface="Arial"/>
              </a:rPr>
              <a:t>1</a:t>
            </a:r>
            <a:endParaRPr/>
          </a:p>
        </p:txBody>
      </p:sp>
      <p:sp>
        <p:nvSpPr>
          <p:cNvPr id="1526" name="Google Shape;1526;p63"/>
          <p:cNvSpPr txBox="1"/>
          <p:nvPr/>
        </p:nvSpPr>
        <p:spPr>
          <a:xfrm>
            <a:off x="323850" y="4810125"/>
            <a:ext cx="2879725" cy="3603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500"/>
              <a:buFont typeface="Arial"/>
              <a:buNone/>
            </a:pPr>
            <a:r>
              <a:rPr b="0" i="0" lang="en-US" sz="1500" u="none">
                <a:solidFill>
                  <a:schemeClr val="lt1"/>
                </a:solidFill>
                <a:latin typeface="Arial"/>
                <a:ea typeface="Arial"/>
                <a:cs typeface="Arial"/>
                <a:sym typeface="Arial"/>
              </a:rPr>
              <a:t>Padres 1 y 2 (punto de corte 4)</a:t>
            </a:r>
            <a:endParaRPr/>
          </a:p>
        </p:txBody>
      </p:sp>
      <p:sp>
        <p:nvSpPr>
          <p:cNvPr id="1527" name="Google Shape;1527;p63"/>
          <p:cNvSpPr txBox="1"/>
          <p:nvPr/>
        </p:nvSpPr>
        <p:spPr>
          <a:xfrm>
            <a:off x="323850" y="5746750"/>
            <a:ext cx="3024187" cy="5762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500"/>
              <a:buFont typeface="Arial"/>
              <a:buNone/>
            </a:pPr>
            <a:r>
              <a:rPr b="0" i="0" lang="en-US" sz="1500" u="none">
                <a:solidFill>
                  <a:schemeClr val="lt1"/>
                </a:solidFill>
                <a:latin typeface="Arial"/>
                <a:ea typeface="Arial"/>
                <a:cs typeface="Arial"/>
                <a:sym typeface="Arial"/>
              </a:rPr>
              <a:t>Se intercambian las colas de las tiras para crear un par de hijos</a:t>
            </a:r>
            <a:endParaRPr/>
          </a:p>
        </p:txBody>
      </p:sp>
      <p:sp>
        <p:nvSpPr>
          <p:cNvPr id="1528" name="Google Shape;1528;p63"/>
          <p:cNvSpPr txBox="1"/>
          <p:nvPr/>
        </p:nvSpPr>
        <p:spPr>
          <a:xfrm>
            <a:off x="3208337" y="4495800"/>
            <a:ext cx="1728787"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700"/>
              <a:buFont typeface="Arial"/>
              <a:buNone/>
            </a:pPr>
            <a:r>
              <a:rPr b="1" i="0" lang="en-US" sz="1700" u="none">
                <a:solidFill>
                  <a:srgbClr val="FF0000"/>
                </a:solidFill>
                <a:latin typeface="Arial"/>
                <a:ea typeface="Arial"/>
                <a:cs typeface="Arial"/>
                <a:sym typeface="Arial"/>
              </a:rPr>
              <a:t>Mutación</a:t>
            </a:r>
            <a:endParaRPr/>
          </a:p>
        </p:txBody>
      </p:sp>
      <p:sp>
        <p:nvSpPr>
          <p:cNvPr id="1529" name="Google Shape;1529;p63"/>
          <p:cNvSpPr txBox="1"/>
          <p:nvPr/>
        </p:nvSpPr>
        <p:spPr>
          <a:xfrm>
            <a:off x="3203575" y="4797425"/>
            <a:ext cx="2519362" cy="3603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500"/>
              <a:buFont typeface="Arial"/>
              <a:buNone/>
            </a:pPr>
            <a:r>
              <a:rPr b="0" i="0" lang="en-US" sz="1500" u="none">
                <a:solidFill>
                  <a:schemeClr val="lt1"/>
                </a:solidFill>
                <a:latin typeface="Arial"/>
                <a:ea typeface="Arial"/>
                <a:cs typeface="Arial"/>
                <a:sym typeface="Arial"/>
              </a:rPr>
              <a:t>Baja prob. 🡪 no hay</a:t>
            </a:r>
            <a:endParaRPr/>
          </a:p>
        </p:txBody>
      </p:sp>
      <p:graphicFrame>
        <p:nvGraphicFramePr>
          <p:cNvPr id="1530" name="Google Shape;1530;p63"/>
          <p:cNvGraphicFramePr/>
          <p:nvPr/>
        </p:nvGraphicFramePr>
        <p:xfrm>
          <a:off x="5975350" y="3629025"/>
          <a:ext cx="3000000" cy="3000000"/>
        </p:xfrm>
        <a:graphic>
          <a:graphicData uri="http://schemas.openxmlformats.org/drawingml/2006/table">
            <a:tbl>
              <a:tblPr>
                <a:noFill/>
                <a:tableStyleId>{A0E5EC63-1752-49F2-B231-F8F02AE82CE7}</a:tableStyleId>
              </a:tblPr>
              <a:tblGrid>
                <a:gridCol w="985825"/>
                <a:gridCol w="989000"/>
                <a:gridCol w="987425"/>
              </a:tblGrid>
              <a:tr h="396875">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Nueva</a:t>
                      </a:r>
                      <a:endParaRPr/>
                    </a:p>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 población</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Valor de x</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f(x) = x</a:t>
                      </a:r>
                      <a:r>
                        <a:rPr b="1" baseline="30000" i="0" lang="en-US" sz="1000" u="none">
                          <a:solidFill>
                            <a:schemeClr val="dk1"/>
                          </a:solidFill>
                          <a:latin typeface="Verdana"/>
                          <a:ea typeface="Verdana"/>
                          <a:cs typeface="Verdana"/>
                          <a:sym typeface="Verdana"/>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73050">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01100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144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74625">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11001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25</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625</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74625">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11011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27</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729</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274625">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10000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16</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256</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322250">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Suma</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1754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323850">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Promedio</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439</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CC"/>
                    </a:solidFill>
                  </a:tcPr>
                </a:tc>
              </a:tr>
              <a:tr h="323850">
                <a:tc>
                  <a:txBody>
                    <a:bodyPr/>
                    <a:lstStyle/>
                    <a:p>
                      <a:pPr indent="-342900" lvl="0" marL="342900" marR="0" rtl="0" algn="ctr">
                        <a:lnSpc>
                          <a:spcPct val="100000"/>
                        </a:lnSpc>
                        <a:spcBef>
                          <a:spcPts val="0"/>
                        </a:spcBef>
                        <a:spcAft>
                          <a:spcPts val="0"/>
                        </a:spcAft>
                        <a:buClr>
                          <a:schemeClr val="dk1"/>
                        </a:buClr>
                        <a:buSzPts val="1000"/>
                        <a:buFont typeface="Verdana"/>
                        <a:buNone/>
                      </a:pPr>
                      <a:r>
                        <a:rPr b="1" i="0" lang="en-US" sz="1000" u="none">
                          <a:solidFill>
                            <a:schemeClr val="dk1"/>
                          </a:solidFill>
                          <a:latin typeface="Verdana"/>
                          <a:ea typeface="Verdana"/>
                          <a:cs typeface="Verdana"/>
                          <a:sym typeface="Verdana"/>
                        </a:rPr>
                        <a:t>Máximo</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342900" lvl="0" marL="34290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729</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99"/>
                    </a:solidFill>
                  </a:tcPr>
                </a:tc>
              </a:tr>
            </a:tbl>
          </a:graphicData>
        </a:graphic>
      </p:graphicFrame>
      <p:sp>
        <p:nvSpPr>
          <p:cNvPr id="1531" name="Google Shape;1531;p63"/>
          <p:cNvSpPr/>
          <p:nvPr/>
        </p:nvSpPr>
        <p:spPr>
          <a:xfrm>
            <a:off x="5076825" y="5229225"/>
            <a:ext cx="574675" cy="504825"/>
          </a:xfrm>
          <a:prstGeom prst="rightArrow">
            <a:avLst>
              <a:gd fmla="val 50000" name="adj1"/>
              <a:gd fmla="val 50000" name="adj2"/>
            </a:avLst>
          </a:prstGeom>
          <a:solidFill>
            <a:srgbClr val="FF0000"/>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532" name="Google Shape;1532;p63"/>
          <p:cNvSpPr txBox="1"/>
          <p:nvPr/>
        </p:nvSpPr>
        <p:spPr>
          <a:xfrm>
            <a:off x="6875462" y="1700212"/>
            <a:ext cx="2017712" cy="15843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700"/>
              <a:buFont typeface="Arial"/>
              <a:buNone/>
            </a:pPr>
            <a:r>
              <a:rPr b="1" i="0" lang="en-US" sz="1700" u="none">
                <a:solidFill>
                  <a:srgbClr val="FF0000"/>
                </a:solidFill>
                <a:latin typeface="Arial"/>
                <a:ea typeface="Arial"/>
                <a:cs typeface="Arial"/>
                <a:sym typeface="Arial"/>
              </a:rPr>
              <a:t>Selección</a:t>
            </a:r>
            <a:endParaRPr/>
          </a:p>
          <a:p>
            <a:pPr indent="0" lvl="0" marL="0" marR="0" rtl="0" algn="ctr">
              <a:lnSpc>
                <a:spcPct val="100000"/>
              </a:lnSpc>
              <a:spcBef>
                <a:spcPts val="300"/>
              </a:spcBef>
              <a:spcAft>
                <a:spcPts val="0"/>
              </a:spcAft>
              <a:buClr>
                <a:schemeClr val="lt1"/>
              </a:buClr>
              <a:buSzPts val="1500"/>
              <a:buFont typeface="Arial"/>
              <a:buNone/>
            </a:pPr>
            <a:r>
              <a:rPr b="1" i="0" lang="en-US" sz="1500" u="none">
                <a:solidFill>
                  <a:schemeClr val="lt1"/>
                </a:solidFill>
                <a:latin typeface="Arial"/>
                <a:ea typeface="Arial"/>
                <a:cs typeface="Arial"/>
                <a:sym typeface="Arial"/>
              </a:rPr>
              <a:t>Creación de una población intermedia aplicando el método de la ruleta</a:t>
            </a:r>
            <a:endParaRPr/>
          </a:p>
        </p:txBody>
      </p:sp>
      <p:sp>
        <p:nvSpPr>
          <p:cNvPr id="1533" name="Google Shape;1533;p63"/>
          <p:cNvSpPr txBox="1"/>
          <p:nvPr/>
        </p:nvSpPr>
        <p:spPr>
          <a:xfrm>
            <a:off x="323850" y="6323012"/>
            <a:ext cx="3024187" cy="3603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500"/>
              <a:buFont typeface="Arial"/>
              <a:buNone/>
            </a:pPr>
            <a:r>
              <a:rPr b="0" i="0" lang="en-US" sz="1500" u="none">
                <a:solidFill>
                  <a:schemeClr val="lt1"/>
                </a:solidFill>
                <a:latin typeface="Arial"/>
                <a:ea typeface="Arial"/>
                <a:cs typeface="Arial"/>
                <a:sym typeface="Arial"/>
              </a:rPr>
              <a:t>Padres 2 y 4 (punto de corte 2)</a:t>
            </a:r>
            <a:endParaRPr/>
          </a:p>
        </p:txBody>
      </p:sp>
      <p:sp>
        <p:nvSpPr>
          <p:cNvPr id="1534" name="Google Shape;1534;p63"/>
          <p:cNvSpPr txBox="1"/>
          <p:nvPr/>
        </p:nvSpPr>
        <p:spPr>
          <a:xfrm>
            <a:off x="4787900" y="6165850"/>
            <a:ext cx="4168775" cy="56515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900"/>
              <a:buFont typeface="Verdana"/>
              <a:buNone/>
            </a:pPr>
            <a:r>
              <a:rPr b="1" i="0" lang="en-US" sz="900" u="none">
                <a:solidFill>
                  <a:schemeClr val="dk1"/>
                </a:solidFill>
                <a:latin typeface="Verdana"/>
                <a:ea typeface="Verdana"/>
                <a:cs typeface="Verdana"/>
                <a:sym typeface="Verdana"/>
              </a:rPr>
              <a:t>El promedio y el máximo mejoran cuando se pasa de la primera generación a la segunda. Esto se logra combinando azar con una buena elección de padres (dado por sus fitness).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38" name="Shape 1538"/>
        <p:cNvGrpSpPr/>
        <p:nvPr/>
      </p:nvGrpSpPr>
      <p:grpSpPr>
        <a:xfrm>
          <a:off x="0" y="0"/>
          <a:ext cx="0" cy="0"/>
          <a:chOff x="0" y="0"/>
          <a:chExt cx="0" cy="0"/>
        </a:xfrm>
      </p:grpSpPr>
      <p:sp>
        <p:nvSpPr>
          <p:cNvPr id="1539" name="Google Shape;1539;p64"/>
          <p:cNvSpPr txBox="1"/>
          <p:nvPr>
            <p:ph type="title"/>
          </p:nvPr>
        </p:nvSpPr>
        <p:spPr>
          <a:xfrm>
            <a:off x="457200" y="274637"/>
            <a:ext cx="6202362" cy="12096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Planificación</a:t>
            </a:r>
            <a:endParaRPr/>
          </a:p>
        </p:txBody>
      </p:sp>
      <p:sp>
        <p:nvSpPr>
          <p:cNvPr id="1540" name="Google Shape;1540;p64"/>
          <p:cNvSpPr txBox="1"/>
          <p:nvPr/>
        </p:nvSpPr>
        <p:spPr>
          <a:xfrm>
            <a:off x="468312" y="4435475"/>
            <a:ext cx="8135937" cy="108108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Si los pasos para resolver un problema del mundo real no pueden ignorarse o deshacerse, la planificación es fundamental</a:t>
            </a:r>
            <a:endParaRPr/>
          </a:p>
        </p:txBody>
      </p:sp>
      <p:sp>
        <p:nvSpPr>
          <p:cNvPr id="1541" name="Google Shape;1541;p64"/>
          <p:cNvSpPr txBox="1"/>
          <p:nvPr/>
        </p:nvSpPr>
        <p:spPr>
          <a:xfrm>
            <a:off x="468312" y="3140075"/>
            <a:ext cx="8135937" cy="1223962"/>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Planificar consiste en computar varios pasos de un procedimiento de resolución de un problema antes de ejecutar alguno de ellos</a:t>
            </a:r>
            <a:endParaRPr/>
          </a:p>
        </p:txBody>
      </p:sp>
      <p:sp>
        <p:nvSpPr>
          <p:cNvPr id="1542" name="Google Shape;1542;p64"/>
          <p:cNvSpPr txBox="1"/>
          <p:nvPr/>
        </p:nvSpPr>
        <p:spPr>
          <a:xfrm>
            <a:off x="468312" y="1484312"/>
            <a:ext cx="8135937" cy="1585912"/>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Para resolver problemas complicados, es conveniente trabajar con pequeños trozos del problema y combinar las soluciones parciales, para hallar una solución completa</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46" name="Shape 1546"/>
        <p:cNvGrpSpPr/>
        <p:nvPr/>
      </p:nvGrpSpPr>
      <p:grpSpPr>
        <a:xfrm>
          <a:off x="0" y="0"/>
          <a:ext cx="0" cy="0"/>
          <a:chOff x="0" y="0"/>
          <a:chExt cx="0" cy="0"/>
        </a:xfrm>
      </p:grpSpPr>
      <p:sp>
        <p:nvSpPr>
          <p:cNvPr id="1547" name="Google Shape;1547;p65"/>
          <p:cNvSpPr txBox="1"/>
          <p:nvPr>
            <p:ph type="title"/>
          </p:nvPr>
        </p:nvSpPr>
        <p:spPr>
          <a:xfrm>
            <a:off x="457200" y="274637"/>
            <a:ext cx="6202362" cy="12096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El mundo de los bloques</a:t>
            </a:r>
            <a:endParaRPr/>
          </a:p>
        </p:txBody>
      </p:sp>
      <p:grpSp>
        <p:nvGrpSpPr>
          <p:cNvPr id="1548" name="Google Shape;1548;p65"/>
          <p:cNvGrpSpPr/>
          <p:nvPr/>
        </p:nvGrpSpPr>
        <p:grpSpPr>
          <a:xfrm>
            <a:off x="1692275" y="2132012"/>
            <a:ext cx="936625" cy="649287"/>
            <a:chOff x="839" y="1344"/>
            <a:chExt cx="504" cy="288"/>
          </a:xfrm>
        </p:grpSpPr>
        <p:sp>
          <p:nvSpPr>
            <p:cNvPr id="1549" name="Google Shape;1549;p65"/>
            <p:cNvSpPr txBox="1"/>
            <p:nvPr/>
          </p:nvSpPr>
          <p:spPr>
            <a:xfrm>
              <a:off x="983" y="1344"/>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A</a:t>
              </a:r>
              <a:endParaRPr/>
            </a:p>
          </p:txBody>
        </p:sp>
        <p:sp>
          <p:nvSpPr>
            <p:cNvPr id="1550" name="Google Shape;1550;p65"/>
            <p:cNvSpPr txBox="1"/>
            <p:nvPr/>
          </p:nvSpPr>
          <p:spPr>
            <a:xfrm>
              <a:off x="983" y="1488"/>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B</a:t>
              </a:r>
              <a:endParaRPr/>
            </a:p>
          </p:txBody>
        </p:sp>
        <p:cxnSp>
          <p:nvCxnSpPr>
            <p:cNvPr id="1551" name="Google Shape;1551;p65"/>
            <p:cNvCxnSpPr/>
            <p:nvPr/>
          </p:nvCxnSpPr>
          <p:spPr>
            <a:xfrm>
              <a:off x="839" y="1632"/>
              <a:ext cx="504" cy="0"/>
            </a:xfrm>
            <a:prstGeom prst="straightConnector1">
              <a:avLst/>
            </a:prstGeom>
            <a:noFill/>
            <a:ln cap="flat" cmpd="sng" w="9525">
              <a:solidFill>
                <a:schemeClr val="lt1"/>
              </a:solidFill>
              <a:prstDash val="solid"/>
              <a:miter lim="800000"/>
              <a:headEnd len="med" w="med" type="none"/>
              <a:tailEnd len="med" w="med" type="none"/>
            </a:ln>
          </p:spPr>
        </p:cxnSp>
      </p:grpSp>
      <p:sp>
        <p:nvSpPr>
          <p:cNvPr id="1552" name="Google Shape;1552;p65"/>
          <p:cNvSpPr txBox="1"/>
          <p:nvPr/>
        </p:nvSpPr>
        <p:spPr>
          <a:xfrm>
            <a:off x="4500562" y="1484312"/>
            <a:ext cx="3529012" cy="71913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Acciones que lleva a cabo</a:t>
            </a:r>
            <a:endParaRPr/>
          </a:p>
          <a:p>
            <a:pPr indent="0" lvl="0" marL="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un brazo robótico</a:t>
            </a:r>
            <a:endParaRPr/>
          </a:p>
        </p:txBody>
      </p:sp>
      <p:sp>
        <p:nvSpPr>
          <p:cNvPr id="1553" name="Google Shape;1553;p65"/>
          <p:cNvSpPr txBox="1"/>
          <p:nvPr/>
        </p:nvSpPr>
        <p:spPr>
          <a:xfrm>
            <a:off x="684212" y="1628775"/>
            <a:ext cx="3097212" cy="3603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Mundo de los bloques</a:t>
            </a:r>
            <a:endParaRPr/>
          </a:p>
        </p:txBody>
      </p:sp>
      <p:sp>
        <p:nvSpPr>
          <p:cNvPr id="1554" name="Google Shape;1554;p65"/>
          <p:cNvSpPr txBox="1"/>
          <p:nvPr/>
        </p:nvSpPr>
        <p:spPr>
          <a:xfrm>
            <a:off x="250825" y="3429000"/>
            <a:ext cx="3386137" cy="14398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900"/>
              <a:buFont typeface="Arial"/>
              <a:buNone/>
            </a:pPr>
            <a:r>
              <a:rPr b="1" i="0" lang="en-US" sz="1900" u="none">
                <a:solidFill>
                  <a:srgbClr val="FF0000"/>
                </a:solidFill>
                <a:latin typeface="Arial"/>
                <a:ea typeface="Arial"/>
                <a:cs typeface="Arial"/>
                <a:sym typeface="Arial"/>
              </a:rPr>
              <a:t>Predicados para</a:t>
            </a:r>
            <a:endParaRPr/>
          </a:p>
          <a:p>
            <a:pPr indent="0" lvl="0" marL="0" marR="0" rtl="0" algn="ctr">
              <a:lnSpc>
                <a:spcPct val="100000"/>
              </a:lnSpc>
              <a:spcBef>
                <a:spcPts val="380"/>
              </a:spcBef>
              <a:spcAft>
                <a:spcPts val="0"/>
              </a:spcAft>
              <a:buClr>
                <a:srgbClr val="FF0000"/>
              </a:buClr>
              <a:buSzPts val="1900"/>
              <a:buFont typeface="Arial"/>
              <a:buNone/>
            </a:pPr>
            <a:r>
              <a:rPr b="1" i="0" lang="en-US" sz="1900" u="none">
                <a:solidFill>
                  <a:srgbClr val="FF0000"/>
                </a:solidFill>
                <a:latin typeface="Arial"/>
                <a:ea typeface="Arial"/>
                <a:cs typeface="Arial"/>
                <a:sym typeface="Arial"/>
              </a:rPr>
              <a:t>describir estados</a:t>
            </a:r>
            <a:endParaRPr/>
          </a:p>
          <a:p>
            <a:pPr indent="0" lvl="0" marL="0" marR="0" rtl="0" algn="ctr">
              <a:lnSpc>
                <a:spcPct val="100000"/>
              </a:lnSpc>
              <a:spcBef>
                <a:spcPts val="300"/>
              </a:spcBef>
              <a:spcAft>
                <a:spcPts val="0"/>
              </a:spcAft>
              <a:buClr>
                <a:srgbClr val="FF0000"/>
              </a:buClr>
              <a:buSzPts val="1500"/>
              <a:buFont typeface="Arial"/>
              <a:buNone/>
            </a:pPr>
            <a:r>
              <a:rPr b="1" i="0" lang="en-US" sz="1500" u="none">
                <a:solidFill>
                  <a:srgbClr val="FF0000"/>
                </a:solidFill>
                <a:latin typeface="Arial"/>
                <a:ea typeface="Arial"/>
                <a:cs typeface="Arial"/>
                <a:sym typeface="Arial"/>
              </a:rPr>
              <a:t>(condiciones bajo las cuales se puede llevar a cabo una acción y los resultados que esta produce )</a:t>
            </a:r>
            <a:endParaRPr/>
          </a:p>
        </p:txBody>
      </p:sp>
      <p:sp>
        <p:nvSpPr>
          <p:cNvPr id="1555" name="Google Shape;1555;p65"/>
          <p:cNvSpPr txBox="1"/>
          <p:nvPr/>
        </p:nvSpPr>
        <p:spPr>
          <a:xfrm>
            <a:off x="3708400" y="4003675"/>
            <a:ext cx="5040312" cy="5048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Representación de situaciones ciertas</a:t>
            </a:r>
            <a:endParaRPr/>
          </a:p>
        </p:txBody>
      </p:sp>
      <p:sp>
        <p:nvSpPr>
          <p:cNvPr id="1556" name="Google Shape;1556;p65"/>
          <p:cNvSpPr txBox="1"/>
          <p:nvPr/>
        </p:nvSpPr>
        <p:spPr>
          <a:xfrm>
            <a:off x="5148262" y="2278062"/>
            <a:ext cx="2160587" cy="136683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174625" lvl="0" marL="174625" marR="0" rtl="0" algn="just">
              <a:lnSpc>
                <a:spcPct val="100000"/>
              </a:lnSpc>
              <a:spcBef>
                <a:spcPts val="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DESAPILAR (A,B)</a:t>
            </a:r>
            <a:endParaRPr/>
          </a:p>
          <a:p>
            <a:pPr indent="-174625" lvl="0" marL="174625" marR="0" rtl="0" algn="just">
              <a:lnSpc>
                <a:spcPct val="100000"/>
              </a:lnSpc>
              <a:spcBef>
                <a:spcPts val="28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APILAR (A,B) </a:t>
            </a:r>
            <a:endParaRPr/>
          </a:p>
          <a:p>
            <a:pPr indent="-174625" lvl="0" marL="174625" marR="0" rtl="0" algn="just">
              <a:lnSpc>
                <a:spcPct val="100000"/>
              </a:lnSpc>
              <a:spcBef>
                <a:spcPts val="28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TOMAR(A) </a:t>
            </a:r>
            <a:endParaRPr/>
          </a:p>
          <a:p>
            <a:pPr indent="-174625" lvl="0" marL="174625" marR="0" rtl="0" algn="just">
              <a:lnSpc>
                <a:spcPct val="100000"/>
              </a:lnSpc>
              <a:spcBef>
                <a:spcPts val="28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BAJAR(A) </a:t>
            </a:r>
            <a:endParaRPr/>
          </a:p>
        </p:txBody>
      </p:sp>
      <p:sp>
        <p:nvSpPr>
          <p:cNvPr id="1557" name="Google Shape;1557;p65"/>
          <p:cNvSpPr txBox="1"/>
          <p:nvPr/>
        </p:nvSpPr>
        <p:spPr>
          <a:xfrm>
            <a:off x="755650" y="4941887"/>
            <a:ext cx="2303462" cy="14398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88900" lvl="0" marL="0" marR="0" rtl="0" algn="l">
              <a:lnSpc>
                <a:spcPct val="100000"/>
              </a:lnSpc>
              <a:spcBef>
                <a:spcPts val="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 SOBRE (A,B)</a:t>
            </a:r>
            <a:endParaRPr/>
          </a:p>
          <a:p>
            <a:pPr indent="-88900" lvl="0" marL="0" marR="0" rtl="0" algn="l">
              <a:lnSpc>
                <a:spcPct val="100000"/>
              </a:lnSpc>
              <a:spcBef>
                <a:spcPts val="28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 SOBRELAMESA (A)</a:t>
            </a:r>
            <a:endParaRPr/>
          </a:p>
          <a:p>
            <a:pPr indent="-88900" lvl="0" marL="0" marR="0" rtl="0" algn="l">
              <a:lnSpc>
                <a:spcPct val="100000"/>
              </a:lnSpc>
              <a:spcBef>
                <a:spcPts val="28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 DESPEJADO (A)</a:t>
            </a:r>
            <a:endParaRPr/>
          </a:p>
          <a:p>
            <a:pPr indent="-88900" lvl="0" marL="0" marR="0" rtl="0" algn="l">
              <a:lnSpc>
                <a:spcPct val="100000"/>
              </a:lnSpc>
              <a:spcBef>
                <a:spcPts val="28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 AGARRADO (A)</a:t>
            </a:r>
            <a:endParaRPr/>
          </a:p>
          <a:p>
            <a:pPr indent="-88900" lvl="0" marL="0" marR="0" rtl="0" algn="l">
              <a:lnSpc>
                <a:spcPct val="100000"/>
              </a:lnSpc>
              <a:spcBef>
                <a:spcPts val="28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 BRAZOLIBRE</a:t>
            </a:r>
            <a:endParaRPr/>
          </a:p>
        </p:txBody>
      </p:sp>
      <p:sp>
        <p:nvSpPr>
          <p:cNvPr id="1558" name="Google Shape;1558;p65"/>
          <p:cNvSpPr txBox="1"/>
          <p:nvPr/>
        </p:nvSpPr>
        <p:spPr>
          <a:xfrm>
            <a:off x="3924300" y="4437062"/>
            <a:ext cx="4824412" cy="10080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88900" lvl="0" marL="0" marR="0" rtl="0" algn="l">
              <a:lnSpc>
                <a:spcPct val="100000"/>
              </a:lnSpc>
              <a:spcBef>
                <a:spcPts val="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[∃x : AGARRADO (x)] 🡪 ¬BRAZOLIBRE</a:t>
            </a:r>
            <a:endParaRPr/>
          </a:p>
          <a:p>
            <a:pPr indent="-88900" lvl="0" marL="0" marR="0" rtl="0" algn="l">
              <a:lnSpc>
                <a:spcPct val="100000"/>
              </a:lnSpc>
              <a:spcBef>
                <a:spcPts val="28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∀x : SOBRELAMESA (x) 🡪 ¬∃y : SOBRE (x,y)</a:t>
            </a:r>
            <a:endParaRPr/>
          </a:p>
          <a:p>
            <a:pPr indent="-88900" lvl="0" marL="0" marR="0" rtl="0" algn="l">
              <a:lnSpc>
                <a:spcPct val="100000"/>
              </a:lnSpc>
              <a:spcBef>
                <a:spcPts val="280"/>
              </a:spcBef>
              <a:spcAft>
                <a:spcPts val="0"/>
              </a:spcAft>
              <a:buClr>
                <a:schemeClr val="lt1"/>
              </a:buClr>
              <a:buSzPts val="1400"/>
              <a:buFont typeface="Verdana"/>
              <a:buChar char="•"/>
            </a:pPr>
            <a:r>
              <a:rPr b="1" i="0" lang="en-US" sz="1400" u="none">
                <a:solidFill>
                  <a:schemeClr val="lt1"/>
                </a:solidFill>
                <a:latin typeface="Verdana"/>
                <a:ea typeface="Verdana"/>
                <a:cs typeface="Verdana"/>
                <a:sym typeface="Verdana"/>
              </a:rPr>
              <a:t>∀x : [¬∃y : SOBRE (y,x)] 🡪 DESPEJADO (x)</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62" name="Shape 1562"/>
        <p:cNvGrpSpPr/>
        <p:nvPr/>
      </p:nvGrpSpPr>
      <p:grpSpPr>
        <a:xfrm>
          <a:off x="0" y="0"/>
          <a:ext cx="0" cy="0"/>
          <a:chOff x="0" y="0"/>
          <a:chExt cx="0" cy="0"/>
        </a:xfrm>
      </p:grpSpPr>
      <p:sp>
        <p:nvSpPr>
          <p:cNvPr id="1563" name="Google Shape;1563;p66"/>
          <p:cNvSpPr txBox="1"/>
          <p:nvPr>
            <p:ph type="title"/>
          </p:nvPr>
        </p:nvSpPr>
        <p:spPr>
          <a:xfrm>
            <a:off x="215900" y="260350"/>
            <a:ext cx="8893175" cy="13541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Componentes de un sistema de planificación</a:t>
            </a:r>
            <a:endParaRPr/>
          </a:p>
        </p:txBody>
      </p:sp>
      <p:sp>
        <p:nvSpPr>
          <p:cNvPr id="1564" name="Google Shape;1564;p66"/>
          <p:cNvSpPr txBox="1"/>
          <p:nvPr/>
        </p:nvSpPr>
        <p:spPr>
          <a:xfrm>
            <a:off x="533400" y="1341437"/>
            <a:ext cx="8208962" cy="4824412"/>
          </a:xfrm>
          <a:prstGeom prst="rect">
            <a:avLst/>
          </a:prstGeom>
          <a:noFill/>
          <a:ln>
            <a:noFill/>
          </a:ln>
        </p:spPr>
        <p:txBody>
          <a:bodyPr anchorCtr="0" anchor="t" bIns="45700" lIns="91425" spcFirstLastPara="1" rIns="91425" wrap="square" tIns="45700">
            <a:noAutofit/>
          </a:bodyPr>
          <a:lstStyle/>
          <a:p>
            <a:pPr indent="-457200" lvl="0" marL="457200" marR="0" rtl="0" algn="just">
              <a:lnSpc>
                <a:spcPct val="100000"/>
              </a:lnSpc>
              <a:spcBef>
                <a:spcPts val="0"/>
              </a:spcBef>
              <a:spcAft>
                <a:spcPts val="0"/>
              </a:spcAft>
              <a:buClr>
                <a:schemeClr val="lt1"/>
              </a:buClr>
              <a:buSzPts val="2400"/>
              <a:buFont typeface="Arial"/>
              <a:buAutoNum type="arabicPeriod"/>
            </a:pPr>
            <a:r>
              <a:rPr b="1" i="0" lang="en-US" sz="2400" u="none">
                <a:solidFill>
                  <a:schemeClr val="lt1"/>
                </a:solidFill>
                <a:latin typeface="Arial"/>
                <a:ea typeface="Arial"/>
                <a:cs typeface="Arial"/>
                <a:sym typeface="Arial"/>
              </a:rPr>
              <a:t>Elección de la mejor regla a aplicar basándose en la información heurística disponible.</a:t>
            </a:r>
            <a:endParaRPr/>
          </a:p>
          <a:p>
            <a:pPr indent="-457200" lvl="0" marL="457200" marR="0" rtl="0" algn="just">
              <a:lnSpc>
                <a:spcPct val="100000"/>
              </a:lnSpc>
              <a:spcBef>
                <a:spcPts val="480"/>
              </a:spcBef>
              <a:spcAft>
                <a:spcPts val="0"/>
              </a:spcAft>
              <a:buClr>
                <a:schemeClr val="lt1"/>
              </a:buClr>
              <a:buSzPts val="2400"/>
              <a:buFont typeface="Arial"/>
              <a:buAutoNum type="arabicPeriod"/>
            </a:pPr>
            <a:r>
              <a:rPr b="1" i="0" lang="en-US" sz="2400" u="none">
                <a:solidFill>
                  <a:schemeClr val="lt1"/>
                </a:solidFill>
                <a:latin typeface="Arial"/>
                <a:ea typeface="Arial"/>
                <a:cs typeface="Arial"/>
                <a:sym typeface="Arial"/>
              </a:rPr>
              <a:t>Aplicar la regla elegida para calcular el nuevo estado del problema que surge de su aplicación.</a:t>
            </a:r>
            <a:endParaRPr/>
          </a:p>
          <a:p>
            <a:pPr indent="-457200" lvl="0" marL="457200" marR="0" rtl="0" algn="just">
              <a:lnSpc>
                <a:spcPct val="100000"/>
              </a:lnSpc>
              <a:spcBef>
                <a:spcPts val="480"/>
              </a:spcBef>
              <a:spcAft>
                <a:spcPts val="0"/>
              </a:spcAft>
              <a:buClr>
                <a:schemeClr val="lt1"/>
              </a:buClr>
              <a:buSzPts val="2400"/>
              <a:buFont typeface="Arial"/>
              <a:buAutoNum type="arabicPeriod"/>
            </a:pPr>
            <a:r>
              <a:rPr b="1" i="0" lang="en-US" sz="2400" u="none">
                <a:solidFill>
                  <a:schemeClr val="lt1"/>
                </a:solidFill>
                <a:latin typeface="Arial"/>
                <a:ea typeface="Arial"/>
                <a:cs typeface="Arial"/>
                <a:sym typeface="Arial"/>
              </a:rPr>
              <a:t>Detectar cuando se ha llegado a una solución</a:t>
            </a:r>
            <a:endParaRPr/>
          </a:p>
          <a:p>
            <a:pPr indent="-457200" lvl="0" marL="457200" marR="0" rtl="0" algn="just">
              <a:lnSpc>
                <a:spcPct val="100000"/>
              </a:lnSpc>
              <a:spcBef>
                <a:spcPts val="480"/>
              </a:spcBef>
              <a:spcAft>
                <a:spcPts val="0"/>
              </a:spcAft>
              <a:buClr>
                <a:schemeClr val="lt1"/>
              </a:buClr>
              <a:buSzPts val="2400"/>
              <a:buFont typeface="Arial"/>
              <a:buAutoNum type="arabicPeriod"/>
            </a:pPr>
            <a:r>
              <a:rPr b="1" i="0" lang="en-US" sz="2400" u="none">
                <a:solidFill>
                  <a:schemeClr val="lt1"/>
                </a:solidFill>
                <a:latin typeface="Arial"/>
                <a:ea typeface="Arial"/>
                <a:cs typeface="Arial"/>
                <a:sym typeface="Arial"/>
              </a:rPr>
              <a:t>Detectar callejones sin salida de forma que puedan abandonarse</a:t>
            </a:r>
            <a:endParaRPr/>
          </a:p>
          <a:p>
            <a:pPr indent="-457200" lvl="0" marL="457200" marR="0" rtl="0" algn="just">
              <a:lnSpc>
                <a:spcPct val="100000"/>
              </a:lnSpc>
              <a:spcBef>
                <a:spcPts val="480"/>
              </a:spcBef>
              <a:spcAft>
                <a:spcPts val="0"/>
              </a:spcAft>
              <a:buClr>
                <a:schemeClr val="lt1"/>
              </a:buClr>
              <a:buSzPts val="2400"/>
              <a:buFont typeface="Arial"/>
              <a:buAutoNum type="arabicPeriod"/>
            </a:pPr>
            <a:r>
              <a:rPr b="1" i="0" lang="en-US" sz="2400" u="none">
                <a:solidFill>
                  <a:schemeClr val="lt1"/>
                </a:solidFill>
                <a:latin typeface="Arial"/>
                <a:ea typeface="Arial"/>
                <a:cs typeface="Arial"/>
                <a:sym typeface="Arial"/>
              </a:rPr>
              <a:t>Detectar cuando se ha encontrado algo muy parecido a una solución correcta y emplear técnicas especiales para hacer que sea totalmente correcta.</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68" name="Shape 1568"/>
        <p:cNvGrpSpPr/>
        <p:nvPr/>
      </p:nvGrpSpPr>
      <p:grpSpPr>
        <a:xfrm>
          <a:off x="0" y="0"/>
          <a:ext cx="0" cy="0"/>
          <a:chOff x="0" y="0"/>
          <a:chExt cx="0" cy="0"/>
        </a:xfrm>
      </p:grpSpPr>
      <p:sp>
        <p:nvSpPr>
          <p:cNvPr id="1569" name="Google Shape;1569;p67"/>
          <p:cNvSpPr txBox="1"/>
          <p:nvPr>
            <p:ph type="title"/>
          </p:nvPr>
        </p:nvSpPr>
        <p:spPr>
          <a:xfrm>
            <a:off x="431800" y="188912"/>
            <a:ext cx="7740650" cy="13541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1. Elección de la mejor regla a aplicar</a:t>
            </a:r>
            <a:endParaRPr/>
          </a:p>
        </p:txBody>
      </p:sp>
      <p:sp>
        <p:nvSpPr>
          <p:cNvPr id="1570" name="Google Shape;1570;p67"/>
          <p:cNvSpPr txBox="1"/>
          <p:nvPr/>
        </p:nvSpPr>
        <p:spPr>
          <a:xfrm>
            <a:off x="827087" y="1700212"/>
            <a:ext cx="7416800" cy="309721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Aislar el conjunto de diferencias existentes entre el objetivo deseado y el estado actual</a:t>
            </a:r>
            <a:endParaRPr/>
          </a:p>
          <a:p>
            <a:pPr indent="-342900" lvl="0" marL="342900" marR="0" rtl="0" algn="just">
              <a:lnSpc>
                <a:spcPct val="100000"/>
              </a:lnSpc>
              <a:spcBef>
                <a:spcPts val="44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Identificar aquellas reglas que pueden reducir estas diferencias</a:t>
            </a:r>
            <a:endParaRPr/>
          </a:p>
          <a:p>
            <a:pPr indent="-342900" lvl="0" marL="342900" marR="0" rtl="0" algn="just">
              <a:lnSpc>
                <a:spcPct val="100000"/>
              </a:lnSpc>
              <a:spcBef>
                <a:spcPts val="440"/>
              </a:spcBef>
              <a:spcAft>
                <a:spcPts val="0"/>
              </a:spcAft>
              <a:buClr>
                <a:schemeClr val="lt1"/>
              </a:buClr>
              <a:buSzPts val="2200"/>
              <a:buFont typeface="Arial"/>
              <a:buNone/>
            </a:pPr>
            <a:r>
              <a:t/>
            </a:r>
            <a:endParaRPr b="1" i="0" sz="2200" u="none">
              <a:solidFill>
                <a:schemeClr val="lt1"/>
              </a:solidFill>
              <a:latin typeface="Arial"/>
              <a:ea typeface="Arial"/>
              <a:cs typeface="Arial"/>
              <a:sym typeface="Arial"/>
            </a:endParaRPr>
          </a:p>
          <a:p>
            <a:pPr indent="-342900" lvl="0" marL="342900" marR="0" rtl="0" algn="just">
              <a:lnSpc>
                <a:spcPct val="100000"/>
              </a:lnSpc>
              <a:spcBef>
                <a:spcPts val="44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Esta técnica se basa en el método de </a:t>
            </a:r>
            <a:r>
              <a:rPr b="1" i="0" lang="en-US" sz="2200" u="none">
                <a:solidFill>
                  <a:srgbClr val="FF0000"/>
                </a:solidFill>
                <a:latin typeface="Arial"/>
                <a:ea typeface="Arial"/>
                <a:cs typeface="Arial"/>
                <a:sym typeface="Arial"/>
              </a:rPr>
              <a:t>Análisis de medios y fines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75" name="Shape 1575"/>
        <p:cNvGrpSpPr/>
        <p:nvPr/>
      </p:nvGrpSpPr>
      <p:grpSpPr>
        <a:xfrm>
          <a:off x="0" y="0"/>
          <a:ext cx="0" cy="0"/>
          <a:chOff x="0" y="0"/>
          <a:chExt cx="0" cy="0"/>
        </a:xfrm>
      </p:grpSpPr>
      <p:sp>
        <p:nvSpPr>
          <p:cNvPr id="1576" name="Google Shape;1576;p68"/>
          <p:cNvSpPr txBox="1"/>
          <p:nvPr>
            <p:ph type="title"/>
          </p:nvPr>
        </p:nvSpPr>
        <p:spPr>
          <a:xfrm>
            <a:off x="433387" y="188912"/>
            <a:ext cx="6443662" cy="9366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2. Aplicación de reglas</a:t>
            </a:r>
            <a:endParaRPr/>
          </a:p>
        </p:txBody>
      </p:sp>
      <p:sp>
        <p:nvSpPr>
          <p:cNvPr id="1577" name="Google Shape;1577;p68"/>
          <p:cNvSpPr txBox="1"/>
          <p:nvPr/>
        </p:nvSpPr>
        <p:spPr>
          <a:xfrm>
            <a:off x="468312" y="1052512"/>
            <a:ext cx="8208962" cy="72072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FF0000"/>
              </a:buClr>
              <a:buSzPts val="2000"/>
              <a:buFont typeface="Arial"/>
              <a:buChar char="•"/>
            </a:pPr>
            <a:r>
              <a:rPr b="1" i="0" lang="en-US" sz="2000" u="none">
                <a:solidFill>
                  <a:srgbClr val="FF0000"/>
                </a:solidFill>
                <a:latin typeface="Arial"/>
                <a:ea typeface="Arial"/>
                <a:cs typeface="Arial"/>
                <a:sym typeface="Arial"/>
              </a:rPr>
              <a:t>Describir para cada acción los cambios que se generan en la descripción del nuevo estado</a:t>
            </a:r>
            <a:endParaRPr/>
          </a:p>
        </p:txBody>
      </p:sp>
      <p:sp>
        <p:nvSpPr>
          <p:cNvPr id="1578" name="Google Shape;1578;p68"/>
          <p:cNvSpPr txBox="1"/>
          <p:nvPr/>
        </p:nvSpPr>
        <p:spPr>
          <a:xfrm>
            <a:off x="539750" y="1785937"/>
            <a:ext cx="8208962" cy="5762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s/Green: un estado se describe por un conjunto de Predicados que representan los hechos que son ciertos en ese estado.</a:t>
            </a:r>
            <a:endParaRPr/>
          </a:p>
        </p:txBody>
      </p:sp>
      <p:grpSp>
        <p:nvGrpSpPr>
          <p:cNvPr id="1579" name="Google Shape;1579;p68"/>
          <p:cNvGrpSpPr/>
          <p:nvPr/>
        </p:nvGrpSpPr>
        <p:grpSpPr>
          <a:xfrm>
            <a:off x="1044575" y="2541587"/>
            <a:ext cx="2879725" cy="600075"/>
            <a:chOff x="431" y="1601"/>
            <a:chExt cx="1814" cy="378"/>
          </a:xfrm>
        </p:grpSpPr>
        <p:sp>
          <p:nvSpPr>
            <p:cNvPr id="1580" name="Google Shape;1580;p68"/>
            <p:cNvSpPr txBox="1"/>
            <p:nvPr/>
          </p:nvSpPr>
          <p:spPr>
            <a:xfrm>
              <a:off x="794" y="1601"/>
              <a:ext cx="1451"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SOBRE(A,B,S0) ^</a:t>
              </a:r>
              <a:endParaRPr/>
            </a:p>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SOBRELAMESA(B,S0) ^</a:t>
              </a:r>
              <a:endParaRPr/>
            </a:p>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DESPEJADO(A,S0)</a:t>
              </a:r>
              <a:endParaRPr/>
            </a:p>
          </p:txBody>
        </p:sp>
        <p:sp>
          <p:nvSpPr>
            <p:cNvPr id="1581" name="Google Shape;1581;p68"/>
            <p:cNvSpPr txBox="1"/>
            <p:nvPr/>
          </p:nvSpPr>
          <p:spPr>
            <a:xfrm>
              <a:off x="575" y="1691"/>
              <a:ext cx="216" cy="144"/>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A</a:t>
              </a:r>
              <a:endParaRPr/>
            </a:p>
          </p:txBody>
        </p:sp>
        <p:sp>
          <p:nvSpPr>
            <p:cNvPr id="1582" name="Google Shape;1582;p68"/>
            <p:cNvSpPr txBox="1"/>
            <p:nvPr/>
          </p:nvSpPr>
          <p:spPr>
            <a:xfrm>
              <a:off x="575" y="1835"/>
              <a:ext cx="216" cy="144"/>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B</a:t>
              </a:r>
              <a:endParaRPr/>
            </a:p>
          </p:txBody>
        </p:sp>
        <p:cxnSp>
          <p:nvCxnSpPr>
            <p:cNvPr id="1583" name="Google Shape;1583;p68"/>
            <p:cNvCxnSpPr/>
            <p:nvPr/>
          </p:nvCxnSpPr>
          <p:spPr>
            <a:xfrm>
              <a:off x="431" y="1979"/>
              <a:ext cx="504" cy="0"/>
            </a:xfrm>
            <a:prstGeom prst="straightConnector1">
              <a:avLst/>
            </a:prstGeom>
            <a:noFill/>
            <a:ln cap="flat" cmpd="sng" w="9525">
              <a:solidFill>
                <a:schemeClr val="lt1"/>
              </a:solidFill>
              <a:prstDash val="solid"/>
              <a:miter lim="800000"/>
              <a:headEnd len="med" w="med" type="none"/>
              <a:tailEnd len="med" w="med" type="none"/>
            </a:ln>
          </p:spPr>
        </p:cxnSp>
      </p:grpSp>
      <p:sp>
        <p:nvSpPr>
          <p:cNvPr id="1584" name="Google Shape;1584;p68"/>
          <p:cNvSpPr/>
          <p:nvPr/>
        </p:nvSpPr>
        <p:spPr>
          <a:xfrm>
            <a:off x="3779837" y="2781300"/>
            <a:ext cx="431800" cy="287337"/>
          </a:xfrm>
          <a:prstGeom prst="rightArrow">
            <a:avLst>
              <a:gd fmla="val 50000" name="adj1"/>
              <a:gd fmla="val 50000" name="adj2"/>
            </a:avLst>
          </a:prstGeom>
          <a:solidFill>
            <a:srgbClr val="FF0000"/>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585" name="Google Shape;1585;p68"/>
          <p:cNvSpPr txBox="1"/>
          <p:nvPr/>
        </p:nvSpPr>
        <p:spPr>
          <a:xfrm>
            <a:off x="4359275" y="2446337"/>
            <a:ext cx="4460875" cy="20875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586" name="Google Shape;1586;p68"/>
          <p:cNvSpPr txBox="1"/>
          <p:nvPr/>
        </p:nvSpPr>
        <p:spPr>
          <a:xfrm>
            <a:off x="4357687" y="2741612"/>
            <a:ext cx="4391025" cy="6397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[DESPEJADO(x,s) ^SOBRE(x,y,s) 🡪</a:t>
            </a:r>
            <a:r>
              <a:rPr b="1" i="0" lang="en-US" sz="1200" u="none">
                <a:solidFill>
                  <a:schemeClr val="lt1"/>
                </a:solidFill>
                <a:latin typeface="Arial"/>
                <a:ea typeface="Arial"/>
                <a:cs typeface="Arial"/>
                <a:sym typeface="Arial"/>
              </a:rPr>
              <a:t>   </a:t>
            </a:r>
            <a:endParaRPr/>
          </a:p>
          <a:p>
            <a:pPr indent="0" lvl="0" marL="0" marR="0" rtl="0" algn="l">
              <a:lnSpc>
                <a:spcPct val="100000"/>
              </a:lnSpc>
              <a:spcBef>
                <a:spcPts val="0"/>
              </a:spcBef>
              <a:spcAft>
                <a:spcPts val="0"/>
              </a:spcAft>
              <a:buClr>
                <a:schemeClr val="lt1"/>
              </a:buClr>
              <a:buSzPts val="1200"/>
              <a:buFont typeface="Arial"/>
              <a:buNone/>
            </a:pPr>
            <a:r>
              <a:rPr b="1" i="0" lang="en-US" sz="1200" u="none">
                <a:solidFill>
                  <a:schemeClr val="lt1"/>
                </a:solidFill>
                <a:latin typeface="Arial"/>
                <a:ea typeface="Arial"/>
                <a:cs typeface="Arial"/>
                <a:sym typeface="Arial"/>
              </a:rPr>
              <a:t>     </a:t>
            </a:r>
            <a:r>
              <a:rPr b="1" i="0" lang="en-US" sz="1200" u="none">
                <a:solidFill>
                  <a:schemeClr val="lt1"/>
                </a:solidFill>
                <a:latin typeface="Verdana"/>
                <a:ea typeface="Verdana"/>
                <a:cs typeface="Verdana"/>
                <a:sym typeface="Verdana"/>
              </a:rPr>
              <a:t>[AGARRADO(x,HACER(DESAPILAR(x,y),s)) ^</a:t>
            </a:r>
            <a:endParaRPr/>
          </a:p>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     DESPEJADO(y,HACER(DESAPILAR(x,y),s))]</a:t>
            </a:r>
            <a:endParaRPr/>
          </a:p>
        </p:txBody>
      </p:sp>
      <p:sp>
        <p:nvSpPr>
          <p:cNvPr id="1587" name="Google Shape;1587;p68"/>
          <p:cNvSpPr txBox="1"/>
          <p:nvPr/>
        </p:nvSpPr>
        <p:spPr>
          <a:xfrm>
            <a:off x="5367337" y="4102100"/>
            <a:ext cx="3168650" cy="27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200"/>
              <a:buFont typeface="Arial"/>
              <a:buNone/>
            </a:pPr>
            <a:r>
              <a:rPr b="1" i="0" lang="en-US" sz="1200" u="none">
                <a:solidFill>
                  <a:srgbClr val="FF0000"/>
                </a:solidFill>
                <a:latin typeface="Arial"/>
                <a:ea typeface="Arial"/>
                <a:cs typeface="Arial"/>
                <a:sym typeface="Arial"/>
              </a:rPr>
              <a:t>AGARRADO(A,S1) ^DESPEJADO(B,S1)</a:t>
            </a:r>
            <a:endParaRPr/>
          </a:p>
        </p:txBody>
      </p:sp>
      <p:sp>
        <p:nvSpPr>
          <p:cNvPr id="1588" name="Google Shape;1588;p68"/>
          <p:cNvSpPr txBox="1"/>
          <p:nvPr/>
        </p:nvSpPr>
        <p:spPr>
          <a:xfrm>
            <a:off x="4356100" y="2500312"/>
            <a:ext cx="4322762"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200"/>
              <a:buFont typeface="Arial"/>
              <a:buNone/>
            </a:pPr>
            <a:r>
              <a:rPr b="1" i="0" lang="en-US" sz="1200" u="none">
                <a:solidFill>
                  <a:srgbClr val="FF0000"/>
                </a:solidFill>
                <a:latin typeface="Arial"/>
                <a:ea typeface="Arial"/>
                <a:cs typeface="Arial"/>
                <a:sym typeface="Arial"/>
              </a:rPr>
              <a:t>DESAPILAR(X,Y)</a:t>
            </a:r>
            <a:r>
              <a:rPr b="1" i="0" lang="en-US" sz="1200" u="none">
                <a:solidFill>
                  <a:schemeClr val="lt1"/>
                </a:solidFill>
                <a:latin typeface="Arial"/>
                <a:ea typeface="Arial"/>
                <a:cs typeface="Arial"/>
                <a:sym typeface="Arial"/>
              </a:rPr>
              <a:t> se describe por el axioma:</a:t>
            </a:r>
            <a:endParaRPr/>
          </a:p>
        </p:txBody>
      </p:sp>
      <p:sp>
        <p:nvSpPr>
          <p:cNvPr id="1589" name="Google Shape;1589;p68"/>
          <p:cNvSpPr/>
          <p:nvPr/>
        </p:nvSpPr>
        <p:spPr>
          <a:xfrm flipH="1" rot="10800000">
            <a:off x="4932362" y="4027487"/>
            <a:ext cx="360362" cy="361950"/>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0000"/>
          </a:solidFill>
          <a:ln cap="flat" cmpd="sng" w="9525">
            <a:solidFill>
              <a:schemeClr val="lt1"/>
            </a:solidFill>
            <a:prstDash val="solid"/>
            <a:miter lim="524288"/>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590" name="Google Shape;1590;p68"/>
          <p:cNvSpPr txBox="1"/>
          <p:nvPr/>
        </p:nvSpPr>
        <p:spPr>
          <a:xfrm>
            <a:off x="539750" y="4579937"/>
            <a:ext cx="6778625" cy="433387"/>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FF0000"/>
              </a:buClr>
              <a:buSzPts val="2000"/>
              <a:buFont typeface="Arial"/>
              <a:buChar char="•"/>
            </a:pPr>
            <a:r>
              <a:rPr b="1" i="0" lang="en-US" sz="2000" u="none">
                <a:solidFill>
                  <a:srgbClr val="FF0000"/>
                </a:solidFill>
                <a:latin typeface="Arial"/>
                <a:ea typeface="Arial"/>
                <a:cs typeface="Arial"/>
                <a:sym typeface="Arial"/>
              </a:rPr>
              <a:t>Describir los axiomas marco</a:t>
            </a:r>
            <a:endParaRPr/>
          </a:p>
        </p:txBody>
      </p:sp>
      <p:sp>
        <p:nvSpPr>
          <p:cNvPr id="1591" name="Google Shape;1591;p68"/>
          <p:cNvSpPr txBox="1"/>
          <p:nvPr/>
        </p:nvSpPr>
        <p:spPr>
          <a:xfrm>
            <a:off x="539750" y="4940300"/>
            <a:ext cx="8280400" cy="3603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Reglas que describen los componentes del estado no afectados por el operador</a:t>
            </a:r>
            <a:endParaRPr/>
          </a:p>
        </p:txBody>
      </p:sp>
      <p:sp>
        <p:nvSpPr>
          <p:cNvPr id="1592" name="Google Shape;1592;p68"/>
          <p:cNvSpPr txBox="1"/>
          <p:nvPr/>
        </p:nvSpPr>
        <p:spPr>
          <a:xfrm>
            <a:off x="755650" y="5391150"/>
            <a:ext cx="7416800" cy="774700"/>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593" name="Google Shape;1593;p68"/>
          <p:cNvSpPr txBox="1"/>
          <p:nvPr/>
        </p:nvSpPr>
        <p:spPr>
          <a:xfrm>
            <a:off x="885825" y="5403850"/>
            <a:ext cx="7215187" cy="6159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SOBRELAMESA(z,s)🡪 SOBRELAMESA(z,HACER(DESAPILAR(x,y),s))</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lt1"/>
              </a:solidFill>
              <a:latin typeface="Verdana"/>
              <a:ea typeface="Verdana"/>
              <a:cs typeface="Verdana"/>
              <a:sym typeface="Verdana"/>
            </a:endParaRPr>
          </a:p>
          <a:p>
            <a:pPr indent="0" lvl="0" marL="0" marR="0" rtl="0" algn="l">
              <a:lnSpc>
                <a:spcPct val="100000"/>
              </a:lnSpc>
              <a:spcBef>
                <a:spcPts val="0"/>
              </a:spcBef>
              <a:spcAft>
                <a:spcPts val="0"/>
              </a:spcAft>
              <a:buClr>
                <a:schemeClr val="lt1"/>
              </a:buClr>
              <a:buSzPts val="1000"/>
              <a:buFont typeface="Verdana"/>
              <a:buNone/>
            </a:pPr>
            <a:r>
              <a:rPr b="1" i="0" lang="en-US" sz="1000" u="none">
                <a:solidFill>
                  <a:schemeClr val="lt1"/>
                </a:solidFill>
                <a:latin typeface="Verdana"/>
                <a:ea typeface="Verdana"/>
                <a:cs typeface="Verdana"/>
                <a:sym typeface="Verdana"/>
              </a:rPr>
              <a:t>Este axioma dice que la relación SOBRELAMESA nunca se ve afectada por el operador DESAPILAR.</a:t>
            </a:r>
            <a:endParaRPr/>
          </a:p>
        </p:txBody>
      </p:sp>
      <p:sp>
        <p:nvSpPr>
          <p:cNvPr id="1594" name="Google Shape;1594;p68"/>
          <p:cNvSpPr txBox="1"/>
          <p:nvPr/>
        </p:nvSpPr>
        <p:spPr>
          <a:xfrm>
            <a:off x="4500562" y="3381375"/>
            <a:ext cx="4178300" cy="6318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000"/>
              <a:buFont typeface="Arial"/>
              <a:buNone/>
            </a:pPr>
            <a:r>
              <a:rPr b="1" i="0" lang="en-US" sz="1000" u="none">
                <a:solidFill>
                  <a:srgbClr val="FF0000"/>
                </a:solidFill>
                <a:latin typeface="Arial"/>
                <a:ea typeface="Arial"/>
                <a:cs typeface="Arial"/>
                <a:sym typeface="Arial"/>
              </a:rPr>
              <a:t>HACER es una función que especifica para un estado y una acción el nuevo estado que resulta de la ejecución de la acción</a:t>
            </a:r>
            <a:endParaRPr/>
          </a:p>
          <a:p>
            <a:pPr indent="0" lvl="0" marL="0" marR="0" rtl="0" algn="l">
              <a:lnSpc>
                <a:spcPct val="100000"/>
              </a:lnSpc>
              <a:spcBef>
                <a:spcPts val="500"/>
              </a:spcBef>
              <a:spcAft>
                <a:spcPts val="0"/>
              </a:spcAft>
              <a:buClr>
                <a:srgbClr val="FF0000"/>
              </a:buClr>
              <a:buSzPts val="1000"/>
              <a:buFont typeface="Arial"/>
              <a:buNone/>
            </a:pPr>
            <a:r>
              <a:rPr b="1" i="0" lang="en-US" sz="1000" u="none">
                <a:solidFill>
                  <a:srgbClr val="FF0000"/>
                </a:solidFill>
                <a:latin typeface="Arial"/>
                <a:ea typeface="Arial"/>
                <a:cs typeface="Arial"/>
                <a:sym typeface="Arial"/>
              </a:rPr>
              <a:t>Si ejecutamos DESAPILAR(A,B) en el estado SO puede probarse:</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99" name="Shape 1599"/>
        <p:cNvGrpSpPr/>
        <p:nvPr/>
      </p:nvGrpSpPr>
      <p:grpSpPr>
        <a:xfrm>
          <a:off x="0" y="0"/>
          <a:ext cx="0" cy="0"/>
          <a:chOff x="0" y="0"/>
          <a:chExt cx="0" cy="0"/>
        </a:xfrm>
      </p:grpSpPr>
      <p:sp>
        <p:nvSpPr>
          <p:cNvPr id="1600" name="Google Shape;1600;p69"/>
          <p:cNvSpPr txBox="1"/>
          <p:nvPr>
            <p:ph type="title"/>
          </p:nvPr>
        </p:nvSpPr>
        <p:spPr>
          <a:xfrm>
            <a:off x="433387" y="188912"/>
            <a:ext cx="6443662" cy="9366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2. Aplicación de reglas</a:t>
            </a:r>
            <a:endParaRPr/>
          </a:p>
        </p:txBody>
      </p:sp>
      <p:sp>
        <p:nvSpPr>
          <p:cNvPr id="1601" name="Google Shape;1601;p69"/>
          <p:cNvSpPr txBox="1"/>
          <p:nvPr/>
        </p:nvSpPr>
        <p:spPr>
          <a:xfrm>
            <a:off x="395287" y="1125537"/>
            <a:ext cx="8424862" cy="52562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lt1"/>
              </a:buClr>
              <a:buSzPts val="1900"/>
              <a:buFont typeface="Arial"/>
              <a:buChar char="•"/>
            </a:pPr>
            <a:r>
              <a:rPr b="1" i="0" lang="en-US" sz="1900" u="none">
                <a:solidFill>
                  <a:schemeClr val="lt1"/>
                </a:solidFill>
                <a:latin typeface="Arial"/>
                <a:ea typeface="Arial"/>
                <a:cs typeface="Arial"/>
                <a:sym typeface="Arial"/>
              </a:rPr>
              <a:t>El número de axiomas necesarios puede hacerse muy grande si las descripciones de los estados del problema son complejas.</a:t>
            </a:r>
            <a:endParaRPr/>
          </a:p>
          <a:p>
            <a:pPr indent="-342900" lvl="0" marL="342900" marR="0" rtl="0" algn="just">
              <a:lnSpc>
                <a:spcPct val="100000"/>
              </a:lnSpc>
              <a:spcBef>
                <a:spcPts val="380"/>
              </a:spcBef>
              <a:spcAft>
                <a:spcPts val="0"/>
              </a:spcAft>
              <a:buClr>
                <a:schemeClr val="lt1"/>
              </a:buClr>
              <a:buSzPts val="1900"/>
              <a:buFont typeface="Arial"/>
              <a:buChar char="•"/>
            </a:pPr>
            <a:r>
              <a:rPr b="1" i="0" lang="en-US" sz="1900" u="none">
                <a:solidFill>
                  <a:schemeClr val="lt1"/>
                </a:solidFill>
                <a:latin typeface="Arial"/>
                <a:ea typeface="Arial"/>
                <a:cs typeface="Arial"/>
                <a:sym typeface="Arial"/>
              </a:rPr>
              <a:t>Para poder manipular dominios de problemas complejos es necesario disponer de un mecanismo que no involucre un conjunto de axiomas marco demasiado grande.</a:t>
            </a:r>
            <a:endParaRPr/>
          </a:p>
          <a:p>
            <a:pPr indent="-342900" lvl="0" marL="342900" marR="0" rtl="0" algn="just">
              <a:lnSpc>
                <a:spcPct val="100000"/>
              </a:lnSpc>
              <a:spcBef>
                <a:spcPts val="380"/>
              </a:spcBef>
              <a:spcAft>
                <a:spcPts val="0"/>
              </a:spcAft>
              <a:buClr>
                <a:srgbClr val="FF0000"/>
              </a:buClr>
              <a:buSzPts val="1900"/>
              <a:buFont typeface="Arial"/>
              <a:buChar char="•"/>
            </a:pPr>
            <a:r>
              <a:rPr b="1" i="0" lang="en-US" sz="1900" u="none">
                <a:solidFill>
                  <a:srgbClr val="FF0000"/>
                </a:solidFill>
                <a:latin typeface="Arial"/>
                <a:ea typeface="Arial"/>
                <a:cs typeface="Arial"/>
                <a:sym typeface="Arial"/>
              </a:rPr>
              <a:t>Sistema STRIPS</a:t>
            </a:r>
            <a:r>
              <a:rPr b="1" i="0" lang="en-US" sz="1900" u="none">
                <a:solidFill>
                  <a:schemeClr val="lt1"/>
                </a:solidFill>
                <a:latin typeface="Arial"/>
                <a:ea typeface="Arial"/>
                <a:cs typeface="Arial"/>
                <a:sym typeface="Arial"/>
              </a:rPr>
              <a:t>: cada operador se describe mediante una lista de los nuevos predicados que el operador provoca que sean ciertos y una lista de los viejos predicados que el operador provoca que sean falsos. Estas dos listas se denominan lista </a:t>
            </a:r>
            <a:r>
              <a:rPr b="1" i="0" lang="en-US" sz="1900" u="none">
                <a:solidFill>
                  <a:srgbClr val="FF0000"/>
                </a:solidFill>
                <a:latin typeface="Arial"/>
                <a:ea typeface="Arial"/>
                <a:cs typeface="Arial"/>
                <a:sym typeface="Arial"/>
              </a:rPr>
              <a:t>AÑADIR</a:t>
            </a:r>
            <a:r>
              <a:rPr b="1" i="0" lang="en-US" sz="1900" u="none">
                <a:solidFill>
                  <a:schemeClr val="lt1"/>
                </a:solidFill>
                <a:latin typeface="Arial"/>
                <a:ea typeface="Arial"/>
                <a:cs typeface="Arial"/>
                <a:sym typeface="Arial"/>
              </a:rPr>
              <a:t> y lista </a:t>
            </a:r>
            <a:r>
              <a:rPr b="1" i="0" lang="en-US" sz="1900" u="none">
                <a:solidFill>
                  <a:srgbClr val="FF0000"/>
                </a:solidFill>
                <a:latin typeface="Arial"/>
                <a:ea typeface="Arial"/>
                <a:cs typeface="Arial"/>
                <a:sym typeface="Arial"/>
              </a:rPr>
              <a:t>BORRAR</a:t>
            </a:r>
            <a:r>
              <a:rPr b="1" i="0" lang="en-US" sz="1900" u="none">
                <a:solidFill>
                  <a:schemeClr val="lt1"/>
                </a:solidFill>
                <a:latin typeface="Arial"/>
                <a:ea typeface="Arial"/>
                <a:cs typeface="Arial"/>
                <a:sym typeface="Arial"/>
              </a:rPr>
              <a:t> respectivamente.</a:t>
            </a:r>
            <a:endParaRPr/>
          </a:p>
          <a:p>
            <a:pPr indent="-342900" lvl="0" marL="342900" marR="0" rtl="0" algn="just">
              <a:lnSpc>
                <a:spcPct val="100000"/>
              </a:lnSpc>
              <a:spcBef>
                <a:spcPts val="380"/>
              </a:spcBef>
              <a:spcAft>
                <a:spcPts val="0"/>
              </a:spcAft>
              <a:buClr>
                <a:schemeClr val="lt1"/>
              </a:buClr>
              <a:buSzPts val="1900"/>
              <a:buFont typeface="Arial"/>
              <a:buChar char="•"/>
            </a:pPr>
            <a:r>
              <a:rPr b="1" i="0" lang="en-US" sz="1900" u="none">
                <a:solidFill>
                  <a:schemeClr val="lt1"/>
                </a:solidFill>
                <a:latin typeface="Arial"/>
                <a:ea typeface="Arial"/>
                <a:cs typeface="Arial"/>
                <a:sym typeface="Arial"/>
              </a:rPr>
              <a:t>Lista </a:t>
            </a:r>
            <a:r>
              <a:rPr b="1" i="0" lang="en-US" sz="1900" u="none">
                <a:solidFill>
                  <a:srgbClr val="FF0000"/>
                </a:solidFill>
                <a:latin typeface="Arial"/>
                <a:ea typeface="Arial"/>
                <a:cs typeface="Arial"/>
                <a:sym typeface="Arial"/>
              </a:rPr>
              <a:t>PRECONDICION</a:t>
            </a:r>
            <a:r>
              <a:rPr b="1" i="0" lang="en-US" sz="1900" u="none">
                <a:solidFill>
                  <a:schemeClr val="lt1"/>
                </a:solidFill>
                <a:latin typeface="Arial"/>
                <a:ea typeface="Arial"/>
                <a:cs typeface="Arial"/>
                <a:sym typeface="Arial"/>
              </a:rPr>
              <a:t> contiene aquellos predicados que deben ser ciertos para que pueda aplicarse el operador.</a:t>
            </a:r>
            <a:endParaRPr/>
          </a:p>
          <a:p>
            <a:pPr indent="-342900" lvl="0" marL="342900" marR="0" rtl="0" algn="just">
              <a:lnSpc>
                <a:spcPct val="100000"/>
              </a:lnSpc>
              <a:spcBef>
                <a:spcPts val="380"/>
              </a:spcBef>
              <a:spcAft>
                <a:spcPts val="0"/>
              </a:spcAft>
              <a:buClr>
                <a:schemeClr val="lt1"/>
              </a:buClr>
              <a:buSzPts val="1900"/>
              <a:buFont typeface="Arial"/>
              <a:buChar char="•"/>
            </a:pPr>
            <a:r>
              <a:rPr b="1" i="0" lang="en-US" sz="1900" u="none">
                <a:solidFill>
                  <a:schemeClr val="lt1"/>
                </a:solidFill>
                <a:latin typeface="Arial"/>
                <a:ea typeface="Arial"/>
                <a:cs typeface="Arial"/>
                <a:sym typeface="Arial"/>
              </a:rPr>
              <a:t>Los </a:t>
            </a:r>
            <a:r>
              <a:rPr b="1" i="0" lang="en-US" sz="1900" u="none">
                <a:solidFill>
                  <a:srgbClr val="FF0000"/>
                </a:solidFill>
                <a:latin typeface="Arial"/>
                <a:ea typeface="Arial"/>
                <a:cs typeface="Arial"/>
                <a:sym typeface="Arial"/>
              </a:rPr>
              <a:t>axiomas marco del sistema de Green</a:t>
            </a:r>
            <a:r>
              <a:rPr b="1" i="0" lang="en-US" sz="1900" u="none">
                <a:solidFill>
                  <a:schemeClr val="lt1"/>
                </a:solidFill>
                <a:latin typeface="Arial"/>
                <a:ea typeface="Arial"/>
                <a:cs typeface="Arial"/>
                <a:sym typeface="Arial"/>
              </a:rPr>
              <a:t> están implícitamente especificados en STRIPS. Cualquier operador no incluido ni en AÑADIR ni en BORRAR de un operador se asume que no se ve  afectado por él.</a:t>
            </a:r>
            <a:endParaRPr/>
          </a:p>
          <a:p>
            <a:pPr indent="-222250" lvl="0" marL="342900" marR="0" rtl="0" algn="just">
              <a:lnSpc>
                <a:spcPct val="100000"/>
              </a:lnSpc>
              <a:spcBef>
                <a:spcPts val="380"/>
              </a:spcBef>
              <a:spcAft>
                <a:spcPts val="0"/>
              </a:spcAft>
              <a:buClr>
                <a:schemeClr val="lt1"/>
              </a:buClr>
              <a:buSzPts val="1900"/>
              <a:buFont typeface="Arial"/>
              <a:buNone/>
            </a:pPr>
            <a:r>
              <a:t/>
            </a:r>
            <a:endParaRPr b="1" i="0" sz="1900" u="none">
              <a:solidFill>
                <a:schemeClr val="lt1"/>
              </a:solidFill>
              <a:latin typeface="Arial"/>
              <a:ea typeface="Arial"/>
              <a:cs typeface="Arial"/>
              <a:sym typeface="Arial"/>
            </a:endParaRPr>
          </a:p>
          <a:p>
            <a:pPr indent="-222250" lvl="0" marL="342900" marR="0" rtl="0" algn="just">
              <a:lnSpc>
                <a:spcPct val="100000"/>
              </a:lnSpc>
              <a:spcBef>
                <a:spcPts val="380"/>
              </a:spcBef>
              <a:spcAft>
                <a:spcPts val="0"/>
              </a:spcAft>
              <a:buClr>
                <a:schemeClr val="lt1"/>
              </a:buClr>
              <a:buSzPts val="1900"/>
              <a:buFont typeface="Arial"/>
              <a:buNone/>
            </a:pPr>
            <a:r>
              <a:t/>
            </a:r>
            <a:endParaRPr b="1" i="0" sz="1900" u="none">
              <a:solidFill>
                <a:schemeClr val="lt1"/>
              </a:solidFill>
              <a:latin typeface="Arial"/>
              <a:ea typeface="Arial"/>
              <a:cs typeface="Arial"/>
              <a:sym typeface="Arial"/>
            </a:endParaRPr>
          </a:p>
          <a:p>
            <a:pPr indent="-222250" lvl="0" marL="342900" marR="0" rtl="0" algn="just">
              <a:lnSpc>
                <a:spcPct val="100000"/>
              </a:lnSpc>
              <a:spcBef>
                <a:spcPts val="380"/>
              </a:spcBef>
              <a:spcAft>
                <a:spcPts val="0"/>
              </a:spcAft>
              <a:buClr>
                <a:schemeClr val="lt1"/>
              </a:buClr>
              <a:buSzPts val="1900"/>
              <a:buFont typeface="Arial"/>
              <a:buNone/>
            </a:pPr>
            <a:r>
              <a:t/>
            </a:r>
            <a:endParaRPr b="1" i="0" sz="1900" u="non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900" u="none">
              <a:solidFill>
                <a:schemeClr val="lt1"/>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05" name="Shape 1605"/>
        <p:cNvGrpSpPr/>
        <p:nvPr/>
      </p:nvGrpSpPr>
      <p:grpSpPr>
        <a:xfrm>
          <a:off x="0" y="0"/>
          <a:ext cx="0" cy="0"/>
          <a:chOff x="0" y="0"/>
          <a:chExt cx="0" cy="0"/>
        </a:xfrm>
      </p:grpSpPr>
      <p:sp>
        <p:nvSpPr>
          <p:cNvPr id="1606" name="Google Shape;1606;p70"/>
          <p:cNvSpPr txBox="1"/>
          <p:nvPr>
            <p:ph type="title"/>
          </p:nvPr>
        </p:nvSpPr>
        <p:spPr>
          <a:xfrm>
            <a:off x="433387" y="188912"/>
            <a:ext cx="6443662" cy="863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Solución al problema del Marco</a:t>
            </a:r>
            <a:endParaRPr/>
          </a:p>
        </p:txBody>
      </p:sp>
      <p:sp>
        <p:nvSpPr>
          <p:cNvPr id="1607" name="Google Shape;1607;p70"/>
          <p:cNvSpPr txBox="1"/>
          <p:nvPr/>
        </p:nvSpPr>
        <p:spPr>
          <a:xfrm>
            <a:off x="396875" y="1341437"/>
            <a:ext cx="3095625" cy="1582737"/>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lt1"/>
              </a:buClr>
              <a:buSzPts val="1800"/>
              <a:buFont typeface="Arial"/>
              <a:buChar char="•"/>
            </a:pPr>
            <a:r>
              <a:rPr b="1" i="0" lang="en-US" sz="1800" u="none">
                <a:solidFill>
                  <a:schemeClr val="lt1"/>
                </a:solidFill>
                <a:latin typeface="Arial"/>
                <a:ea typeface="Arial"/>
                <a:cs typeface="Arial"/>
                <a:sym typeface="Arial"/>
              </a:rPr>
              <a:t>Definir 3 listas</a:t>
            </a:r>
            <a:endParaRPr/>
          </a:p>
          <a:p>
            <a:pPr indent="-285750" lvl="1" marL="742950" marR="0" rtl="0" algn="just">
              <a:lnSpc>
                <a:spcPct val="100000"/>
              </a:lnSpc>
              <a:spcBef>
                <a:spcPts val="360"/>
              </a:spcBef>
              <a:spcAft>
                <a:spcPts val="0"/>
              </a:spcAft>
              <a:buClr>
                <a:schemeClr val="lt1"/>
              </a:buClr>
              <a:buSzPts val="1800"/>
              <a:buFont typeface="Arial"/>
              <a:buChar char="–"/>
            </a:pPr>
            <a:r>
              <a:rPr b="1" i="0" lang="en-US" sz="1800" u="none" cap="none" strike="noStrike">
                <a:solidFill>
                  <a:schemeClr val="lt1"/>
                </a:solidFill>
                <a:latin typeface="Arial"/>
                <a:ea typeface="Arial"/>
                <a:cs typeface="Arial"/>
                <a:sym typeface="Arial"/>
              </a:rPr>
              <a:t>Precondición</a:t>
            </a:r>
            <a:endParaRPr/>
          </a:p>
          <a:p>
            <a:pPr indent="-285750" lvl="1" marL="742950" marR="0" rtl="0" algn="just">
              <a:lnSpc>
                <a:spcPct val="100000"/>
              </a:lnSpc>
              <a:spcBef>
                <a:spcPts val="360"/>
              </a:spcBef>
              <a:spcAft>
                <a:spcPts val="0"/>
              </a:spcAft>
              <a:buClr>
                <a:schemeClr val="lt1"/>
              </a:buClr>
              <a:buSzPts val="1800"/>
              <a:buFont typeface="Arial"/>
              <a:buChar char="–"/>
            </a:pPr>
            <a:r>
              <a:rPr b="1" i="0" lang="en-US" sz="1800" u="none" cap="none" strike="noStrike">
                <a:solidFill>
                  <a:schemeClr val="lt1"/>
                </a:solidFill>
                <a:latin typeface="Arial"/>
                <a:ea typeface="Arial"/>
                <a:cs typeface="Arial"/>
                <a:sym typeface="Arial"/>
              </a:rPr>
              <a:t>Borrar</a:t>
            </a:r>
            <a:endParaRPr/>
          </a:p>
          <a:p>
            <a:pPr indent="-285750" lvl="1" marL="742950" marR="0" rtl="0" algn="just">
              <a:lnSpc>
                <a:spcPct val="100000"/>
              </a:lnSpc>
              <a:spcBef>
                <a:spcPts val="360"/>
              </a:spcBef>
              <a:spcAft>
                <a:spcPts val="0"/>
              </a:spcAft>
              <a:buClr>
                <a:schemeClr val="lt1"/>
              </a:buClr>
              <a:buSzPts val="1800"/>
              <a:buFont typeface="Arial"/>
              <a:buChar char="–"/>
            </a:pPr>
            <a:r>
              <a:rPr b="1" i="0" lang="en-US" sz="1800" u="none" cap="none" strike="noStrike">
                <a:solidFill>
                  <a:schemeClr val="lt1"/>
                </a:solidFill>
                <a:latin typeface="Arial"/>
                <a:ea typeface="Arial"/>
                <a:cs typeface="Arial"/>
                <a:sym typeface="Arial"/>
              </a:rPr>
              <a:t>Añadir</a:t>
            </a:r>
            <a:endParaRPr/>
          </a:p>
        </p:txBody>
      </p:sp>
      <p:sp>
        <p:nvSpPr>
          <p:cNvPr id="1608" name="Google Shape;1608;p70"/>
          <p:cNvSpPr txBox="1"/>
          <p:nvPr/>
        </p:nvSpPr>
        <p:spPr>
          <a:xfrm>
            <a:off x="395287" y="2997200"/>
            <a:ext cx="2592387" cy="29511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lt1"/>
              </a:buClr>
              <a:buSzPts val="1800"/>
              <a:buFont typeface="Arial"/>
              <a:buChar char="•"/>
            </a:pPr>
            <a:r>
              <a:rPr b="1" i="0" lang="en-US" sz="1800" u="none">
                <a:solidFill>
                  <a:schemeClr val="lt1"/>
                </a:solidFill>
                <a:latin typeface="Arial"/>
                <a:ea typeface="Arial"/>
                <a:cs typeface="Arial"/>
                <a:sym typeface="Arial"/>
              </a:rPr>
              <a:t>Al hacer implícitos los </a:t>
            </a:r>
            <a:r>
              <a:rPr b="1" i="0" lang="en-US" sz="1800" u="none">
                <a:solidFill>
                  <a:srgbClr val="FF0000"/>
                </a:solidFill>
                <a:latin typeface="Arial"/>
                <a:ea typeface="Arial"/>
                <a:cs typeface="Arial"/>
                <a:sym typeface="Arial"/>
              </a:rPr>
              <a:t>axiomas marco</a:t>
            </a:r>
            <a:r>
              <a:rPr b="1" i="0" lang="en-US" sz="1800" u="none">
                <a:solidFill>
                  <a:schemeClr val="lt1"/>
                </a:solidFill>
                <a:latin typeface="Arial"/>
                <a:ea typeface="Arial"/>
                <a:cs typeface="Arial"/>
                <a:sym typeface="Arial"/>
              </a:rPr>
              <a:t>, se ha reducido enormemente la cantidad de información que hay que suministrar a cada operador</a:t>
            </a:r>
            <a:endParaRPr/>
          </a:p>
        </p:txBody>
      </p:sp>
      <p:sp>
        <p:nvSpPr>
          <p:cNvPr id="1609" name="Google Shape;1609;p70"/>
          <p:cNvSpPr txBox="1"/>
          <p:nvPr/>
        </p:nvSpPr>
        <p:spPr>
          <a:xfrm>
            <a:off x="3059112" y="1270000"/>
            <a:ext cx="6011862" cy="430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Operadores del estilo STRIPS en el Mundo de los Bloques</a:t>
            </a:r>
            <a:endParaRPr/>
          </a:p>
        </p:txBody>
      </p:sp>
      <p:sp>
        <p:nvSpPr>
          <p:cNvPr id="1610" name="Google Shape;1610;p70"/>
          <p:cNvSpPr txBox="1"/>
          <p:nvPr/>
        </p:nvSpPr>
        <p:spPr>
          <a:xfrm>
            <a:off x="3132137" y="1700212"/>
            <a:ext cx="5761037" cy="4248150"/>
          </a:xfrm>
          <a:prstGeom prst="rect">
            <a:avLst/>
          </a:prstGeom>
          <a:solidFill>
            <a:srgbClr val="FFFFFF"/>
          </a:solidFill>
          <a:ln cap="flat" cmpd="sng" w="9525">
            <a:solidFill>
              <a:srgbClr val="000000"/>
            </a:solidFill>
            <a:prstDash val="solid"/>
            <a:miter lim="800000"/>
            <a:headEnd len="sm" w="sm" type="none"/>
            <a:tailEnd len="sm" w="sm" type="none"/>
          </a:ln>
          <a:effectLst>
            <a:outerShdw blurRad="63500" dir="2700000" dist="107763">
              <a:srgbClr val="808080">
                <a:alpha val="49803"/>
              </a:srgb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APILAR(x,y)</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P: DESPEJADO(y) ^ AGARRADO(x)</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B: DESPEJADO(y) ^ AGARRADO(x)</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A: BRAZOLIBRE ^ SOBRE(x,y)</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DESAPILAR(x,y)</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P: SOBRE(x,y) ^ DESPEJADO(x) ^ BRAZOLIBRE</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B: SOBRE(x,y) ^ BRAZOLIBRE</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A: AGARRADO(x) ^ DESPEJADO(y)</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TOMAR(x)</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P: DESPEJADO(x) ^ SOBRELAMESA(x) ^ BRAZOLIBRE</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B: SOBRELAMESA(x) ^ BRAZOLIBRE</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A: AGARRADO(x)</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BAJAR(x)</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P: AGARRADO(x)</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B: AGARRADO(x)</a:t>
            </a:r>
            <a:endParaRPr/>
          </a:p>
          <a:p>
            <a:pPr indent="0" lvl="0" marL="0" marR="0" rtl="0" algn="just">
              <a:lnSpc>
                <a:spcPct val="100000"/>
              </a:lnSpc>
              <a:spcBef>
                <a:spcPts val="60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A: SOBRELAMESA(x) ^ BRAZOLIBRE</a:t>
            </a:r>
            <a:endParaRPr/>
          </a:p>
          <a:p>
            <a:pPr indent="0" lvl="0" marL="0" marR="0" rtl="0" algn="just">
              <a:lnSpc>
                <a:spcPct val="100000"/>
              </a:lnSpc>
              <a:spcBef>
                <a:spcPts val="60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just">
              <a:lnSpc>
                <a:spcPct val="100000"/>
              </a:lnSpc>
              <a:spcBef>
                <a:spcPts val="60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just">
              <a:lnSpc>
                <a:spcPct val="100000"/>
              </a:lnSpc>
              <a:spcBef>
                <a:spcPts val="600"/>
              </a:spcBef>
              <a:spcAft>
                <a:spcPts val="0"/>
              </a:spcAft>
              <a:buClr>
                <a:schemeClr val="lt1"/>
              </a:buClr>
              <a:buSzPts val="900"/>
              <a:buFont typeface="Arial"/>
              <a:buNone/>
            </a:pPr>
            <a:r>
              <a:t/>
            </a:r>
            <a:endParaRPr b="0" i="0" sz="9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None/>
            </a:pPr>
            <a:r>
              <a:t/>
            </a:r>
            <a:endParaRPr b="0" i="0" sz="900" u="none">
              <a:solidFill>
                <a:schemeClr val="dk1"/>
              </a:solidFill>
              <a:latin typeface="Verdana"/>
              <a:ea typeface="Verdana"/>
              <a:cs typeface="Verdana"/>
              <a:sym typeface="Verdana"/>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14" name="Shape 1614"/>
        <p:cNvGrpSpPr/>
        <p:nvPr/>
      </p:nvGrpSpPr>
      <p:grpSpPr>
        <a:xfrm>
          <a:off x="0" y="0"/>
          <a:ext cx="0" cy="0"/>
          <a:chOff x="0" y="0"/>
          <a:chExt cx="0" cy="0"/>
        </a:xfrm>
      </p:grpSpPr>
      <p:sp>
        <p:nvSpPr>
          <p:cNvPr id="1615" name="Google Shape;1615;p71"/>
          <p:cNvSpPr txBox="1"/>
          <p:nvPr>
            <p:ph type="title"/>
          </p:nvPr>
        </p:nvSpPr>
        <p:spPr>
          <a:xfrm>
            <a:off x="457200" y="269875"/>
            <a:ext cx="8229600" cy="927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3. Detección de una solución</a:t>
            </a:r>
            <a:endParaRPr/>
          </a:p>
        </p:txBody>
      </p:sp>
      <p:sp>
        <p:nvSpPr>
          <p:cNvPr id="1616" name="Google Shape;1616;p71"/>
          <p:cNvSpPr txBox="1"/>
          <p:nvPr/>
        </p:nvSpPr>
        <p:spPr>
          <a:xfrm>
            <a:off x="395287" y="1196975"/>
            <a:ext cx="8497887" cy="547211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Un sistema de planificación ha tenido éxito al encontrar una solución a un problema cuando encuentra una secuencia de operadores que transforman el estado inicial del problema en un estado objetivo.</a:t>
            </a:r>
            <a:endParaRPr/>
          </a:p>
          <a:p>
            <a:pPr indent="0" lvl="0" marL="0" marR="0" rtl="0" algn="ctr">
              <a:lnSpc>
                <a:spcPct val="100000"/>
              </a:lnSpc>
              <a:spcBef>
                <a:spcPts val="440"/>
              </a:spcBef>
              <a:spcAft>
                <a:spcPts val="0"/>
              </a:spcAft>
              <a:buClr>
                <a:srgbClr val="FF0000"/>
              </a:buClr>
              <a:buSzPts val="2200"/>
              <a:buFont typeface="Arial"/>
              <a:buNone/>
            </a:pPr>
            <a:r>
              <a:rPr b="1" i="0" lang="en-US" sz="2200" u="none">
                <a:solidFill>
                  <a:srgbClr val="FF0000"/>
                </a:solidFill>
                <a:latin typeface="Arial"/>
                <a:ea typeface="Arial"/>
                <a:cs typeface="Arial"/>
                <a:sym typeface="Arial"/>
              </a:rPr>
              <a:t>¿Cómo puede saberse cuando ocurre este éxito?</a:t>
            </a:r>
            <a:endParaRPr/>
          </a:p>
          <a:p>
            <a:pPr indent="0" lvl="0" marL="0" marR="0" rtl="0" algn="just">
              <a:lnSpc>
                <a:spcPct val="100000"/>
              </a:lnSpc>
              <a:spcBef>
                <a:spcPts val="44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Predicado P(x) objetivo</a:t>
            </a:r>
            <a:endParaRPr/>
          </a:p>
          <a:p>
            <a:pPr indent="0" lvl="0" marL="0" marR="0" rtl="0" algn="just">
              <a:lnSpc>
                <a:spcPct val="100000"/>
              </a:lnSpc>
              <a:spcBef>
                <a:spcPts val="440"/>
              </a:spcBef>
              <a:spcAft>
                <a:spcPts val="0"/>
              </a:spcAft>
              <a:buClr>
                <a:schemeClr val="lt1"/>
              </a:buClr>
              <a:buSzPts val="2200"/>
              <a:buFont typeface="Arial"/>
              <a:buNone/>
            </a:pPr>
            <a:r>
              <a:rPr b="1" i="0" lang="en-US" sz="2200" u="none">
                <a:solidFill>
                  <a:schemeClr val="lt1"/>
                </a:solidFill>
                <a:latin typeface="Arial"/>
                <a:ea typeface="Arial"/>
                <a:cs typeface="Arial"/>
                <a:sym typeface="Arial"/>
              </a:rPr>
              <a:t>Para ver si P(x) se satisface en un estado se compara con el estado actual definido por:</a:t>
            </a:r>
            <a:endParaRPr/>
          </a:p>
          <a:p>
            <a:pPr indent="-285750" lvl="1" marL="742950" marR="0" rtl="0" algn="just">
              <a:lnSpc>
                <a:spcPct val="100000"/>
              </a:lnSpc>
              <a:spcBef>
                <a:spcPts val="440"/>
              </a:spcBef>
              <a:spcAft>
                <a:spcPts val="0"/>
              </a:spcAft>
              <a:buClr>
                <a:schemeClr val="lt1"/>
              </a:buClr>
              <a:buSzPts val="2200"/>
              <a:buFont typeface="Arial"/>
              <a:buChar char="–"/>
            </a:pPr>
            <a:r>
              <a:rPr b="1" i="0" lang="en-US" sz="2200" u="none" cap="none" strike="noStrike">
                <a:solidFill>
                  <a:schemeClr val="lt1"/>
                </a:solidFill>
                <a:latin typeface="Arial"/>
                <a:ea typeface="Arial"/>
                <a:cs typeface="Arial"/>
                <a:sym typeface="Arial"/>
              </a:rPr>
              <a:t>Predicados que describen el estado</a:t>
            </a:r>
            <a:endParaRPr/>
          </a:p>
          <a:p>
            <a:pPr indent="-285750" lvl="1" marL="742950" marR="0" rtl="0" algn="just">
              <a:lnSpc>
                <a:spcPct val="100000"/>
              </a:lnSpc>
              <a:spcBef>
                <a:spcPts val="440"/>
              </a:spcBef>
              <a:spcAft>
                <a:spcPts val="0"/>
              </a:spcAft>
              <a:buClr>
                <a:schemeClr val="lt1"/>
              </a:buClr>
              <a:buSzPts val="2200"/>
              <a:buFont typeface="Arial"/>
              <a:buChar char="–"/>
            </a:pPr>
            <a:r>
              <a:rPr b="1" i="0" lang="en-US" sz="2200" u="none" cap="none" strike="noStrike">
                <a:solidFill>
                  <a:schemeClr val="lt1"/>
                </a:solidFill>
                <a:latin typeface="Arial"/>
                <a:ea typeface="Arial"/>
                <a:cs typeface="Arial"/>
                <a:sym typeface="Arial"/>
              </a:rPr>
              <a:t>Axiomas marco</a:t>
            </a:r>
            <a:endParaRPr/>
          </a:p>
          <a:p>
            <a:pPr indent="-139700" lvl="0" marL="0" marR="0" rtl="0" algn="just">
              <a:lnSpc>
                <a:spcPct val="100000"/>
              </a:lnSpc>
              <a:spcBef>
                <a:spcPts val="44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Si se satisface, el proceso de resolución del problema finaliza.</a:t>
            </a:r>
            <a:endParaRPr/>
          </a:p>
          <a:p>
            <a:pPr indent="-139700" lvl="0" marL="0" marR="0" rtl="0" algn="just">
              <a:lnSpc>
                <a:spcPct val="100000"/>
              </a:lnSpc>
              <a:spcBef>
                <a:spcPts val="440"/>
              </a:spcBef>
              <a:spcAft>
                <a:spcPts val="0"/>
              </a:spcAft>
              <a:buClr>
                <a:schemeClr val="lt1"/>
              </a:buClr>
              <a:buSzPts val="2200"/>
              <a:buFont typeface="Arial"/>
              <a:buChar char="•"/>
            </a:pPr>
            <a:r>
              <a:rPr b="1" i="0" lang="en-US" sz="2200" u="none">
                <a:solidFill>
                  <a:schemeClr val="lt1"/>
                </a:solidFill>
                <a:latin typeface="Arial"/>
                <a:ea typeface="Arial"/>
                <a:cs typeface="Arial"/>
                <a:sym typeface="Arial"/>
              </a:rPr>
              <a:t>Sino, se propone una secuencia de operadores que podría resolverlo.</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0" name="Shape 1620"/>
        <p:cNvGrpSpPr/>
        <p:nvPr/>
      </p:nvGrpSpPr>
      <p:grpSpPr>
        <a:xfrm>
          <a:off x="0" y="0"/>
          <a:ext cx="0" cy="0"/>
          <a:chOff x="0" y="0"/>
          <a:chExt cx="0" cy="0"/>
        </a:xfrm>
      </p:grpSpPr>
      <p:sp>
        <p:nvSpPr>
          <p:cNvPr id="1621" name="Google Shape;1621;p72"/>
          <p:cNvSpPr txBox="1"/>
          <p:nvPr>
            <p:ph type="title"/>
          </p:nvPr>
        </p:nvSpPr>
        <p:spPr>
          <a:xfrm>
            <a:off x="215900" y="260350"/>
            <a:ext cx="8893175" cy="1081087"/>
          </a:xfrm>
          <a:prstGeom prst="rect">
            <a:avLst/>
          </a:prstGeom>
          <a:noFill/>
          <a:ln>
            <a:noFill/>
          </a:ln>
        </p:spPr>
        <p:txBody>
          <a:bodyPr anchorCtr="0" anchor="ctr" bIns="45700" lIns="91425" spcFirstLastPara="1" rIns="91425" wrap="square" tIns="45700">
            <a:noAutofit/>
          </a:bodyPr>
          <a:lstStyle/>
          <a:p>
            <a:pPr indent="-685800" lvl="0" marL="68580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4. Detección de callejones sin salida</a:t>
            </a:r>
            <a:endParaRPr/>
          </a:p>
        </p:txBody>
      </p:sp>
      <p:sp>
        <p:nvSpPr>
          <p:cNvPr id="1622" name="Google Shape;1622;p72"/>
          <p:cNvSpPr txBox="1"/>
          <p:nvPr/>
        </p:nvSpPr>
        <p:spPr>
          <a:xfrm>
            <a:off x="539750" y="1341437"/>
            <a:ext cx="8280400" cy="4321175"/>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Cuando un sistema de planificación está buscando una secuencia de operadores que resuelva un problema concreto, debe ser capaz de detectar si está explorando un camino que nunca pueda conducir a una solución</a:t>
            </a:r>
            <a:endParaRPr/>
          </a:p>
          <a:p>
            <a:pPr indent="-311150" lvl="0" marL="342900" marR="0" rtl="0" algn="just">
              <a:lnSpc>
                <a:spcPct val="100000"/>
              </a:lnSpc>
              <a:spcBef>
                <a:spcPts val="100"/>
              </a:spcBef>
              <a:spcAft>
                <a:spcPts val="0"/>
              </a:spcAft>
              <a:buClr>
                <a:schemeClr val="lt1"/>
              </a:buClr>
              <a:buSzPts val="500"/>
              <a:buFont typeface="Arial"/>
              <a:buNone/>
            </a:pPr>
            <a:r>
              <a:t/>
            </a:r>
            <a:endParaRPr b="1" i="0" sz="500" u="none">
              <a:solidFill>
                <a:srgbClr val="FF0000"/>
              </a:solidFill>
              <a:latin typeface="Arial"/>
              <a:ea typeface="Arial"/>
              <a:cs typeface="Arial"/>
              <a:sym typeface="Arial"/>
            </a:endParaRPr>
          </a:p>
          <a:p>
            <a:pPr indent="-342900" lvl="0" marL="342900" marR="0" rtl="0" algn="ctr">
              <a:lnSpc>
                <a:spcPct val="100000"/>
              </a:lnSpc>
              <a:spcBef>
                <a:spcPts val="40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Mecanismos para detectar callejones sin salida</a:t>
            </a:r>
            <a:endParaRPr/>
          </a:p>
          <a:p>
            <a:pPr indent="-342900" lvl="0" marL="34290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Podar caminos:</a:t>
            </a:r>
            <a:endParaRPr/>
          </a:p>
          <a:p>
            <a:pPr indent="-285750" lvl="1" marL="742950" marR="0" rtl="0" algn="just">
              <a:lnSpc>
                <a:spcPct val="100000"/>
              </a:lnSpc>
              <a:spcBef>
                <a:spcPts val="400"/>
              </a:spcBef>
              <a:spcAft>
                <a:spcPts val="0"/>
              </a:spcAft>
              <a:buClr>
                <a:schemeClr val="lt1"/>
              </a:buClr>
              <a:buSzPts val="2000"/>
              <a:buFont typeface="Arial"/>
              <a:buChar char="–"/>
            </a:pPr>
            <a:r>
              <a:rPr b="1" i="0" lang="en-US" sz="2000" u="none" cap="none" strike="noStrike">
                <a:solidFill>
                  <a:schemeClr val="lt1"/>
                </a:solidFill>
                <a:latin typeface="Arial"/>
                <a:ea typeface="Arial"/>
                <a:cs typeface="Arial"/>
                <a:sym typeface="Arial"/>
              </a:rPr>
              <a:t>que no conduzcan al objetivo</a:t>
            </a:r>
            <a:endParaRPr/>
          </a:p>
          <a:p>
            <a:pPr indent="-285750" lvl="1" marL="742950" marR="0" rtl="0" algn="just">
              <a:lnSpc>
                <a:spcPct val="100000"/>
              </a:lnSpc>
              <a:spcBef>
                <a:spcPts val="400"/>
              </a:spcBef>
              <a:spcAft>
                <a:spcPts val="0"/>
              </a:spcAft>
              <a:buClr>
                <a:schemeClr val="lt1"/>
              </a:buClr>
              <a:buSzPts val="2000"/>
              <a:buFont typeface="Arial"/>
              <a:buChar char="–"/>
            </a:pPr>
            <a:r>
              <a:rPr b="1" i="0" lang="en-US" sz="2000" u="none" cap="none" strike="noStrike">
                <a:solidFill>
                  <a:schemeClr val="lt1"/>
                </a:solidFill>
                <a:latin typeface="Arial"/>
                <a:ea typeface="Arial"/>
                <a:cs typeface="Arial"/>
                <a:sym typeface="Arial"/>
              </a:rPr>
              <a:t>cíclicos</a:t>
            </a:r>
            <a:endParaRPr/>
          </a:p>
          <a:p>
            <a:pPr indent="-285750" lvl="1" marL="742950" marR="0" rtl="0" algn="just">
              <a:lnSpc>
                <a:spcPct val="100000"/>
              </a:lnSpc>
              <a:spcBef>
                <a:spcPts val="400"/>
              </a:spcBef>
              <a:spcAft>
                <a:spcPts val="0"/>
              </a:spcAft>
              <a:buClr>
                <a:schemeClr val="lt1"/>
              </a:buClr>
              <a:buSzPts val="2000"/>
              <a:buFont typeface="Arial"/>
              <a:buChar char="–"/>
            </a:pPr>
            <a:r>
              <a:rPr b="1" i="0" lang="en-US" sz="2000" u="none" cap="none" strike="noStrike">
                <a:solidFill>
                  <a:schemeClr val="lt1"/>
                </a:solidFill>
                <a:latin typeface="Arial"/>
                <a:ea typeface="Arial"/>
                <a:cs typeface="Arial"/>
                <a:sym typeface="Arial"/>
              </a:rPr>
              <a:t>que incluyan objetivos opuestos</a:t>
            </a:r>
            <a:endParaRPr/>
          </a:p>
          <a:p>
            <a:pPr indent="-285750" lvl="1" marL="742950" marR="0" rtl="0" algn="just">
              <a:lnSpc>
                <a:spcPct val="100000"/>
              </a:lnSpc>
              <a:spcBef>
                <a:spcPts val="400"/>
              </a:spcBef>
              <a:spcAft>
                <a:spcPts val="0"/>
              </a:spcAft>
              <a:buClr>
                <a:schemeClr val="lt1"/>
              </a:buClr>
              <a:buSzPts val="2000"/>
              <a:buFont typeface="Arial"/>
              <a:buChar char="–"/>
            </a:pPr>
            <a:r>
              <a:rPr b="1" i="0" lang="en-US" sz="2000" u="none" cap="none" strike="noStrike">
                <a:solidFill>
                  <a:schemeClr val="lt1"/>
                </a:solidFill>
                <a:latin typeface="Arial"/>
                <a:ea typeface="Arial"/>
                <a:cs typeface="Arial"/>
                <a:sym typeface="Arial"/>
              </a:rPr>
              <a:t>que aumenten la lista de objetivos a cumplir</a:t>
            </a:r>
            <a:endParaRPr/>
          </a:p>
          <a:p>
            <a:pPr indent="0" lvl="0" marL="0" marR="0" rtl="0" algn="l">
              <a:lnSpc>
                <a:spcPct val="100000"/>
              </a:lnSpc>
              <a:spcBef>
                <a:spcPts val="0"/>
              </a:spcBef>
              <a:spcAft>
                <a:spcPts val="0"/>
              </a:spcAft>
              <a:buNone/>
            </a:pPr>
            <a:r>
              <a:t/>
            </a:r>
            <a:endParaRPr b="1" i="0" sz="2000" u="none" cap="none" strike="noStrike">
              <a:solidFill>
                <a:schemeClr val="lt1"/>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6" name="Shape 1626"/>
        <p:cNvGrpSpPr/>
        <p:nvPr/>
      </p:nvGrpSpPr>
      <p:grpSpPr>
        <a:xfrm>
          <a:off x="0" y="0"/>
          <a:ext cx="0" cy="0"/>
          <a:chOff x="0" y="0"/>
          <a:chExt cx="0" cy="0"/>
        </a:xfrm>
      </p:grpSpPr>
      <p:sp>
        <p:nvSpPr>
          <p:cNvPr id="1627" name="Google Shape;1627;p73"/>
          <p:cNvSpPr txBox="1"/>
          <p:nvPr>
            <p:ph type="title"/>
          </p:nvPr>
        </p:nvSpPr>
        <p:spPr>
          <a:xfrm>
            <a:off x="215900" y="333375"/>
            <a:ext cx="8928100" cy="792162"/>
          </a:xfrm>
          <a:prstGeom prst="rect">
            <a:avLst/>
          </a:prstGeom>
          <a:noFill/>
          <a:ln>
            <a:noFill/>
          </a:ln>
        </p:spPr>
        <p:txBody>
          <a:bodyPr anchorCtr="0" anchor="ctr" bIns="45700" lIns="91425" spcFirstLastPara="1" rIns="91425" wrap="square" tIns="45700">
            <a:noAutofit/>
          </a:bodyPr>
          <a:lstStyle/>
          <a:p>
            <a:pPr indent="-685800" lvl="0" marL="68580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5. Identificación de soluciones casi correctas</a:t>
            </a:r>
            <a:endParaRPr/>
          </a:p>
        </p:txBody>
      </p:sp>
      <p:sp>
        <p:nvSpPr>
          <p:cNvPr id="1628" name="Google Shape;1628;p73"/>
          <p:cNvSpPr txBox="1"/>
          <p:nvPr/>
        </p:nvSpPr>
        <p:spPr>
          <a:xfrm>
            <a:off x="539750" y="1196975"/>
            <a:ext cx="8208962" cy="496887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Asumir que los problemas son descomponibles, resolver los subproblemas por separado y verificar si al combinar las subsoluciones tenemos la solución al problema original.</a:t>
            </a:r>
            <a:endParaRPr/>
          </a:p>
          <a:p>
            <a:pPr indent="0" lvl="0" marL="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Si esto ocurre no debe hacerse mas nada.</a:t>
            </a:r>
            <a:endParaRPr/>
          </a:p>
          <a:p>
            <a:pPr indent="0" lvl="0" marL="0" marR="0" rtl="0" algn="just">
              <a:lnSpc>
                <a:spcPct val="100000"/>
              </a:lnSpc>
              <a:spcBef>
                <a:spcPts val="200"/>
              </a:spcBef>
              <a:spcAft>
                <a:spcPts val="0"/>
              </a:spcAft>
              <a:buClr>
                <a:schemeClr val="lt1"/>
              </a:buClr>
              <a:buSzPts val="1000"/>
              <a:buFont typeface="Arial"/>
              <a:buNone/>
            </a:pPr>
            <a:r>
              <a:t/>
            </a:r>
            <a:endParaRPr b="1" i="0" sz="1000" u="none">
              <a:solidFill>
                <a:schemeClr val="lt1"/>
              </a:solidFill>
              <a:latin typeface="Arial"/>
              <a:ea typeface="Arial"/>
              <a:cs typeface="Arial"/>
              <a:sym typeface="Arial"/>
            </a:endParaRPr>
          </a:p>
          <a:p>
            <a:pPr indent="0" lvl="0" marL="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Si no ocurre:</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Hallar las diferencias entre la solución obtenida y la buscada (objetivo deseado)</a:t>
            </a:r>
            <a:endParaRPr/>
          </a:p>
          <a:p>
            <a:pPr indent="-127000" lvl="0" marL="0" marR="0" rtl="0" algn="just">
              <a:lnSpc>
                <a:spcPct val="100000"/>
              </a:lnSpc>
              <a:spcBef>
                <a:spcPts val="400"/>
              </a:spcBef>
              <a:spcAft>
                <a:spcPts val="0"/>
              </a:spcAft>
              <a:buClr>
                <a:schemeClr val="lt1"/>
              </a:buClr>
              <a:buSzPts val="2000"/>
              <a:buFont typeface="Arial"/>
              <a:buChar char="•"/>
            </a:pPr>
            <a:r>
              <a:rPr b="1" i="0" lang="en-US" sz="2000" u="none">
                <a:solidFill>
                  <a:schemeClr val="lt1"/>
                </a:solidFill>
                <a:latin typeface="Arial"/>
                <a:ea typeface="Arial"/>
                <a:cs typeface="Arial"/>
                <a:sym typeface="Arial"/>
              </a:rPr>
              <a:t>Tratar de reducir las diferencias pendientes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32" name="Shape 1632"/>
        <p:cNvGrpSpPr/>
        <p:nvPr/>
      </p:nvGrpSpPr>
      <p:grpSpPr>
        <a:xfrm>
          <a:off x="0" y="0"/>
          <a:ext cx="0" cy="0"/>
          <a:chOff x="0" y="0"/>
          <a:chExt cx="0" cy="0"/>
        </a:xfrm>
      </p:grpSpPr>
      <p:sp>
        <p:nvSpPr>
          <p:cNvPr id="1633" name="Google Shape;1633;p74"/>
          <p:cNvSpPr txBox="1"/>
          <p:nvPr>
            <p:ph type="title"/>
          </p:nvPr>
        </p:nvSpPr>
        <p:spPr>
          <a:xfrm>
            <a:off x="457200" y="274637"/>
            <a:ext cx="8218487" cy="12096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Estrategias de Planificación</a:t>
            </a:r>
            <a:endParaRPr/>
          </a:p>
        </p:txBody>
      </p:sp>
      <p:sp>
        <p:nvSpPr>
          <p:cNvPr id="1634" name="Google Shape;1634;p74"/>
          <p:cNvSpPr txBox="1"/>
          <p:nvPr/>
        </p:nvSpPr>
        <p:spPr>
          <a:xfrm>
            <a:off x="827087" y="1773237"/>
            <a:ext cx="7632700" cy="3455987"/>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lt1"/>
              </a:buClr>
              <a:buSzPts val="2800"/>
              <a:buFont typeface="Arial"/>
              <a:buChar char="•"/>
            </a:pPr>
            <a:r>
              <a:rPr b="1" i="0" lang="en-US" sz="2800" u="none">
                <a:solidFill>
                  <a:schemeClr val="lt1"/>
                </a:solidFill>
                <a:latin typeface="Arial"/>
                <a:ea typeface="Arial"/>
                <a:cs typeface="Arial"/>
                <a:sym typeface="Arial"/>
              </a:rPr>
              <a:t>Planificación mediante una pila de objetivos</a:t>
            </a:r>
            <a:endParaRPr/>
          </a:p>
          <a:p>
            <a:pPr indent="-342900" lvl="0" marL="342900" marR="0" rtl="0" algn="just">
              <a:lnSpc>
                <a:spcPct val="100000"/>
              </a:lnSpc>
              <a:spcBef>
                <a:spcPts val="560"/>
              </a:spcBef>
              <a:spcAft>
                <a:spcPts val="0"/>
              </a:spcAft>
              <a:buClr>
                <a:schemeClr val="lt1"/>
              </a:buClr>
              <a:buSzPts val="2800"/>
              <a:buFont typeface="Arial"/>
              <a:buChar char="•"/>
            </a:pPr>
            <a:r>
              <a:rPr b="1" i="0" lang="en-US" sz="2800" u="none">
                <a:solidFill>
                  <a:schemeClr val="lt1"/>
                </a:solidFill>
                <a:latin typeface="Arial"/>
                <a:ea typeface="Arial"/>
                <a:cs typeface="Arial"/>
                <a:sym typeface="Arial"/>
              </a:rPr>
              <a:t>Planificación no lineal mediante fijación de restricciones</a:t>
            </a:r>
            <a:endParaRPr/>
          </a:p>
          <a:p>
            <a:pPr indent="-342900" lvl="0" marL="342900" marR="0" rtl="0" algn="just">
              <a:lnSpc>
                <a:spcPct val="100000"/>
              </a:lnSpc>
              <a:spcBef>
                <a:spcPts val="560"/>
              </a:spcBef>
              <a:spcAft>
                <a:spcPts val="0"/>
              </a:spcAft>
              <a:buClr>
                <a:schemeClr val="lt1"/>
              </a:buClr>
              <a:buSzPts val="2800"/>
              <a:buFont typeface="Arial"/>
              <a:buChar char="•"/>
            </a:pPr>
            <a:r>
              <a:rPr b="1" i="0" lang="en-US" sz="2800" u="none">
                <a:solidFill>
                  <a:schemeClr val="lt1"/>
                </a:solidFill>
                <a:latin typeface="Arial"/>
                <a:ea typeface="Arial"/>
                <a:cs typeface="Arial"/>
                <a:sym typeface="Arial"/>
              </a:rPr>
              <a:t>Planificación jerárquica</a:t>
            </a:r>
            <a:endParaRPr/>
          </a:p>
          <a:p>
            <a:pPr indent="-342900" lvl="0" marL="342900" marR="0" rtl="0" algn="just">
              <a:lnSpc>
                <a:spcPct val="100000"/>
              </a:lnSpc>
              <a:spcBef>
                <a:spcPts val="560"/>
              </a:spcBef>
              <a:spcAft>
                <a:spcPts val="0"/>
              </a:spcAft>
              <a:buClr>
                <a:schemeClr val="lt1"/>
              </a:buClr>
              <a:buSzPts val="2800"/>
              <a:buFont typeface="Arial"/>
              <a:buChar char="•"/>
            </a:pPr>
            <a:r>
              <a:rPr b="1" i="0" lang="en-US" sz="2800" u="none">
                <a:solidFill>
                  <a:schemeClr val="lt1"/>
                </a:solidFill>
                <a:latin typeface="Arial"/>
                <a:ea typeface="Arial"/>
                <a:cs typeface="Arial"/>
                <a:sym typeface="Arial"/>
              </a:rPr>
              <a:t>Sistemas reactivos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38" name="Shape 1638"/>
        <p:cNvGrpSpPr/>
        <p:nvPr/>
      </p:nvGrpSpPr>
      <p:grpSpPr>
        <a:xfrm>
          <a:off x="0" y="0"/>
          <a:ext cx="0" cy="0"/>
          <a:chOff x="0" y="0"/>
          <a:chExt cx="0" cy="0"/>
        </a:xfrm>
      </p:grpSpPr>
      <p:sp>
        <p:nvSpPr>
          <p:cNvPr id="1639" name="Google Shape;1639;p75"/>
          <p:cNvSpPr txBox="1"/>
          <p:nvPr>
            <p:ph type="title"/>
          </p:nvPr>
        </p:nvSpPr>
        <p:spPr>
          <a:xfrm>
            <a:off x="179387" y="331787"/>
            <a:ext cx="8893175" cy="10096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Planificación mediante una pila de objetivos</a:t>
            </a:r>
            <a:endParaRPr/>
          </a:p>
        </p:txBody>
      </p:sp>
      <p:sp>
        <p:nvSpPr>
          <p:cNvPr id="1640" name="Google Shape;1640;p75"/>
          <p:cNvSpPr txBox="1"/>
          <p:nvPr/>
        </p:nvSpPr>
        <p:spPr>
          <a:xfrm>
            <a:off x="2257425" y="1125537"/>
            <a:ext cx="4619625" cy="576262"/>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rgbClr val="FF0000"/>
              </a:buClr>
              <a:buSzPts val="2800"/>
              <a:buFont typeface="Arial"/>
              <a:buNone/>
            </a:pPr>
            <a:r>
              <a:rPr b="1" i="0" lang="en-US" sz="2800" u="none">
                <a:solidFill>
                  <a:srgbClr val="FF0000"/>
                </a:solidFill>
                <a:latin typeface="Arial"/>
                <a:ea typeface="Arial"/>
                <a:cs typeface="Arial"/>
                <a:sym typeface="Arial"/>
              </a:rPr>
              <a:t>STRIPS (Fikes y Nilsson)</a:t>
            </a:r>
            <a:endParaRPr/>
          </a:p>
        </p:txBody>
      </p:sp>
      <p:sp>
        <p:nvSpPr>
          <p:cNvPr id="1641" name="Google Shape;1641;p75"/>
          <p:cNvSpPr txBox="1"/>
          <p:nvPr/>
        </p:nvSpPr>
        <p:spPr>
          <a:xfrm>
            <a:off x="612775" y="2060575"/>
            <a:ext cx="1728787" cy="433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Problema</a:t>
            </a:r>
            <a:endParaRPr/>
          </a:p>
        </p:txBody>
      </p:sp>
      <p:sp>
        <p:nvSpPr>
          <p:cNvPr id="1642" name="Google Shape;1642;p75"/>
          <p:cNvSpPr txBox="1"/>
          <p:nvPr/>
        </p:nvSpPr>
        <p:spPr>
          <a:xfrm>
            <a:off x="539750" y="2420937"/>
            <a:ext cx="4248150" cy="2305050"/>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1643" name="Google Shape;1643;p75"/>
          <p:cNvGrpSpPr/>
          <p:nvPr/>
        </p:nvGrpSpPr>
        <p:grpSpPr>
          <a:xfrm>
            <a:off x="682625" y="2636837"/>
            <a:ext cx="4105275" cy="1944687"/>
            <a:chOff x="793" y="1797"/>
            <a:chExt cx="2586" cy="1225"/>
          </a:xfrm>
        </p:grpSpPr>
        <p:sp>
          <p:nvSpPr>
            <p:cNvPr id="1644" name="Google Shape;1644;p75"/>
            <p:cNvSpPr txBox="1"/>
            <p:nvPr/>
          </p:nvSpPr>
          <p:spPr>
            <a:xfrm>
              <a:off x="793" y="2157"/>
              <a:ext cx="1452" cy="86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Inicio:</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SOBRE(B,A)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SOBRELAMESA(A)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SOBRELAMESA(C)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SOBRELAMESA(D)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BRAZOLIBRE</a:t>
              </a:r>
              <a:endParaRPr/>
            </a:p>
          </p:txBody>
        </p:sp>
        <p:sp>
          <p:nvSpPr>
            <p:cNvPr id="1645" name="Google Shape;1645;p75"/>
            <p:cNvSpPr txBox="1"/>
            <p:nvPr/>
          </p:nvSpPr>
          <p:spPr>
            <a:xfrm>
              <a:off x="865" y="1797"/>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B</a:t>
              </a:r>
              <a:endParaRPr/>
            </a:p>
          </p:txBody>
        </p:sp>
        <p:sp>
          <p:nvSpPr>
            <p:cNvPr id="1646" name="Google Shape;1646;p75"/>
            <p:cNvSpPr txBox="1"/>
            <p:nvPr/>
          </p:nvSpPr>
          <p:spPr>
            <a:xfrm>
              <a:off x="865" y="1941"/>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A</a:t>
              </a:r>
              <a:endParaRPr/>
            </a:p>
          </p:txBody>
        </p:sp>
        <p:cxnSp>
          <p:nvCxnSpPr>
            <p:cNvPr id="1647" name="Google Shape;1647;p75"/>
            <p:cNvCxnSpPr/>
            <p:nvPr/>
          </p:nvCxnSpPr>
          <p:spPr>
            <a:xfrm>
              <a:off x="793" y="2085"/>
              <a:ext cx="936" cy="0"/>
            </a:xfrm>
            <a:prstGeom prst="straightConnector1">
              <a:avLst/>
            </a:prstGeom>
            <a:noFill/>
            <a:ln cap="flat" cmpd="sng" w="9525">
              <a:solidFill>
                <a:srgbClr val="000000"/>
              </a:solidFill>
              <a:prstDash val="solid"/>
              <a:miter lim="800000"/>
              <a:headEnd len="med" w="med" type="none"/>
              <a:tailEnd len="med" w="med" type="none"/>
            </a:ln>
          </p:spPr>
        </p:cxnSp>
        <p:sp>
          <p:nvSpPr>
            <p:cNvPr id="1648" name="Google Shape;1648;p75"/>
            <p:cNvSpPr txBox="1"/>
            <p:nvPr/>
          </p:nvSpPr>
          <p:spPr>
            <a:xfrm>
              <a:off x="1153" y="1941"/>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C</a:t>
              </a:r>
              <a:endParaRPr/>
            </a:p>
          </p:txBody>
        </p:sp>
        <p:sp>
          <p:nvSpPr>
            <p:cNvPr id="1649" name="Google Shape;1649;p75"/>
            <p:cNvSpPr txBox="1"/>
            <p:nvPr/>
          </p:nvSpPr>
          <p:spPr>
            <a:xfrm>
              <a:off x="1441" y="1941"/>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a:t>
              </a:r>
              <a:endParaRPr/>
            </a:p>
          </p:txBody>
        </p:sp>
        <p:sp>
          <p:nvSpPr>
            <p:cNvPr id="1650" name="Google Shape;1650;p75"/>
            <p:cNvSpPr txBox="1"/>
            <p:nvPr/>
          </p:nvSpPr>
          <p:spPr>
            <a:xfrm>
              <a:off x="2305" y="1797"/>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C</a:t>
              </a:r>
              <a:endParaRPr/>
            </a:p>
          </p:txBody>
        </p:sp>
        <p:sp>
          <p:nvSpPr>
            <p:cNvPr id="1651" name="Google Shape;1651;p75"/>
            <p:cNvSpPr txBox="1"/>
            <p:nvPr/>
          </p:nvSpPr>
          <p:spPr>
            <a:xfrm>
              <a:off x="2305" y="1941"/>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A</a:t>
              </a:r>
              <a:endParaRPr/>
            </a:p>
          </p:txBody>
        </p:sp>
        <p:cxnSp>
          <p:nvCxnSpPr>
            <p:cNvPr id="1652" name="Google Shape;1652;p75"/>
            <p:cNvCxnSpPr/>
            <p:nvPr/>
          </p:nvCxnSpPr>
          <p:spPr>
            <a:xfrm>
              <a:off x="2161" y="2085"/>
              <a:ext cx="936" cy="0"/>
            </a:xfrm>
            <a:prstGeom prst="straightConnector1">
              <a:avLst/>
            </a:prstGeom>
            <a:noFill/>
            <a:ln cap="flat" cmpd="sng" w="9525">
              <a:solidFill>
                <a:srgbClr val="000000"/>
              </a:solidFill>
              <a:prstDash val="solid"/>
              <a:miter lim="800000"/>
              <a:headEnd len="med" w="med" type="none"/>
              <a:tailEnd len="med" w="med" type="none"/>
            </a:ln>
          </p:spPr>
        </p:cxnSp>
        <p:sp>
          <p:nvSpPr>
            <p:cNvPr id="1653" name="Google Shape;1653;p75"/>
            <p:cNvSpPr txBox="1"/>
            <p:nvPr/>
          </p:nvSpPr>
          <p:spPr>
            <a:xfrm>
              <a:off x="2737" y="1941"/>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a:t>
              </a:r>
              <a:endParaRPr/>
            </a:p>
          </p:txBody>
        </p:sp>
        <p:sp>
          <p:nvSpPr>
            <p:cNvPr id="1654" name="Google Shape;1654;p75"/>
            <p:cNvSpPr txBox="1"/>
            <p:nvPr/>
          </p:nvSpPr>
          <p:spPr>
            <a:xfrm>
              <a:off x="2737" y="1797"/>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B</a:t>
              </a:r>
              <a:endParaRPr/>
            </a:p>
          </p:txBody>
        </p:sp>
        <p:sp>
          <p:nvSpPr>
            <p:cNvPr id="1655" name="Google Shape;1655;p75"/>
            <p:cNvSpPr txBox="1"/>
            <p:nvPr/>
          </p:nvSpPr>
          <p:spPr>
            <a:xfrm>
              <a:off x="2161" y="2157"/>
              <a:ext cx="1218" cy="819"/>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objetivo:</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SOBRE(C,A) ^  SOBRE(B,D)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SOBRELAMESA(A)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SOBRELAMESA(D)</a:t>
              </a:r>
              <a:endParaRPr/>
            </a:p>
            <a:p>
              <a:pPr indent="0" lvl="0" marL="0" marR="0" rtl="0" algn="l">
                <a:lnSpc>
                  <a:spcPct val="100000"/>
                </a:lnSpc>
                <a:spcBef>
                  <a:spcPts val="0"/>
                </a:spcBef>
                <a:spcAft>
                  <a:spcPts val="0"/>
                </a:spcAft>
                <a:buNone/>
              </a:pPr>
              <a:r>
                <a:t/>
              </a:r>
              <a:endParaRPr b="1" i="0" sz="1200" u="none">
                <a:solidFill>
                  <a:schemeClr val="dk1"/>
                </a:solidFill>
                <a:latin typeface="Verdana"/>
                <a:ea typeface="Verdana"/>
                <a:cs typeface="Verdana"/>
                <a:sym typeface="Verdana"/>
              </a:endParaRPr>
            </a:p>
          </p:txBody>
        </p:sp>
      </p:grpSp>
      <p:sp>
        <p:nvSpPr>
          <p:cNvPr id="1656" name="Google Shape;1656;p75"/>
          <p:cNvSpPr txBox="1"/>
          <p:nvPr/>
        </p:nvSpPr>
        <p:spPr>
          <a:xfrm>
            <a:off x="5148262" y="2060575"/>
            <a:ext cx="2808287" cy="43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Posibles soluciones</a:t>
            </a:r>
            <a:endParaRPr/>
          </a:p>
        </p:txBody>
      </p:sp>
      <p:sp>
        <p:nvSpPr>
          <p:cNvPr id="1657" name="Google Shape;1657;p75"/>
          <p:cNvSpPr txBox="1"/>
          <p:nvPr/>
        </p:nvSpPr>
        <p:spPr>
          <a:xfrm>
            <a:off x="5076825" y="2420937"/>
            <a:ext cx="3598862" cy="2303462"/>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658" name="Google Shape;1658;p75"/>
          <p:cNvSpPr txBox="1"/>
          <p:nvPr/>
        </p:nvSpPr>
        <p:spPr>
          <a:xfrm>
            <a:off x="5219700" y="2492375"/>
            <a:ext cx="3240087" cy="100806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SOBRE(C,A)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SOBRE(B,D)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SOBRE(C,A) ^ SOBRE(B,D) ^ SOBM</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1" marL="457200" marR="0" rtl="0" algn="l">
              <a:lnSpc>
                <a:spcPct val="100000"/>
              </a:lnSpc>
              <a:spcBef>
                <a:spcPts val="0"/>
              </a:spcBef>
              <a:spcAft>
                <a:spcPts val="0"/>
              </a:spcAft>
              <a:buClr>
                <a:schemeClr val="dk1"/>
              </a:buClr>
              <a:buSzPts val="1200"/>
              <a:buFont typeface="Verdana"/>
              <a:buNone/>
            </a:pPr>
            <a:r>
              <a:rPr b="1" i="0" lang="en-US" sz="1200" u="none" cap="none" strike="noStrike">
                <a:solidFill>
                  <a:schemeClr val="dk1"/>
                </a:solidFill>
                <a:latin typeface="Verdana"/>
                <a:ea typeface="Verdana"/>
                <a:cs typeface="Verdana"/>
                <a:sym typeface="Verdana"/>
              </a:rPr>
              <a:t>(1)</a:t>
            </a:r>
            <a:endParaRPr/>
          </a:p>
        </p:txBody>
      </p:sp>
      <p:sp>
        <p:nvSpPr>
          <p:cNvPr id="1659" name="Google Shape;1659;p75"/>
          <p:cNvSpPr txBox="1"/>
          <p:nvPr/>
        </p:nvSpPr>
        <p:spPr>
          <a:xfrm>
            <a:off x="5218112" y="3644900"/>
            <a:ext cx="3241675" cy="100806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SOBRE(B,D)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SOBRE(C,A)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SOBRE(C,A) ^ SOBRE(B,D) ^ SOBM</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(2)</a:t>
            </a:r>
            <a:endParaRPr/>
          </a:p>
        </p:txBody>
      </p:sp>
      <p:sp>
        <p:nvSpPr>
          <p:cNvPr id="1660" name="Google Shape;1660;p75"/>
          <p:cNvSpPr txBox="1"/>
          <p:nvPr/>
        </p:nvSpPr>
        <p:spPr>
          <a:xfrm>
            <a:off x="468312" y="5014912"/>
            <a:ext cx="8207375" cy="11509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Se construye una pila de objetivos que contiene tantos de ellos como operadores deben proponerse para poder satisfacerlos</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64" name="Shape 1664"/>
        <p:cNvGrpSpPr/>
        <p:nvPr/>
      </p:nvGrpSpPr>
      <p:grpSpPr>
        <a:xfrm>
          <a:off x="0" y="0"/>
          <a:ext cx="0" cy="0"/>
          <a:chOff x="0" y="0"/>
          <a:chExt cx="0" cy="0"/>
        </a:xfrm>
      </p:grpSpPr>
      <p:sp>
        <p:nvSpPr>
          <p:cNvPr id="1665" name="Google Shape;1665;p76"/>
          <p:cNvSpPr txBox="1"/>
          <p:nvPr/>
        </p:nvSpPr>
        <p:spPr>
          <a:xfrm>
            <a:off x="539750" y="331787"/>
            <a:ext cx="3106737" cy="576262"/>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Eligiendo la Opción (1)</a:t>
            </a:r>
            <a:endParaRPr/>
          </a:p>
        </p:txBody>
      </p:sp>
      <p:sp>
        <p:nvSpPr>
          <p:cNvPr id="1666" name="Google Shape;1666;p76"/>
          <p:cNvSpPr txBox="1"/>
          <p:nvPr/>
        </p:nvSpPr>
        <p:spPr>
          <a:xfrm>
            <a:off x="612775" y="981075"/>
            <a:ext cx="3454400" cy="433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Paso 1: verificar </a:t>
            </a:r>
            <a:r>
              <a:rPr b="1" i="0" lang="en-US" sz="1600" u="none">
                <a:solidFill>
                  <a:srgbClr val="FF0000"/>
                </a:solidFill>
                <a:latin typeface="Arial"/>
                <a:ea typeface="Arial"/>
                <a:cs typeface="Arial"/>
                <a:sym typeface="Arial"/>
              </a:rPr>
              <a:t>SOBRE(C,A)</a:t>
            </a:r>
            <a:endParaRPr/>
          </a:p>
        </p:txBody>
      </p:sp>
      <p:sp>
        <p:nvSpPr>
          <p:cNvPr id="1667" name="Google Shape;1667;p76"/>
          <p:cNvSpPr txBox="1"/>
          <p:nvPr/>
        </p:nvSpPr>
        <p:spPr>
          <a:xfrm>
            <a:off x="684212" y="1343025"/>
            <a:ext cx="3240087" cy="1368425"/>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668" name="Google Shape;1668;p76"/>
          <p:cNvSpPr txBox="1"/>
          <p:nvPr/>
        </p:nvSpPr>
        <p:spPr>
          <a:xfrm>
            <a:off x="4930775" y="836612"/>
            <a:ext cx="3744912" cy="2160587"/>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669" name="Google Shape;1669;p76"/>
          <p:cNvSpPr txBox="1"/>
          <p:nvPr/>
        </p:nvSpPr>
        <p:spPr>
          <a:xfrm>
            <a:off x="755650" y="1414462"/>
            <a:ext cx="3311525"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DESPEJADO(A)</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AGARRADO(C)</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DESPEJADO(A) ^ AGARRADO(C)</a:t>
            </a:r>
            <a:endParaRPr/>
          </a:p>
          <a:p>
            <a:pPr indent="0" lvl="0" marL="0" marR="0" rtl="0" algn="l">
              <a:lnSpc>
                <a:spcPct val="100000"/>
              </a:lnSpc>
              <a:spcBef>
                <a:spcPts val="0"/>
              </a:spcBef>
              <a:spcAft>
                <a:spcPts val="0"/>
              </a:spcAft>
              <a:buClr>
                <a:srgbClr val="FF0000"/>
              </a:buClr>
              <a:buSzPts val="1200"/>
              <a:buFont typeface="Verdana"/>
              <a:buNone/>
            </a:pPr>
            <a:r>
              <a:rPr b="1" i="0" lang="en-US" sz="1200" u="none">
                <a:solidFill>
                  <a:srgbClr val="FF0000"/>
                </a:solidFill>
                <a:latin typeface="Verdana"/>
                <a:ea typeface="Verdana"/>
                <a:cs typeface="Verdana"/>
                <a:sym typeface="Verdana"/>
              </a:rPr>
              <a:t>APILAR(C,A)</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SOBRE(B,D)</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SOBRE(C,A) ^ SOBRE(B,D) ^ SOBM</a:t>
            </a:r>
            <a:endParaRPr/>
          </a:p>
        </p:txBody>
      </p:sp>
      <p:sp>
        <p:nvSpPr>
          <p:cNvPr id="1670" name="Google Shape;1670;p76"/>
          <p:cNvSpPr txBox="1"/>
          <p:nvPr/>
        </p:nvSpPr>
        <p:spPr>
          <a:xfrm>
            <a:off x="5003800" y="836612"/>
            <a:ext cx="3455987" cy="210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SOBRE(B,A)</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DESPEJADO(B)</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BRAZOLIBRE</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SOBRE(B,A) ^ DESPEJADO(B)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BRAZOLIBRE</a:t>
            </a:r>
            <a:endParaRPr/>
          </a:p>
          <a:p>
            <a:pPr indent="0" lvl="0" marL="0" marR="0" rtl="0" algn="l">
              <a:lnSpc>
                <a:spcPct val="100000"/>
              </a:lnSpc>
              <a:spcBef>
                <a:spcPts val="0"/>
              </a:spcBef>
              <a:spcAft>
                <a:spcPts val="0"/>
              </a:spcAft>
              <a:buClr>
                <a:srgbClr val="FF0000"/>
              </a:buClr>
              <a:buSzPts val="1200"/>
              <a:buFont typeface="Verdana"/>
              <a:buNone/>
            </a:pPr>
            <a:r>
              <a:rPr b="1" i="0" lang="en-US" sz="1200" u="none">
                <a:solidFill>
                  <a:srgbClr val="FF0000"/>
                </a:solidFill>
                <a:latin typeface="Verdana"/>
                <a:ea typeface="Verdana"/>
                <a:cs typeface="Verdana"/>
                <a:sym typeface="Verdana"/>
              </a:rPr>
              <a:t>DESAPILAR(B,A)</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AGARRADO(C)</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DESPEJADO(A) ^ AGARRADO(C)</a:t>
            </a:r>
            <a:endParaRPr/>
          </a:p>
          <a:p>
            <a:pPr indent="0" lvl="0" marL="0" marR="0" rtl="0" algn="l">
              <a:lnSpc>
                <a:spcPct val="100000"/>
              </a:lnSpc>
              <a:spcBef>
                <a:spcPts val="0"/>
              </a:spcBef>
              <a:spcAft>
                <a:spcPts val="0"/>
              </a:spcAft>
              <a:buClr>
                <a:srgbClr val="FF0000"/>
              </a:buClr>
              <a:buSzPts val="1200"/>
              <a:buFont typeface="Verdana"/>
              <a:buNone/>
            </a:pPr>
            <a:r>
              <a:rPr b="1" i="0" lang="en-US" sz="1200" u="none">
                <a:solidFill>
                  <a:srgbClr val="FF0000"/>
                </a:solidFill>
                <a:latin typeface="Verdana"/>
                <a:ea typeface="Verdana"/>
                <a:cs typeface="Verdana"/>
                <a:sym typeface="Verdana"/>
              </a:rPr>
              <a:t>APILAR(C,A)</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SOBRE(B,D)</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SOBRE(C,A) ^ SOBRE(B,D) ^ SOBM</a:t>
            </a:r>
            <a:endParaRPr/>
          </a:p>
        </p:txBody>
      </p:sp>
      <p:sp>
        <p:nvSpPr>
          <p:cNvPr id="1671" name="Google Shape;1671;p76"/>
          <p:cNvSpPr txBox="1"/>
          <p:nvPr/>
        </p:nvSpPr>
        <p:spPr>
          <a:xfrm>
            <a:off x="4859337" y="404812"/>
            <a:ext cx="3454400" cy="433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Paso 2: verificar </a:t>
            </a:r>
            <a:r>
              <a:rPr b="1" i="0" lang="en-US" sz="1600" u="none">
                <a:solidFill>
                  <a:srgbClr val="FF0000"/>
                </a:solidFill>
                <a:latin typeface="Arial"/>
                <a:ea typeface="Arial"/>
                <a:cs typeface="Arial"/>
                <a:sym typeface="Arial"/>
              </a:rPr>
              <a:t>DESPEJADO(A)</a:t>
            </a:r>
            <a:endParaRPr/>
          </a:p>
        </p:txBody>
      </p:sp>
      <p:sp>
        <p:nvSpPr>
          <p:cNvPr id="1672" name="Google Shape;1672;p76"/>
          <p:cNvSpPr txBox="1"/>
          <p:nvPr/>
        </p:nvSpPr>
        <p:spPr>
          <a:xfrm>
            <a:off x="755650" y="3586162"/>
            <a:ext cx="3095625" cy="2292350"/>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673" name="Google Shape;1673;p76"/>
          <p:cNvSpPr txBox="1"/>
          <p:nvPr/>
        </p:nvSpPr>
        <p:spPr>
          <a:xfrm>
            <a:off x="684212" y="3141662"/>
            <a:ext cx="3454400" cy="433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Paso 3: verificar </a:t>
            </a:r>
            <a:r>
              <a:rPr b="1" i="0" lang="en-US" sz="1600" u="none">
                <a:solidFill>
                  <a:srgbClr val="FF0000"/>
                </a:solidFill>
                <a:latin typeface="Arial"/>
                <a:ea typeface="Arial"/>
                <a:cs typeface="Arial"/>
                <a:sym typeface="Arial"/>
              </a:rPr>
              <a:t>AGARRADO(C)</a:t>
            </a:r>
            <a:endParaRPr/>
          </a:p>
        </p:txBody>
      </p:sp>
      <p:sp>
        <p:nvSpPr>
          <p:cNvPr id="1674" name="Google Shape;1674;p76"/>
          <p:cNvSpPr txBox="1"/>
          <p:nvPr/>
        </p:nvSpPr>
        <p:spPr>
          <a:xfrm>
            <a:off x="765175" y="3573462"/>
            <a:ext cx="3095625" cy="230505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SOBRELAMESA(C)</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DESPEJADO(C)</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BRAZOLIBRE</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SOBRELAMESA(C)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DESPEJADO(C) ^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BRAZOLIBRE</a:t>
            </a:r>
            <a:endParaRPr/>
          </a:p>
          <a:p>
            <a:pPr indent="0" lvl="0" marL="0" marR="0" rtl="0" algn="l">
              <a:lnSpc>
                <a:spcPct val="100000"/>
              </a:lnSpc>
              <a:spcBef>
                <a:spcPts val="0"/>
              </a:spcBef>
              <a:spcAft>
                <a:spcPts val="0"/>
              </a:spcAft>
              <a:buClr>
                <a:srgbClr val="FF0000"/>
              </a:buClr>
              <a:buSzPts val="1200"/>
              <a:buFont typeface="Verdana"/>
              <a:buNone/>
            </a:pPr>
            <a:r>
              <a:rPr b="1" i="0" lang="en-US" sz="1200" u="none">
                <a:solidFill>
                  <a:srgbClr val="FF0000"/>
                </a:solidFill>
                <a:latin typeface="Verdana"/>
                <a:ea typeface="Verdana"/>
                <a:cs typeface="Verdana"/>
                <a:sym typeface="Verdana"/>
              </a:rPr>
              <a:t>TOMAR(C)</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DESPEJADO(A) ^ AGARRADO(C)</a:t>
            </a:r>
            <a:r>
              <a:rPr b="1" i="0" lang="en-US" sz="1200" u="none">
                <a:solidFill>
                  <a:schemeClr val="lt1"/>
                </a:solidFill>
                <a:latin typeface="Verdana"/>
                <a:ea typeface="Verdana"/>
                <a:cs typeface="Verdana"/>
                <a:sym typeface="Verdana"/>
              </a:rPr>
              <a:t>)</a:t>
            </a:r>
            <a:endParaRPr/>
          </a:p>
          <a:p>
            <a:pPr indent="0" lvl="0" marL="0" marR="0" rtl="0" algn="l">
              <a:lnSpc>
                <a:spcPct val="100000"/>
              </a:lnSpc>
              <a:spcBef>
                <a:spcPts val="0"/>
              </a:spcBef>
              <a:spcAft>
                <a:spcPts val="0"/>
              </a:spcAft>
              <a:buClr>
                <a:srgbClr val="FF0000"/>
              </a:buClr>
              <a:buSzPts val="1200"/>
              <a:buFont typeface="Verdana"/>
              <a:buNone/>
            </a:pPr>
            <a:r>
              <a:rPr b="1" i="0" lang="en-US" sz="1200" u="none">
                <a:solidFill>
                  <a:srgbClr val="FF0000"/>
                </a:solidFill>
                <a:latin typeface="Verdana"/>
                <a:ea typeface="Verdana"/>
                <a:cs typeface="Verdana"/>
                <a:sym typeface="Verdana"/>
              </a:rPr>
              <a:t>APILAR(C,A)</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SOBRE(B,D)</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SOBRE(C,A) ^ SOBRE(B,D)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SOBM</a:t>
            </a:r>
            <a:endParaRPr/>
          </a:p>
          <a:p>
            <a:pPr indent="0" lvl="0" marL="0" marR="0" rtl="0" algn="l">
              <a:lnSpc>
                <a:spcPct val="100000"/>
              </a:lnSpc>
              <a:spcBef>
                <a:spcPts val="0"/>
              </a:spcBef>
              <a:spcAft>
                <a:spcPts val="0"/>
              </a:spcAft>
              <a:buNone/>
            </a:pPr>
            <a:r>
              <a:t/>
            </a:r>
            <a:endParaRPr b="1" i="0" sz="1200" u="none">
              <a:solidFill>
                <a:schemeClr val="dk1"/>
              </a:solidFill>
              <a:latin typeface="Verdana"/>
              <a:ea typeface="Verdana"/>
              <a:cs typeface="Verdana"/>
              <a:sym typeface="Verdana"/>
            </a:endParaRPr>
          </a:p>
        </p:txBody>
      </p:sp>
      <p:sp>
        <p:nvSpPr>
          <p:cNvPr id="1675" name="Google Shape;1675;p76"/>
          <p:cNvSpPr/>
          <p:nvPr/>
        </p:nvSpPr>
        <p:spPr>
          <a:xfrm>
            <a:off x="4572000" y="1700212"/>
            <a:ext cx="468312" cy="433387"/>
          </a:xfrm>
          <a:prstGeom prst="ellipse">
            <a:avLst/>
          </a:prstGeom>
          <a:solidFill>
            <a:srgbClr val="99CCFF"/>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1</a:t>
            </a:r>
            <a:endParaRPr/>
          </a:p>
        </p:txBody>
      </p:sp>
      <p:sp>
        <p:nvSpPr>
          <p:cNvPr id="1676" name="Google Shape;1676;p76"/>
          <p:cNvSpPr txBox="1"/>
          <p:nvPr/>
        </p:nvSpPr>
        <p:spPr>
          <a:xfrm>
            <a:off x="4932362" y="3573462"/>
            <a:ext cx="3743325" cy="2305050"/>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677" name="Google Shape;1677;p76"/>
          <p:cNvSpPr txBox="1"/>
          <p:nvPr/>
        </p:nvSpPr>
        <p:spPr>
          <a:xfrm>
            <a:off x="5003800" y="3644900"/>
            <a:ext cx="3455987" cy="2124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DESPEJADO(D)</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AGARRADO(B)</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DESPEJADO(D) ^ AGARRADO(B)</a:t>
            </a:r>
            <a:endParaRPr/>
          </a:p>
          <a:p>
            <a:pPr indent="0" lvl="0" marL="0" marR="0" rtl="0" algn="l">
              <a:lnSpc>
                <a:spcPct val="100000"/>
              </a:lnSpc>
              <a:spcBef>
                <a:spcPts val="0"/>
              </a:spcBef>
              <a:spcAft>
                <a:spcPts val="0"/>
              </a:spcAft>
              <a:buClr>
                <a:srgbClr val="FF0000"/>
              </a:buClr>
              <a:buSzPts val="1200"/>
              <a:buFont typeface="Verdana"/>
              <a:buNone/>
            </a:pPr>
            <a:r>
              <a:rPr b="1" i="0" lang="en-US" sz="1200" u="none">
                <a:solidFill>
                  <a:srgbClr val="FF0000"/>
                </a:solidFill>
                <a:latin typeface="Verdana"/>
                <a:ea typeface="Verdana"/>
                <a:cs typeface="Verdana"/>
                <a:sym typeface="Verdana"/>
              </a:rPr>
              <a:t>APILAR(B,D)</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SOBRELAMESA(C) ^ DESPEJADO(C) ^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BRAZOLIBRE</a:t>
            </a:r>
            <a:endParaRPr/>
          </a:p>
          <a:p>
            <a:pPr indent="0" lvl="0" marL="0" marR="0" rtl="0" algn="l">
              <a:lnSpc>
                <a:spcPct val="100000"/>
              </a:lnSpc>
              <a:spcBef>
                <a:spcPts val="0"/>
              </a:spcBef>
              <a:spcAft>
                <a:spcPts val="0"/>
              </a:spcAft>
              <a:buClr>
                <a:srgbClr val="FF0000"/>
              </a:buClr>
              <a:buSzPts val="1200"/>
              <a:buFont typeface="Verdana"/>
              <a:buNone/>
            </a:pPr>
            <a:r>
              <a:rPr b="1" i="0" lang="en-US" sz="1200" u="none">
                <a:solidFill>
                  <a:srgbClr val="FF0000"/>
                </a:solidFill>
                <a:latin typeface="Verdana"/>
                <a:ea typeface="Verdana"/>
                <a:cs typeface="Verdana"/>
                <a:sym typeface="Verdana"/>
              </a:rPr>
              <a:t>TOMAR(C)</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DESPEJADO(A) ^ AGARRADO(C)</a:t>
            </a:r>
            <a:endParaRPr/>
          </a:p>
          <a:p>
            <a:pPr indent="0" lvl="0" marL="0" marR="0" rtl="0" algn="l">
              <a:lnSpc>
                <a:spcPct val="100000"/>
              </a:lnSpc>
              <a:spcBef>
                <a:spcPts val="0"/>
              </a:spcBef>
              <a:spcAft>
                <a:spcPts val="0"/>
              </a:spcAft>
              <a:buClr>
                <a:srgbClr val="FF0000"/>
              </a:buClr>
              <a:buSzPts val="1200"/>
              <a:buFont typeface="Verdana"/>
              <a:buNone/>
            </a:pPr>
            <a:r>
              <a:rPr b="1" i="0" lang="en-US" sz="1200" u="none">
                <a:solidFill>
                  <a:srgbClr val="FF0000"/>
                </a:solidFill>
                <a:latin typeface="Verdana"/>
                <a:ea typeface="Verdana"/>
                <a:cs typeface="Verdana"/>
                <a:sym typeface="Verdana"/>
              </a:rPr>
              <a:t>APILAR(C,A)</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SOBRE(B,D)</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SOBRE(C,A) ^ SOBRE(B,D) ^ SOBM</a:t>
            </a:r>
            <a:endParaRPr/>
          </a:p>
        </p:txBody>
      </p:sp>
      <p:sp>
        <p:nvSpPr>
          <p:cNvPr id="1678" name="Google Shape;1678;p76"/>
          <p:cNvSpPr txBox="1"/>
          <p:nvPr/>
        </p:nvSpPr>
        <p:spPr>
          <a:xfrm>
            <a:off x="4862512" y="3211512"/>
            <a:ext cx="3454400" cy="433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Paso 4: verificar </a:t>
            </a:r>
            <a:r>
              <a:rPr b="1" i="0" lang="en-US" sz="1600" u="none">
                <a:solidFill>
                  <a:srgbClr val="FF0000"/>
                </a:solidFill>
                <a:latin typeface="Arial"/>
                <a:ea typeface="Arial"/>
                <a:cs typeface="Arial"/>
                <a:sym typeface="Arial"/>
              </a:rPr>
              <a:t>BRAZOLIBRE</a:t>
            </a:r>
            <a:endParaRPr/>
          </a:p>
        </p:txBody>
      </p:sp>
      <p:sp>
        <p:nvSpPr>
          <p:cNvPr id="1679" name="Google Shape;1679;p76"/>
          <p:cNvSpPr/>
          <p:nvPr/>
        </p:nvSpPr>
        <p:spPr>
          <a:xfrm>
            <a:off x="4572000" y="4076700"/>
            <a:ext cx="468312" cy="433387"/>
          </a:xfrm>
          <a:prstGeom prst="ellipse">
            <a:avLst/>
          </a:prstGeom>
          <a:solidFill>
            <a:srgbClr val="99CCFF"/>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2</a:t>
            </a:r>
            <a:endParaRPr/>
          </a:p>
        </p:txBody>
      </p:sp>
      <p:sp>
        <p:nvSpPr>
          <p:cNvPr id="1680" name="Google Shape;1680;p76"/>
          <p:cNvSpPr/>
          <p:nvPr/>
        </p:nvSpPr>
        <p:spPr>
          <a:xfrm>
            <a:off x="4572000" y="4581525"/>
            <a:ext cx="468312" cy="433387"/>
          </a:xfrm>
          <a:prstGeom prst="ellipse">
            <a:avLst/>
          </a:prstGeom>
          <a:solidFill>
            <a:srgbClr val="99CCFF"/>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3</a:t>
            </a:r>
            <a:endParaRPr/>
          </a:p>
        </p:txBody>
      </p:sp>
      <p:sp>
        <p:nvSpPr>
          <p:cNvPr id="1681" name="Google Shape;1681;p76"/>
          <p:cNvSpPr/>
          <p:nvPr/>
        </p:nvSpPr>
        <p:spPr>
          <a:xfrm>
            <a:off x="4572000" y="5083175"/>
            <a:ext cx="468312" cy="433387"/>
          </a:xfrm>
          <a:prstGeom prst="ellipse">
            <a:avLst/>
          </a:prstGeom>
          <a:solidFill>
            <a:srgbClr val="99CCFF"/>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4</a:t>
            </a:r>
            <a:endParaRPr/>
          </a:p>
        </p:txBody>
      </p:sp>
      <p:sp>
        <p:nvSpPr>
          <p:cNvPr id="1682" name="Google Shape;1682;p76"/>
          <p:cNvSpPr/>
          <p:nvPr/>
        </p:nvSpPr>
        <p:spPr>
          <a:xfrm>
            <a:off x="4211637" y="1268412"/>
            <a:ext cx="431800" cy="287337"/>
          </a:xfrm>
          <a:prstGeom prst="rightArrow">
            <a:avLst>
              <a:gd fmla="val 50000" name="adj1"/>
              <a:gd fmla="val 50000" name="adj2"/>
            </a:avLst>
          </a:prstGeom>
          <a:solidFill>
            <a:srgbClr val="FF0000"/>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683" name="Google Shape;1683;p76"/>
          <p:cNvSpPr/>
          <p:nvPr/>
        </p:nvSpPr>
        <p:spPr>
          <a:xfrm rot="8700000">
            <a:off x="4067175" y="3141662"/>
            <a:ext cx="647700" cy="287337"/>
          </a:xfrm>
          <a:prstGeom prst="rightArrow">
            <a:avLst>
              <a:gd fmla="val 50000" name="adj1"/>
              <a:gd fmla="val 50000" name="adj2"/>
            </a:avLst>
          </a:prstGeom>
          <a:solidFill>
            <a:srgbClr val="FF0000"/>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684" name="Google Shape;1684;p76"/>
          <p:cNvSpPr/>
          <p:nvPr/>
        </p:nvSpPr>
        <p:spPr>
          <a:xfrm>
            <a:off x="4067175" y="4652962"/>
            <a:ext cx="431800" cy="287337"/>
          </a:xfrm>
          <a:prstGeom prst="rightArrow">
            <a:avLst>
              <a:gd fmla="val 50000" name="adj1"/>
              <a:gd fmla="val 50000" name="adj2"/>
            </a:avLst>
          </a:prstGeom>
          <a:solidFill>
            <a:srgbClr val="FF0000"/>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88" name="Shape 1688"/>
        <p:cNvGrpSpPr/>
        <p:nvPr/>
      </p:nvGrpSpPr>
      <p:grpSpPr>
        <a:xfrm>
          <a:off x="0" y="0"/>
          <a:ext cx="0" cy="0"/>
          <a:chOff x="0" y="0"/>
          <a:chExt cx="0" cy="0"/>
        </a:xfrm>
      </p:grpSpPr>
      <p:sp>
        <p:nvSpPr>
          <p:cNvPr id="1689" name="Google Shape;1689;p77"/>
          <p:cNvSpPr txBox="1"/>
          <p:nvPr>
            <p:ph type="title"/>
          </p:nvPr>
        </p:nvSpPr>
        <p:spPr>
          <a:xfrm>
            <a:off x="503237" y="260350"/>
            <a:ext cx="7669212" cy="135413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Planificación no lineal mediante           fijación de restricciones</a:t>
            </a:r>
            <a:endParaRPr/>
          </a:p>
        </p:txBody>
      </p:sp>
      <p:sp>
        <p:nvSpPr>
          <p:cNvPr id="1690" name="Google Shape;1690;p77"/>
          <p:cNvSpPr txBox="1"/>
          <p:nvPr/>
        </p:nvSpPr>
        <p:spPr>
          <a:xfrm>
            <a:off x="323850" y="5014912"/>
            <a:ext cx="8424862" cy="11509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Se construye un plan con operadores, ordenados parcialmente, que no siguen una secuencia lineal de subplanes</a:t>
            </a:r>
            <a:endParaRPr/>
          </a:p>
        </p:txBody>
      </p:sp>
      <p:sp>
        <p:nvSpPr>
          <p:cNvPr id="1691" name="Google Shape;1691;p77"/>
          <p:cNvSpPr txBox="1"/>
          <p:nvPr/>
        </p:nvSpPr>
        <p:spPr>
          <a:xfrm>
            <a:off x="541337" y="2133600"/>
            <a:ext cx="3960812" cy="2232025"/>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1692" name="Google Shape;1692;p77"/>
          <p:cNvGrpSpPr/>
          <p:nvPr/>
        </p:nvGrpSpPr>
        <p:grpSpPr>
          <a:xfrm>
            <a:off x="614362" y="2205037"/>
            <a:ext cx="3813175" cy="2016125"/>
            <a:chOff x="1111" y="1162"/>
            <a:chExt cx="2404" cy="1270"/>
          </a:xfrm>
        </p:grpSpPr>
        <p:sp>
          <p:nvSpPr>
            <p:cNvPr id="1693" name="Google Shape;1693;p77"/>
            <p:cNvSpPr txBox="1"/>
            <p:nvPr/>
          </p:nvSpPr>
          <p:spPr>
            <a:xfrm>
              <a:off x="1111" y="1666"/>
              <a:ext cx="1270" cy="766"/>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Inicio: </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SOBRE(C,A)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SOBRELAMESA(A)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SOBRELAMESA(B)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BRAZOLIBRE</a:t>
              </a:r>
              <a:endParaRPr/>
            </a:p>
          </p:txBody>
        </p:sp>
        <p:sp>
          <p:nvSpPr>
            <p:cNvPr id="1694" name="Google Shape;1694;p77"/>
            <p:cNvSpPr txBox="1"/>
            <p:nvPr/>
          </p:nvSpPr>
          <p:spPr>
            <a:xfrm>
              <a:off x="1375" y="1306"/>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C</a:t>
              </a:r>
              <a:endParaRPr/>
            </a:p>
          </p:txBody>
        </p:sp>
        <p:sp>
          <p:nvSpPr>
            <p:cNvPr id="1695" name="Google Shape;1695;p77"/>
            <p:cNvSpPr txBox="1"/>
            <p:nvPr/>
          </p:nvSpPr>
          <p:spPr>
            <a:xfrm>
              <a:off x="1375" y="1450"/>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A</a:t>
              </a:r>
              <a:endParaRPr/>
            </a:p>
          </p:txBody>
        </p:sp>
        <p:cxnSp>
          <p:nvCxnSpPr>
            <p:cNvPr id="1696" name="Google Shape;1696;p77"/>
            <p:cNvCxnSpPr/>
            <p:nvPr/>
          </p:nvCxnSpPr>
          <p:spPr>
            <a:xfrm>
              <a:off x="1111" y="1594"/>
              <a:ext cx="936" cy="1"/>
            </a:xfrm>
            <a:prstGeom prst="straightConnector1">
              <a:avLst/>
            </a:prstGeom>
            <a:noFill/>
            <a:ln cap="flat" cmpd="sng" w="9525">
              <a:solidFill>
                <a:srgbClr val="000000"/>
              </a:solidFill>
              <a:prstDash val="solid"/>
              <a:miter lim="800000"/>
              <a:headEnd len="med" w="med" type="none"/>
              <a:tailEnd len="med" w="med" type="none"/>
            </a:ln>
          </p:spPr>
        </p:cxnSp>
        <p:sp>
          <p:nvSpPr>
            <p:cNvPr id="1697" name="Google Shape;1697;p77"/>
            <p:cNvSpPr txBox="1"/>
            <p:nvPr/>
          </p:nvSpPr>
          <p:spPr>
            <a:xfrm>
              <a:off x="1663" y="1450"/>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B</a:t>
              </a:r>
              <a:endParaRPr/>
            </a:p>
          </p:txBody>
        </p:sp>
        <p:sp>
          <p:nvSpPr>
            <p:cNvPr id="1698" name="Google Shape;1698;p77"/>
            <p:cNvSpPr txBox="1"/>
            <p:nvPr/>
          </p:nvSpPr>
          <p:spPr>
            <a:xfrm>
              <a:off x="2815" y="1450"/>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C</a:t>
              </a:r>
              <a:endParaRPr/>
            </a:p>
          </p:txBody>
        </p:sp>
        <p:sp>
          <p:nvSpPr>
            <p:cNvPr id="1699" name="Google Shape;1699;p77"/>
            <p:cNvSpPr txBox="1"/>
            <p:nvPr/>
          </p:nvSpPr>
          <p:spPr>
            <a:xfrm>
              <a:off x="2815" y="1162"/>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A</a:t>
              </a:r>
              <a:endParaRPr/>
            </a:p>
          </p:txBody>
        </p:sp>
        <p:cxnSp>
          <p:nvCxnSpPr>
            <p:cNvPr id="1700" name="Google Shape;1700;p77"/>
            <p:cNvCxnSpPr/>
            <p:nvPr/>
          </p:nvCxnSpPr>
          <p:spPr>
            <a:xfrm>
              <a:off x="2479" y="1594"/>
              <a:ext cx="936" cy="1"/>
            </a:xfrm>
            <a:prstGeom prst="straightConnector1">
              <a:avLst/>
            </a:prstGeom>
            <a:noFill/>
            <a:ln cap="flat" cmpd="sng" w="9525">
              <a:solidFill>
                <a:srgbClr val="000000"/>
              </a:solidFill>
              <a:prstDash val="solid"/>
              <a:miter lim="800000"/>
              <a:headEnd len="med" w="med" type="none"/>
              <a:tailEnd len="med" w="med" type="none"/>
            </a:ln>
          </p:spPr>
        </p:cxnSp>
        <p:sp>
          <p:nvSpPr>
            <p:cNvPr id="1701" name="Google Shape;1701;p77"/>
            <p:cNvSpPr txBox="1"/>
            <p:nvPr/>
          </p:nvSpPr>
          <p:spPr>
            <a:xfrm>
              <a:off x="2815" y="1306"/>
              <a:ext cx="216" cy="14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B</a:t>
              </a:r>
              <a:endParaRPr/>
            </a:p>
          </p:txBody>
        </p:sp>
        <p:sp>
          <p:nvSpPr>
            <p:cNvPr id="1702" name="Google Shape;1702;p77"/>
            <p:cNvSpPr txBox="1"/>
            <p:nvPr/>
          </p:nvSpPr>
          <p:spPr>
            <a:xfrm>
              <a:off x="2426" y="1661"/>
              <a:ext cx="1089" cy="589"/>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objetivo:</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SOBRE(A,B) ^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SOBRE(B,C)</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a:t>
              </a:r>
              <a:endParaRPr/>
            </a:p>
          </p:txBody>
        </p:sp>
      </p:grpSp>
      <p:sp>
        <p:nvSpPr>
          <p:cNvPr id="1703" name="Google Shape;1703;p77"/>
          <p:cNvSpPr txBox="1"/>
          <p:nvPr/>
        </p:nvSpPr>
        <p:spPr>
          <a:xfrm>
            <a:off x="468312" y="1700212"/>
            <a:ext cx="3313112" cy="3603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Anomalía de Sussman</a:t>
            </a:r>
            <a:endParaRPr/>
          </a:p>
        </p:txBody>
      </p:sp>
      <p:sp>
        <p:nvSpPr>
          <p:cNvPr id="1704" name="Google Shape;1704;p77"/>
          <p:cNvSpPr txBox="1"/>
          <p:nvPr/>
        </p:nvSpPr>
        <p:spPr>
          <a:xfrm>
            <a:off x="5003800" y="1700212"/>
            <a:ext cx="2808287" cy="43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Posibles soluciones</a:t>
            </a:r>
            <a:endParaRPr/>
          </a:p>
        </p:txBody>
      </p:sp>
      <p:sp>
        <p:nvSpPr>
          <p:cNvPr id="1705" name="Google Shape;1705;p77"/>
          <p:cNvSpPr txBox="1"/>
          <p:nvPr/>
        </p:nvSpPr>
        <p:spPr>
          <a:xfrm>
            <a:off x="5003800" y="2133600"/>
            <a:ext cx="3600450" cy="1511300"/>
          </a:xfrm>
          <a:prstGeom prst="rect">
            <a:avLst/>
          </a:prstGeom>
          <a:solidFill>
            <a:schemeClr val="lt1"/>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grpSp>
        <p:nvGrpSpPr>
          <p:cNvPr id="1706" name="Google Shape;1706;p77"/>
          <p:cNvGrpSpPr/>
          <p:nvPr/>
        </p:nvGrpSpPr>
        <p:grpSpPr>
          <a:xfrm>
            <a:off x="5337175" y="2349500"/>
            <a:ext cx="3195637" cy="1157287"/>
            <a:chOff x="3271" y="1614"/>
            <a:chExt cx="2013" cy="729"/>
          </a:xfrm>
        </p:grpSpPr>
        <p:sp>
          <p:nvSpPr>
            <p:cNvPr id="1707" name="Google Shape;1707;p77"/>
            <p:cNvSpPr txBox="1"/>
            <p:nvPr/>
          </p:nvSpPr>
          <p:spPr>
            <a:xfrm>
              <a:off x="3271" y="1614"/>
              <a:ext cx="925" cy="72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SOBRE(A,B)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SOBRE(B,C)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SOBRE(A,B) ^ SOBRE(B,C)</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(1)</a:t>
              </a:r>
              <a:endParaRPr/>
            </a:p>
          </p:txBody>
        </p:sp>
        <p:sp>
          <p:nvSpPr>
            <p:cNvPr id="1708" name="Google Shape;1708;p77"/>
            <p:cNvSpPr txBox="1"/>
            <p:nvPr/>
          </p:nvSpPr>
          <p:spPr>
            <a:xfrm>
              <a:off x="4332" y="1616"/>
              <a:ext cx="952" cy="72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SOBRE(B,C)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SOBRE(A,B) </a:t>
              </a:r>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SOBRE(A,B) ^ SOBRE(B,C)</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200"/>
                <a:buFont typeface="Verdana"/>
                <a:buNone/>
              </a:pPr>
              <a:r>
                <a:rPr b="1" i="0" lang="en-US" sz="1200" u="none">
                  <a:solidFill>
                    <a:schemeClr val="dk1"/>
                  </a:solidFill>
                  <a:latin typeface="Verdana"/>
                  <a:ea typeface="Verdana"/>
                  <a:cs typeface="Verdana"/>
                  <a:sym typeface="Verdana"/>
                </a:rPr>
                <a:t>        (2)</a:t>
              </a:r>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12" name="Shape 1712"/>
        <p:cNvGrpSpPr/>
        <p:nvPr/>
      </p:nvGrpSpPr>
      <p:grpSpPr>
        <a:xfrm>
          <a:off x="0" y="0"/>
          <a:ext cx="0" cy="0"/>
          <a:chOff x="0" y="0"/>
          <a:chExt cx="0" cy="0"/>
        </a:xfrm>
      </p:grpSpPr>
      <p:sp>
        <p:nvSpPr>
          <p:cNvPr id="1713" name="Google Shape;1713;p78"/>
          <p:cNvSpPr txBox="1"/>
          <p:nvPr/>
        </p:nvSpPr>
        <p:spPr>
          <a:xfrm>
            <a:off x="539750" y="331787"/>
            <a:ext cx="3106737" cy="576262"/>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Eligiendo la Opción (1)</a:t>
            </a:r>
            <a:endParaRPr/>
          </a:p>
        </p:txBody>
      </p:sp>
      <p:sp>
        <p:nvSpPr>
          <p:cNvPr id="1714" name="Google Shape;1714;p78"/>
          <p:cNvSpPr txBox="1"/>
          <p:nvPr/>
        </p:nvSpPr>
        <p:spPr>
          <a:xfrm>
            <a:off x="611187" y="836612"/>
            <a:ext cx="3600450" cy="25193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715" name="Google Shape;1715;p78"/>
          <p:cNvSpPr txBox="1"/>
          <p:nvPr/>
        </p:nvSpPr>
        <p:spPr>
          <a:xfrm>
            <a:off x="755650" y="900112"/>
            <a:ext cx="3529012" cy="2312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Se desapila C de A</a:t>
            </a:r>
            <a:endParaRPr/>
          </a:p>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Se logra: </a:t>
            </a:r>
            <a:r>
              <a:rPr b="1" i="0" lang="en-US" sz="1200" u="none">
                <a:solidFill>
                  <a:srgbClr val="FF0000"/>
                </a:solidFill>
                <a:latin typeface="Verdana"/>
                <a:ea typeface="Verdana"/>
                <a:cs typeface="Verdana"/>
                <a:sym typeface="Verdana"/>
              </a:rPr>
              <a:t>SOBRE(A,B)</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lt1"/>
              </a:solidFill>
              <a:latin typeface="Verdana"/>
              <a:ea typeface="Verdana"/>
              <a:cs typeface="Verdana"/>
              <a:sym typeface="Verdana"/>
            </a:endParaRPr>
          </a:p>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Se desapila A de B</a:t>
            </a:r>
            <a:endParaRPr/>
          </a:p>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Se logra: </a:t>
            </a:r>
            <a:r>
              <a:rPr b="1" i="0" lang="en-US" sz="1200" u="none">
                <a:solidFill>
                  <a:srgbClr val="FF0000"/>
                </a:solidFill>
                <a:latin typeface="Verdana"/>
                <a:ea typeface="Verdana"/>
                <a:cs typeface="Verdana"/>
                <a:sym typeface="Verdana"/>
              </a:rPr>
              <a:t>SOBRE(B,C)</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lt1"/>
              </a:solidFill>
              <a:latin typeface="Verdana"/>
              <a:ea typeface="Verdana"/>
              <a:cs typeface="Verdana"/>
              <a:sym typeface="Verdana"/>
            </a:endParaRPr>
          </a:p>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Se evalúa SOBRE(A,B) ^ SOBRE(B,C)</a:t>
            </a:r>
            <a:endParaRPr/>
          </a:p>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Se debe volver a intentar SOBRE(A,B)</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chemeClr val="lt1"/>
              </a:solidFill>
              <a:latin typeface="Verdana"/>
              <a:ea typeface="Verdana"/>
              <a:cs typeface="Verdana"/>
              <a:sym typeface="Verdana"/>
            </a:endParaRPr>
          </a:p>
          <a:p>
            <a:pPr indent="0" lvl="0" marL="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Se logra: </a:t>
            </a:r>
            <a:r>
              <a:rPr b="1" i="0" lang="en-US" sz="1200" u="none">
                <a:solidFill>
                  <a:srgbClr val="FF0000"/>
                </a:solidFill>
                <a:latin typeface="Verdana"/>
                <a:ea typeface="Verdana"/>
                <a:cs typeface="Verdana"/>
                <a:sym typeface="Verdana"/>
              </a:rPr>
              <a:t>SOBRE(A,B)</a:t>
            </a:r>
            <a:endParaRPr/>
          </a:p>
          <a:p>
            <a:pPr indent="0" lvl="0" marL="0" marR="0" rtl="0" algn="l">
              <a:lnSpc>
                <a:spcPct val="100000"/>
              </a:lnSpc>
              <a:spcBef>
                <a:spcPts val="0"/>
              </a:spcBef>
              <a:spcAft>
                <a:spcPts val="0"/>
              </a:spcAft>
              <a:buClr>
                <a:schemeClr val="lt1"/>
              </a:buClr>
              <a:buSzPts val="1200"/>
              <a:buFont typeface="Arial"/>
              <a:buNone/>
            </a:pPr>
            <a:r>
              <a:t/>
            </a:r>
            <a:endParaRPr b="1" i="0" sz="1200" u="none">
              <a:solidFill>
                <a:srgbClr val="FF0000"/>
              </a:solidFill>
              <a:latin typeface="Verdana"/>
              <a:ea typeface="Verdana"/>
              <a:cs typeface="Verdana"/>
              <a:sym typeface="Verdana"/>
            </a:endParaRPr>
          </a:p>
          <a:p>
            <a:pPr indent="0" lvl="0" marL="0" marR="0" rtl="0" algn="l">
              <a:lnSpc>
                <a:spcPct val="100000"/>
              </a:lnSpc>
              <a:spcBef>
                <a:spcPts val="0"/>
              </a:spcBef>
              <a:spcAft>
                <a:spcPts val="0"/>
              </a:spcAft>
              <a:buClr>
                <a:srgbClr val="FF0000"/>
              </a:buClr>
              <a:buSzPts val="1400"/>
              <a:buFont typeface="Verdana"/>
              <a:buNone/>
            </a:pPr>
            <a:r>
              <a:rPr b="1" i="0" lang="en-US" sz="1400" u="none">
                <a:solidFill>
                  <a:srgbClr val="FF0000"/>
                </a:solidFill>
                <a:latin typeface="Verdana"/>
                <a:ea typeface="Verdana"/>
                <a:cs typeface="Verdana"/>
                <a:sym typeface="Verdana"/>
              </a:rPr>
              <a:t>El método no es eficaz</a:t>
            </a:r>
            <a:endParaRPr/>
          </a:p>
        </p:txBody>
      </p:sp>
      <p:sp>
        <p:nvSpPr>
          <p:cNvPr id="1716" name="Google Shape;1716;p78"/>
          <p:cNvSpPr txBox="1"/>
          <p:nvPr/>
        </p:nvSpPr>
        <p:spPr>
          <a:xfrm>
            <a:off x="4859337" y="1341437"/>
            <a:ext cx="3744912" cy="129698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3600" u="none">
              <a:solidFill>
                <a:schemeClr val="lt1"/>
              </a:solidFill>
              <a:latin typeface="Arial"/>
              <a:ea typeface="Arial"/>
              <a:cs typeface="Arial"/>
              <a:sym typeface="Arial"/>
            </a:endParaRPr>
          </a:p>
        </p:txBody>
      </p:sp>
      <p:sp>
        <p:nvSpPr>
          <p:cNvPr id="1717" name="Google Shape;1717;p78"/>
          <p:cNvSpPr txBox="1"/>
          <p:nvPr/>
        </p:nvSpPr>
        <p:spPr>
          <a:xfrm>
            <a:off x="4824412" y="1341437"/>
            <a:ext cx="3708400" cy="140017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1200"/>
              <a:buFont typeface="Verdana"/>
              <a:buAutoNum type="arabicPeriod"/>
            </a:pPr>
            <a:r>
              <a:rPr b="1" i="0" lang="en-US" sz="1200" u="none">
                <a:solidFill>
                  <a:schemeClr val="lt1"/>
                </a:solidFill>
                <a:latin typeface="Verdana"/>
                <a:ea typeface="Verdana"/>
                <a:cs typeface="Verdana"/>
                <a:sym typeface="Verdana"/>
              </a:rPr>
              <a:t>Comenzar objetivo: </a:t>
            </a:r>
            <a:r>
              <a:rPr b="1" i="0" lang="en-US" sz="1200" u="none">
                <a:solidFill>
                  <a:srgbClr val="FF0000"/>
                </a:solidFill>
                <a:latin typeface="Verdana"/>
                <a:ea typeface="Verdana"/>
                <a:cs typeface="Verdana"/>
                <a:sym typeface="Verdana"/>
              </a:rPr>
              <a:t>SOBRE(A,B)</a:t>
            </a:r>
            <a:endParaRPr/>
          </a:p>
          <a:p>
            <a:pPr indent="-342900" lvl="0" marL="34290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	  despejar A y poner C sobre la mesa</a:t>
            </a:r>
            <a:endParaRPr/>
          </a:p>
          <a:p>
            <a:pPr indent="-342900" lvl="0" marL="342900" marR="0" rtl="0" algn="l">
              <a:lnSpc>
                <a:spcPct val="100000"/>
              </a:lnSpc>
              <a:spcBef>
                <a:spcPts val="0"/>
              </a:spcBef>
              <a:spcAft>
                <a:spcPts val="0"/>
              </a:spcAft>
              <a:buClr>
                <a:schemeClr val="lt1"/>
              </a:buClr>
              <a:buSzPts val="1200"/>
              <a:buFont typeface="Arial"/>
              <a:buNone/>
            </a:pPr>
            <a:r>
              <a:t/>
            </a:r>
            <a:endParaRPr b="1" i="0" sz="1200" u="none">
              <a:solidFill>
                <a:schemeClr val="lt1"/>
              </a:solidFill>
              <a:latin typeface="Verdana"/>
              <a:ea typeface="Verdana"/>
              <a:cs typeface="Verdana"/>
              <a:sym typeface="Verdana"/>
            </a:endParaRPr>
          </a:p>
          <a:p>
            <a:pPr indent="-342900" lvl="0" marL="342900" marR="0" rtl="0" algn="l">
              <a:lnSpc>
                <a:spcPct val="100000"/>
              </a:lnSpc>
              <a:spcBef>
                <a:spcPts val="0"/>
              </a:spcBef>
              <a:spcAft>
                <a:spcPts val="0"/>
              </a:spcAft>
              <a:buClr>
                <a:schemeClr val="lt1"/>
              </a:buClr>
              <a:buSzPts val="1200"/>
              <a:buFont typeface="Verdana"/>
              <a:buAutoNum type="arabicPeriod" startAt="2"/>
            </a:pPr>
            <a:r>
              <a:rPr b="1" i="0" lang="en-US" sz="1200" u="none">
                <a:solidFill>
                  <a:schemeClr val="lt1"/>
                </a:solidFill>
                <a:latin typeface="Verdana"/>
                <a:ea typeface="Verdana"/>
                <a:cs typeface="Verdana"/>
                <a:sym typeface="Verdana"/>
              </a:rPr>
              <a:t>Buscar objetivo: </a:t>
            </a:r>
            <a:r>
              <a:rPr b="1" i="0" lang="en-US" sz="1200" u="none">
                <a:solidFill>
                  <a:srgbClr val="FF0000"/>
                </a:solidFill>
                <a:latin typeface="Verdana"/>
                <a:ea typeface="Verdana"/>
                <a:cs typeface="Verdana"/>
                <a:sym typeface="Verdana"/>
              </a:rPr>
              <a:t>SOBRE(B,C)</a:t>
            </a:r>
            <a:endParaRPr/>
          </a:p>
          <a:p>
            <a:pPr indent="-342900" lvl="0" marL="342900" marR="0" rtl="0" algn="l">
              <a:lnSpc>
                <a:spcPct val="100000"/>
              </a:lnSpc>
              <a:spcBef>
                <a:spcPts val="0"/>
              </a:spcBef>
              <a:spcAft>
                <a:spcPts val="0"/>
              </a:spcAft>
              <a:buClr>
                <a:schemeClr val="lt1"/>
              </a:buClr>
              <a:buSzPts val="1200"/>
              <a:buFont typeface="Arial"/>
              <a:buNone/>
            </a:pPr>
            <a:r>
              <a:t/>
            </a:r>
            <a:endParaRPr b="1" i="0" sz="1200" u="none">
              <a:solidFill>
                <a:srgbClr val="FF0000"/>
              </a:solidFill>
              <a:latin typeface="Verdana"/>
              <a:ea typeface="Verdana"/>
              <a:cs typeface="Verdana"/>
              <a:sym typeface="Verdana"/>
            </a:endParaRPr>
          </a:p>
          <a:p>
            <a:pPr indent="-342900" lvl="0" marL="342900" marR="0" rtl="0" algn="l">
              <a:lnSpc>
                <a:spcPct val="100000"/>
              </a:lnSpc>
              <a:spcBef>
                <a:spcPts val="0"/>
              </a:spcBef>
              <a:spcAft>
                <a:spcPts val="0"/>
              </a:spcAft>
              <a:buClr>
                <a:schemeClr val="lt1"/>
              </a:buClr>
              <a:buSzPts val="1200"/>
              <a:buFont typeface="Verdana"/>
              <a:buNone/>
            </a:pPr>
            <a:r>
              <a:rPr b="1" i="0" lang="en-US" sz="1200" u="none">
                <a:solidFill>
                  <a:schemeClr val="lt1"/>
                </a:solidFill>
                <a:latin typeface="Verdana"/>
                <a:ea typeface="Verdana"/>
                <a:cs typeface="Verdana"/>
                <a:sym typeface="Verdana"/>
              </a:rPr>
              <a:t>3.	Completar objetivo: </a:t>
            </a:r>
            <a:r>
              <a:rPr b="1" i="0" lang="en-US" sz="1200" u="none">
                <a:solidFill>
                  <a:srgbClr val="FF0000"/>
                </a:solidFill>
                <a:latin typeface="Verdana"/>
                <a:ea typeface="Verdana"/>
                <a:cs typeface="Verdana"/>
                <a:sym typeface="Verdana"/>
              </a:rPr>
              <a:t>SOBRE(A,B)</a:t>
            </a:r>
            <a:endParaRPr/>
          </a:p>
          <a:p>
            <a:pPr indent="0" lvl="0" marL="0" marR="0" rtl="0" algn="l">
              <a:lnSpc>
                <a:spcPct val="100000"/>
              </a:lnSpc>
              <a:spcBef>
                <a:spcPts val="0"/>
              </a:spcBef>
              <a:spcAft>
                <a:spcPts val="0"/>
              </a:spcAft>
              <a:buNone/>
            </a:pPr>
            <a:r>
              <a:t/>
            </a:r>
            <a:endParaRPr b="1" i="0" sz="1200" u="none">
              <a:solidFill>
                <a:srgbClr val="FF0000"/>
              </a:solidFill>
              <a:latin typeface="Verdana"/>
              <a:ea typeface="Verdana"/>
              <a:cs typeface="Verdana"/>
              <a:sym typeface="Verdana"/>
            </a:endParaRPr>
          </a:p>
        </p:txBody>
      </p:sp>
      <p:sp>
        <p:nvSpPr>
          <p:cNvPr id="1718" name="Google Shape;1718;p78"/>
          <p:cNvSpPr txBox="1"/>
          <p:nvPr/>
        </p:nvSpPr>
        <p:spPr>
          <a:xfrm>
            <a:off x="4859337" y="981075"/>
            <a:ext cx="2303462" cy="3603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1" i="0" lang="en-US" sz="1600" u="none">
                <a:solidFill>
                  <a:schemeClr val="lt1"/>
                </a:solidFill>
                <a:latin typeface="Arial"/>
                <a:ea typeface="Arial"/>
                <a:cs typeface="Arial"/>
                <a:sym typeface="Arial"/>
              </a:rPr>
              <a:t>Plan óptimo</a:t>
            </a:r>
            <a:endParaRPr/>
          </a:p>
        </p:txBody>
      </p:sp>
      <p:sp>
        <p:nvSpPr>
          <p:cNvPr id="1719" name="Google Shape;1719;p78"/>
          <p:cNvSpPr txBox="1"/>
          <p:nvPr/>
        </p:nvSpPr>
        <p:spPr>
          <a:xfrm>
            <a:off x="611187" y="3644900"/>
            <a:ext cx="4824412" cy="7921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Los problemas difíciles provocan interacciones entre los objetivos</a:t>
            </a:r>
            <a:endParaRPr/>
          </a:p>
        </p:txBody>
      </p:sp>
      <p:sp>
        <p:nvSpPr>
          <p:cNvPr id="1720" name="Google Shape;1720;p78"/>
          <p:cNvSpPr txBox="1"/>
          <p:nvPr/>
        </p:nvSpPr>
        <p:spPr>
          <a:xfrm>
            <a:off x="1692275" y="4737100"/>
            <a:ext cx="5545137" cy="720725"/>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Se necesita un plan entrelazado, que trabaje a la vez con múltiples subobjetivos</a:t>
            </a:r>
            <a:endParaRPr/>
          </a:p>
        </p:txBody>
      </p:sp>
      <p:sp>
        <p:nvSpPr>
          <p:cNvPr id="1721" name="Google Shape;1721;p78"/>
          <p:cNvSpPr txBox="1"/>
          <p:nvPr/>
        </p:nvSpPr>
        <p:spPr>
          <a:xfrm>
            <a:off x="2855912" y="5732462"/>
            <a:ext cx="5964237" cy="7921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FF0000"/>
              </a:buClr>
              <a:buSzPts val="2000"/>
              <a:buFont typeface="Arial"/>
              <a:buNone/>
            </a:pPr>
            <a:r>
              <a:rPr b="1" i="0" lang="en-US" sz="2000" u="none">
                <a:solidFill>
                  <a:srgbClr val="FF0000"/>
                </a:solidFill>
                <a:latin typeface="Arial"/>
                <a:ea typeface="Arial"/>
                <a:cs typeface="Arial"/>
                <a:sym typeface="Arial"/>
              </a:rPr>
              <a:t>Plan no lineal ya que no está compuesto por una secuencia lineal de subplanes completos.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25" name="Shape 1725"/>
        <p:cNvGrpSpPr/>
        <p:nvPr/>
      </p:nvGrpSpPr>
      <p:grpSpPr>
        <a:xfrm>
          <a:off x="0" y="0"/>
          <a:ext cx="0" cy="0"/>
          <a:chOff x="0" y="0"/>
          <a:chExt cx="0" cy="0"/>
        </a:xfrm>
      </p:grpSpPr>
      <p:sp>
        <p:nvSpPr>
          <p:cNvPr id="1726" name="Google Shape;1726;p79"/>
          <p:cNvSpPr txBox="1"/>
          <p:nvPr>
            <p:ph type="title"/>
          </p:nvPr>
        </p:nvSpPr>
        <p:spPr>
          <a:xfrm>
            <a:off x="503237" y="115887"/>
            <a:ext cx="5940425" cy="108108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Planificación jerárquica</a:t>
            </a:r>
            <a:endParaRPr/>
          </a:p>
        </p:txBody>
      </p:sp>
      <p:sp>
        <p:nvSpPr>
          <p:cNvPr id="1727" name="Google Shape;1727;p79"/>
          <p:cNvSpPr txBox="1"/>
          <p:nvPr/>
        </p:nvSpPr>
        <p:spPr>
          <a:xfrm>
            <a:off x="323850" y="5230812"/>
            <a:ext cx="8424862" cy="11509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Se define una jerarquía de espacios de abstracción,     en cada uno de los cuales se ignoran las precondiciones de un nivel de abstracción más bajo</a:t>
            </a:r>
            <a:endParaRPr/>
          </a:p>
        </p:txBody>
      </p:sp>
      <p:sp>
        <p:nvSpPr>
          <p:cNvPr id="1728" name="Google Shape;1728;p79"/>
          <p:cNvSpPr txBox="1"/>
          <p:nvPr/>
        </p:nvSpPr>
        <p:spPr>
          <a:xfrm>
            <a:off x="600075" y="968375"/>
            <a:ext cx="4619625" cy="576262"/>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lt1"/>
              </a:buClr>
              <a:buSzPts val="2800"/>
              <a:buFont typeface="Arial"/>
              <a:buNone/>
            </a:pPr>
            <a:r>
              <a:rPr b="1" i="0" lang="en-US" sz="2800" u="none">
                <a:solidFill>
                  <a:schemeClr val="lt1"/>
                </a:solidFill>
                <a:latin typeface="Arial"/>
                <a:ea typeface="Arial"/>
                <a:cs typeface="Arial"/>
                <a:sym typeface="Arial"/>
              </a:rPr>
              <a:t>ABSTRIPS (Sacerdoti)</a:t>
            </a:r>
            <a:endParaRPr/>
          </a:p>
        </p:txBody>
      </p:sp>
      <p:sp>
        <p:nvSpPr>
          <p:cNvPr id="1729" name="Google Shape;1729;p79"/>
          <p:cNvSpPr txBox="1"/>
          <p:nvPr/>
        </p:nvSpPr>
        <p:spPr>
          <a:xfrm>
            <a:off x="600075" y="1771650"/>
            <a:ext cx="7932737" cy="1441450"/>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Se resuelve el problema considerando primero sólo aquellas precondiciones más críticas.</a:t>
            </a:r>
            <a:endParaRPr/>
          </a:p>
          <a:p>
            <a:pPr indent="0" lvl="0" marL="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Ignora las precondiciones que caen por debajo de un cierto nivel critico.</a:t>
            </a:r>
            <a:endParaRPr/>
          </a:p>
        </p:txBody>
      </p:sp>
      <p:sp>
        <p:nvSpPr>
          <p:cNvPr id="1730" name="Google Shape;1730;p79"/>
          <p:cNvSpPr txBox="1"/>
          <p:nvPr/>
        </p:nvSpPr>
        <p:spPr>
          <a:xfrm>
            <a:off x="600075" y="3429000"/>
            <a:ext cx="7932737" cy="14398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Se aumenta el plan con los operadores que satisfacen estas precondiciones.</a:t>
            </a:r>
            <a:endParaRPr/>
          </a:p>
          <a:p>
            <a:pPr indent="0" lvl="0" marL="0" marR="0" rtl="0" algn="just">
              <a:lnSpc>
                <a:spcPct val="100000"/>
              </a:lnSpc>
              <a:spcBef>
                <a:spcPts val="40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Luego se consideran las precondiciones del siguiente nivel de criticidad mas bajo.</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34" name="Shape 1734"/>
        <p:cNvGrpSpPr/>
        <p:nvPr/>
      </p:nvGrpSpPr>
      <p:grpSpPr>
        <a:xfrm>
          <a:off x="0" y="0"/>
          <a:ext cx="0" cy="0"/>
          <a:chOff x="0" y="0"/>
          <a:chExt cx="0" cy="0"/>
        </a:xfrm>
      </p:grpSpPr>
      <p:sp>
        <p:nvSpPr>
          <p:cNvPr id="1735" name="Google Shape;1735;p80"/>
          <p:cNvSpPr txBox="1"/>
          <p:nvPr>
            <p:ph type="title"/>
          </p:nvPr>
        </p:nvSpPr>
        <p:spPr>
          <a:xfrm>
            <a:off x="576262" y="260350"/>
            <a:ext cx="5364162" cy="7921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Sistemas reactivos</a:t>
            </a:r>
            <a:endParaRPr/>
          </a:p>
        </p:txBody>
      </p:sp>
      <p:sp>
        <p:nvSpPr>
          <p:cNvPr id="1736" name="Google Shape;1736;p80"/>
          <p:cNvSpPr txBox="1"/>
          <p:nvPr/>
        </p:nvSpPr>
        <p:spPr>
          <a:xfrm>
            <a:off x="323850" y="5086350"/>
            <a:ext cx="8424862" cy="1150937"/>
          </a:xfrm>
          <a:prstGeom prst="rect">
            <a:avLst/>
          </a:prstGeom>
          <a:gradFill>
            <a:gsLst>
              <a:gs pos="0">
                <a:schemeClr val="dk2"/>
              </a:gs>
              <a:gs pos="100000">
                <a:srgbClr val="000080"/>
              </a:gs>
            </a:gsLst>
            <a:lin ang="54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Se evita planificar totalmente                                            Se elige una acción cada vez, dependiendo de la situación observable</a:t>
            </a:r>
            <a:endParaRPr/>
          </a:p>
        </p:txBody>
      </p:sp>
      <p:sp>
        <p:nvSpPr>
          <p:cNvPr id="1737" name="Google Shape;1737;p80"/>
          <p:cNvSpPr txBox="1"/>
          <p:nvPr/>
        </p:nvSpPr>
        <p:spPr>
          <a:xfrm>
            <a:off x="395287" y="2205037"/>
            <a:ext cx="8424862" cy="7921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En un </a:t>
            </a:r>
            <a:r>
              <a:rPr b="1" i="0" lang="en-US" sz="2000" u="none">
                <a:solidFill>
                  <a:srgbClr val="FF0000"/>
                </a:solidFill>
                <a:latin typeface="Arial"/>
                <a:ea typeface="Arial"/>
                <a:cs typeface="Arial"/>
                <a:sym typeface="Arial"/>
              </a:rPr>
              <a:t>sistema reactivo</a:t>
            </a:r>
            <a:r>
              <a:rPr b="1" i="0" lang="en-US" sz="2000" u="none">
                <a:solidFill>
                  <a:schemeClr val="lt1"/>
                </a:solidFill>
                <a:latin typeface="Arial"/>
                <a:ea typeface="Arial"/>
                <a:cs typeface="Arial"/>
                <a:sym typeface="Arial"/>
              </a:rPr>
              <a:t> se describen las acciones que deben realizarse bajo ciertas circunstancias (Base de conocimiento)</a:t>
            </a:r>
            <a:endParaRPr/>
          </a:p>
        </p:txBody>
      </p:sp>
      <p:sp>
        <p:nvSpPr>
          <p:cNvPr id="1738" name="Google Shape;1738;p80"/>
          <p:cNvSpPr txBox="1"/>
          <p:nvPr/>
        </p:nvSpPr>
        <p:spPr>
          <a:xfrm>
            <a:off x="3130550" y="3213100"/>
            <a:ext cx="4465637" cy="503237"/>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Se aplican a tareas en tiempo real</a:t>
            </a:r>
            <a:endParaRPr/>
          </a:p>
        </p:txBody>
      </p:sp>
      <p:sp>
        <p:nvSpPr>
          <p:cNvPr id="1739" name="Google Shape;1739;p80"/>
          <p:cNvSpPr txBox="1"/>
          <p:nvPr/>
        </p:nvSpPr>
        <p:spPr>
          <a:xfrm>
            <a:off x="395287" y="1196975"/>
            <a:ext cx="8424862" cy="7921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En los </a:t>
            </a:r>
            <a:r>
              <a:rPr b="1" i="0" lang="en-US" sz="2000" u="none">
                <a:solidFill>
                  <a:srgbClr val="FF0000"/>
                </a:solidFill>
                <a:latin typeface="Arial"/>
                <a:ea typeface="Arial"/>
                <a:cs typeface="Arial"/>
                <a:sym typeface="Arial"/>
              </a:rPr>
              <a:t>sistemas no reactivos </a:t>
            </a:r>
            <a:r>
              <a:rPr b="1" i="0" lang="en-US" sz="2000" u="none">
                <a:solidFill>
                  <a:schemeClr val="lt1"/>
                </a:solidFill>
                <a:latin typeface="Arial"/>
                <a:ea typeface="Arial"/>
                <a:cs typeface="Arial"/>
                <a:sym typeface="Arial"/>
              </a:rPr>
              <a:t>el plan que resuelve una tarea completa se construye antes de actuar. </a:t>
            </a:r>
            <a:endParaRPr/>
          </a:p>
        </p:txBody>
      </p:sp>
      <p:sp>
        <p:nvSpPr>
          <p:cNvPr id="1740" name="Google Shape;1740;p80"/>
          <p:cNvSpPr txBox="1"/>
          <p:nvPr/>
        </p:nvSpPr>
        <p:spPr>
          <a:xfrm>
            <a:off x="684212" y="4005262"/>
            <a:ext cx="8064500" cy="792162"/>
          </a:xfrm>
          <a:prstGeom prst="rect">
            <a:avLst/>
          </a:prstGeom>
          <a:solidFill>
            <a:schemeClr val="dk2"/>
          </a:solidFill>
          <a:ln cap="flat" cmpd="sng" w="9525">
            <a:solidFill>
              <a:schemeClr val="lt1"/>
            </a:solidFill>
            <a:prstDash val="solid"/>
            <a:miter lim="800000"/>
            <a:headEnd len="sm" w="sm" type="none"/>
            <a:tailEnd len="sm" w="sm" type="none"/>
          </a:ln>
          <a:effectLst>
            <a:outerShdw blurRad="63500" dir="2700000" dist="107763">
              <a:schemeClr val="dk1">
                <a:alpha val="49803"/>
              </a:schemeClr>
            </a:outerShdw>
          </a:effectLst>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Los sistemas reactivos evitan un modelado completo y basan sus acciones directamente en sus percepciones del mundo.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iseño personalizado">
  <a:themeElements>
    <a:clrScheme name="Diseño personaliz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Diseño personalizado">
  <a:themeElements>
    <a:clrScheme name="Diseño personaliz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Diseño personalizado">
  <a:themeElements>
    <a:clrScheme name="Diseño personaliz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3_Diseño personalizado">
  <a:themeElements>
    <a:clrScheme name="Diseño personaliz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2003-08-16T12:36:35Z</dcterms:created>
  <dc:creator>lihuen</dc:creator>
</cp:coreProperties>
</file>